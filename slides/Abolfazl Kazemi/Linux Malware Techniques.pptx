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handoutMasterIdLst>
    <p:handoutMasterId r:id="rId23"/>
  </p:handoutMasterIdLst>
  <p:sldIdLst>
    <p:sldId id="685" r:id="rId2"/>
    <p:sldId id="671" r:id="rId3"/>
    <p:sldId id="672" r:id="rId4"/>
    <p:sldId id="673" r:id="rId5"/>
    <p:sldId id="674" r:id="rId6"/>
    <p:sldId id="675" r:id="rId7"/>
    <p:sldId id="676" r:id="rId8"/>
    <p:sldId id="677" r:id="rId9"/>
    <p:sldId id="679" r:id="rId10"/>
    <p:sldId id="680" r:id="rId11"/>
    <p:sldId id="681" r:id="rId12"/>
    <p:sldId id="646" r:id="rId13"/>
    <p:sldId id="682" r:id="rId14"/>
    <p:sldId id="678" r:id="rId15"/>
    <p:sldId id="664" r:id="rId16"/>
    <p:sldId id="655" r:id="rId17"/>
    <p:sldId id="683" r:id="rId18"/>
    <p:sldId id="684" r:id="rId19"/>
    <p:sldId id="670" r:id="rId20"/>
    <p:sldId id="686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41523"/>
    <a:srgbClr val="031524"/>
    <a:srgbClr val="000F1A"/>
    <a:srgbClr val="01101B"/>
    <a:srgbClr val="051826"/>
    <a:srgbClr val="061A2A"/>
    <a:srgbClr val="E8C150"/>
    <a:srgbClr val="000D1B"/>
    <a:srgbClr val="000E1C"/>
    <a:srgbClr val="00091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503E469-7D55-4921-A8C7-D2573436FAFF}" v="655" dt="2023-12-06T11:50:02.94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607" autoAdjust="0"/>
    <p:restoredTop sz="83293" autoAdjust="0"/>
  </p:normalViewPr>
  <p:slideViewPr>
    <p:cSldViewPr>
      <p:cViewPr varScale="1">
        <p:scale>
          <a:sx n="92" d="100"/>
          <a:sy n="92" d="100"/>
        </p:scale>
        <p:origin x="1164" y="84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84" d="100"/>
          <a:sy n="84" d="100"/>
        </p:scale>
        <p:origin x="3912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bolfazl Kazemi" userId="f956631a5b09a72f" providerId="LiveId" clId="{C503E469-7D55-4921-A8C7-D2573436FAFF}"/>
    <pc:docChg chg="undo custSel addSld delSld modSld sldOrd">
      <pc:chgData name="Abolfazl Kazemi" userId="f956631a5b09a72f" providerId="LiveId" clId="{C503E469-7D55-4921-A8C7-D2573436FAFF}" dt="2023-12-06T11:50:02.944" v="4809" actId="207"/>
      <pc:docMkLst>
        <pc:docMk/>
      </pc:docMkLst>
      <pc:sldChg chg="modSp mod">
        <pc:chgData name="Abolfazl Kazemi" userId="f956631a5b09a72f" providerId="LiveId" clId="{C503E469-7D55-4921-A8C7-D2573436FAFF}" dt="2023-11-23T18:16:28.596" v="998" actId="6549"/>
        <pc:sldMkLst>
          <pc:docMk/>
          <pc:sldMk cId="1900791613" sldId="435"/>
        </pc:sldMkLst>
        <pc:spChg chg="mod">
          <ac:chgData name="Abolfazl Kazemi" userId="f956631a5b09a72f" providerId="LiveId" clId="{C503E469-7D55-4921-A8C7-D2573436FAFF}" dt="2023-11-23T18:16:28.596" v="998" actId="6549"/>
          <ac:spMkLst>
            <pc:docMk/>
            <pc:sldMk cId="1900791613" sldId="435"/>
            <ac:spMk id="3" creationId="{01D64C34-E62C-26F0-A3D7-3CCC7419726D}"/>
          </ac:spMkLst>
        </pc:spChg>
      </pc:sldChg>
      <pc:sldChg chg="del">
        <pc:chgData name="Abolfazl Kazemi" userId="f956631a5b09a72f" providerId="LiveId" clId="{C503E469-7D55-4921-A8C7-D2573436FAFF}" dt="2023-11-30T06:47:38.986" v="3226" actId="47"/>
        <pc:sldMkLst>
          <pc:docMk/>
          <pc:sldMk cId="2501846044" sldId="474"/>
        </pc:sldMkLst>
      </pc:sldChg>
      <pc:sldChg chg="del">
        <pc:chgData name="Abolfazl Kazemi" userId="f956631a5b09a72f" providerId="LiveId" clId="{C503E469-7D55-4921-A8C7-D2573436FAFF}" dt="2023-11-30T06:47:46.834" v="3227" actId="47"/>
        <pc:sldMkLst>
          <pc:docMk/>
          <pc:sldMk cId="4118278844" sldId="475"/>
        </pc:sldMkLst>
      </pc:sldChg>
      <pc:sldChg chg="del">
        <pc:chgData name="Abolfazl Kazemi" userId="f956631a5b09a72f" providerId="LiveId" clId="{C503E469-7D55-4921-A8C7-D2573436FAFF}" dt="2023-11-24T18:26:40.862" v="2019" actId="47"/>
        <pc:sldMkLst>
          <pc:docMk/>
          <pc:sldMk cId="10722516" sldId="476"/>
        </pc:sldMkLst>
      </pc:sldChg>
      <pc:sldChg chg="del">
        <pc:chgData name="Abolfazl Kazemi" userId="f956631a5b09a72f" providerId="LiveId" clId="{C503E469-7D55-4921-A8C7-D2573436FAFF}" dt="2023-11-24T18:26:33.327" v="2017" actId="47"/>
        <pc:sldMkLst>
          <pc:docMk/>
          <pc:sldMk cId="2309096976" sldId="489"/>
        </pc:sldMkLst>
      </pc:sldChg>
      <pc:sldChg chg="del">
        <pc:chgData name="Abolfazl Kazemi" userId="f956631a5b09a72f" providerId="LiveId" clId="{C503E469-7D55-4921-A8C7-D2573436FAFF}" dt="2023-11-24T18:26:34.918" v="2018" actId="47"/>
        <pc:sldMkLst>
          <pc:docMk/>
          <pc:sldMk cId="3206249120" sldId="490"/>
        </pc:sldMkLst>
      </pc:sldChg>
      <pc:sldChg chg="del">
        <pc:chgData name="Abolfazl Kazemi" userId="f956631a5b09a72f" providerId="LiveId" clId="{C503E469-7D55-4921-A8C7-D2573436FAFF}" dt="2023-11-23T15:56:16.188" v="965" actId="47"/>
        <pc:sldMkLst>
          <pc:docMk/>
          <pc:sldMk cId="2539508299" sldId="493"/>
        </pc:sldMkLst>
      </pc:sldChg>
      <pc:sldChg chg="addSp modSp del mod ord">
        <pc:chgData name="Abolfazl Kazemi" userId="f956631a5b09a72f" providerId="LiveId" clId="{C503E469-7D55-4921-A8C7-D2573436FAFF}" dt="2023-12-01T16:57:50.371" v="4055" actId="47"/>
        <pc:sldMkLst>
          <pc:docMk/>
          <pc:sldMk cId="2958784877" sldId="495"/>
        </pc:sldMkLst>
        <pc:picChg chg="add mod">
          <ac:chgData name="Abolfazl Kazemi" userId="f956631a5b09a72f" providerId="LiveId" clId="{C503E469-7D55-4921-A8C7-D2573436FAFF}" dt="2023-12-01T13:07:22.145" v="3729" actId="1076"/>
          <ac:picMkLst>
            <pc:docMk/>
            <pc:sldMk cId="2958784877" sldId="495"/>
            <ac:picMk id="3" creationId="{854E5769-C9AC-465F-FD8D-C4D630CF6110}"/>
          </ac:picMkLst>
        </pc:picChg>
        <pc:picChg chg="add mod">
          <ac:chgData name="Abolfazl Kazemi" userId="f956631a5b09a72f" providerId="LiveId" clId="{C503E469-7D55-4921-A8C7-D2573436FAFF}" dt="2023-12-01T13:07:22.145" v="3729" actId="1076"/>
          <ac:picMkLst>
            <pc:docMk/>
            <pc:sldMk cId="2958784877" sldId="495"/>
            <ac:picMk id="6" creationId="{10960563-97B0-3E1E-4AAF-821944747868}"/>
          </ac:picMkLst>
        </pc:picChg>
        <pc:picChg chg="add mod">
          <ac:chgData name="Abolfazl Kazemi" userId="f956631a5b09a72f" providerId="LiveId" clId="{C503E469-7D55-4921-A8C7-D2573436FAFF}" dt="2023-12-01T13:07:22.145" v="3729" actId="1076"/>
          <ac:picMkLst>
            <pc:docMk/>
            <pc:sldMk cId="2958784877" sldId="495"/>
            <ac:picMk id="8" creationId="{5E59993C-C757-D4D1-F2A9-147EDC53F241}"/>
          </ac:picMkLst>
        </pc:picChg>
        <pc:picChg chg="add mod">
          <ac:chgData name="Abolfazl Kazemi" userId="f956631a5b09a72f" providerId="LiveId" clId="{C503E469-7D55-4921-A8C7-D2573436FAFF}" dt="2023-12-01T13:07:22.145" v="3729" actId="1076"/>
          <ac:picMkLst>
            <pc:docMk/>
            <pc:sldMk cId="2958784877" sldId="495"/>
            <ac:picMk id="10" creationId="{CE57FBA0-030A-6470-84BE-3802C92F063E}"/>
          </ac:picMkLst>
        </pc:picChg>
      </pc:sldChg>
      <pc:sldChg chg="del">
        <pc:chgData name="Abolfazl Kazemi" userId="f956631a5b09a72f" providerId="LiveId" clId="{C503E469-7D55-4921-A8C7-D2573436FAFF}" dt="2023-11-29T07:03:52.268" v="2423" actId="47"/>
        <pc:sldMkLst>
          <pc:docMk/>
          <pc:sldMk cId="1806941702" sldId="496"/>
        </pc:sldMkLst>
      </pc:sldChg>
      <pc:sldChg chg="del">
        <pc:chgData name="Abolfazl Kazemi" userId="f956631a5b09a72f" providerId="LiveId" clId="{C503E469-7D55-4921-A8C7-D2573436FAFF}" dt="2023-11-23T07:39:10.968" v="457" actId="47"/>
        <pc:sldMkLst>
          <pc:docMk/>
          <pc:sldMk cId="3092987158" sldId="498"/>
        </pc:sldMkLst>
      </pc:sldChg>
      <pc:sldChg chg="del">
        <pc:chgData name="Abolfazl Kazemi" userId="f956631a5b09a72f" providerId="LiveId" clId="{C503E469-7D55-4921-A8C7-D2573436FAFF}" dt="2023-11-23T07:38:36.948" v="456" actId="47"/>
        <pc:sldMkLst>
          <pc:docMk/>
          <pc:sldMk cId="2696109096" sldId="514"/>
        </pc:sldMkLst>
      </pc:sldChg>
      <pc:sldChg chg="modSp mod">
        <pc:chgData name="Abolfazl Kazemi" userId="f956631a5b09a72f" providerId="LiveId" clId="{C503E469-7D55-4921-A8C7-D2573436FAFF}" dt="2023-11-27T07:55:19.273" v="2024" actId="207"/>
        <pc:sldMkLst>
          <pc:docMk/>
          <pc:sldMk cId="1039534648" sldId="516"/>
        </pc:sldMkLst>
        <pc:spChg chg="mod">
          <ac:chgData name="Abolfazl Kazemi" userId="f956631a5b09a72f" providerId="LiveId" clId="{C503E469-7D55-4921-A8C7-D2573436FAFF}" dt="2023-11-27T07:55:19.273" v="2024" actId="207"/>
          <ac:spMkLst>
            <pc:docMk/>
            <pc:sldMk cId="1039534648" sldId="516"/>
            <ac:spMk id="3" creationId="{01D64C34-E62C-26F0-A3D7-3CCC7419726D}"/>
          </ac:spMkLst>
        </pc:spChg>
      </pc:sldChg>
      <pc:sldChg chg="addSp delSp modSp del mod">
        <pc:chgData name="Abolfazl Kazemi" userId="f956631a5b09a72f" providerId="LiveId" clId="{C503E469-7D55-4921-A8C7-D2573436FAFF}" dt="2023-11-29T08:28:01.887" v="2769" actId="47"/>
        <pc:sldMkLst>
          <pc:docMk/>
          <pc:sldMk cId="1115122980" sldId="517"/>
        </pc:sldMkLst>
        <pc:spChg chg="add del mod">
          <ac:chgData name="Abolfazl Kazemi" userId="f956631a5b09a72f" providerId="LiveId" clId="{C503E469-7D55-4921-A8C7-D2573436FAFF}" dt="2023-11-29T07:07:40.639" v="2436" actId="14100"/>
          <ac:spMkLst>
            <pc:docMk/>
            <pc:sldMk cId="1115122980" sldId="517"/>
            <ac:spMk id="3" creationId="{01D64C34-E62C-26F0-A3D7-3CCC7419726D}"/>
          </ac:spMkLst>
        </pc:spChg>
        <pc:spChg chg="add del mod">
          <ac:chgData name="Abolfazl Kazemi" userId="f956631a5b09a72f" providerId="LiveId" clId="{C503E469-7D55-4921-A8C7-D2573436FAFF}" dt="2023-11-29T07:04:15.674" v="2427"/>
          <ac:spMkLst>
            <pc:docMk/>
            <pc:sldMk cId="1115122980" sldId="517"/>
            <ac:spMk id="5" creationId="{905D2B71-8CB7-91F5-834D-927B71DF2B5E}"/>
          </ac:spMkLst>
        </pc:spChg>
      </pc:sldChg>
      <pc:sldChg chg="modSp">
        <pc:chgData name="Abolfazl Kazemi" userId="f956631a5b09a72f" providerId="LiveId" clId="{C503E469-7D55-4921-A8C7-D2573436FAFF}" dt="2023-11-27T07:52:44.046" v="2022" actId="20578"/>
        <pc:sldMkLst>
          <pc:docMk/>
          <pc:sldMk cId="4033617008" sldId="518"/>
        </pc:sldMkLst>
        <pc:spChg chg="mod">
          <ac:chgData name="Abolfazl Kazemi" userId="f956631a5b09a72f" providerId="LiveId" clId="{C503E469-7D55-4921-A8C7-D2573436FAFF}" dt="2023-11-27T07:52:44.046" v="2022" actId="20578"/>
          <ac:spMkLst>
            <pc:docMk/>
            <pc:sldMk cId="4033617008" sldId="518"/>
            <ac:spMk id="3" creationId="{01D64C34-E62C-26F0-A3D7-3CCC7419726D}"/>
          </ac:spMkLst>
        </pc:spChg>
      </pc:sldChg>
      <pc:sldChg chg="modSp mod">
        <pc:chgData name="Abolfazl Kazemi" userId="f956631a5b09a72f" providerId="LiveId" clId="{C503E469-7D55-4921-A8C7-D2573436FAFF}" dt="2023-11-23T07:30:47.664" v="451" actId="20577"/>
        <pc:sldMkLst>
          <pc:docMk/>
          <pc:sldMk cId="473019837" sldId="519"/>
        </pc:sldMkLst>
        <pc:spChg chg="mod">
          <ac:chgData name="Abolfazl Kazemi" userId="f956631a5b09a72f" providerId="LiveId" clId="{C503E469-7D55-4921-A8C7-D2573436FAFF}" dt="2023-11-23T07:30:47.664" v="451" actId="20577"/>
          <ac:spMkLst>
            <pc:docMk/>
            <pc:sldMk cId="473019837" sldId="519"/>
            <ac:spMk id="2" creationId="{3334B65E-CF8A-DE56-9069-47C88EA86FB2}"/>
          </ac:spMkLst>
        </pc:spChg>
      </pc:sldChg>
      <pc:sldChg chg="modSp mod">
        <pc:chgData name="Abolfazl Kazemi" userId="f956631a5b09a72f" providerId="LiveId" clId="{C503E469-7D55-4921-A8C7-D2573436FAFF}" dt="2023-11-23T07:35:46.371" v="452" actId="14100"/>
        <pc:sldMkLst>
          <pc:docMk/>
          <pc:sldMk cId="2578280169" sldId="520"/>
        </pc:sldMkLst>
        <pc:spChg chg="mod">
          <ac:chgData name="Abolfazl Kazemi" userId="f956631a5b09a72f" providerId="LiveId" clId="{C503E469-7D55-4921-A8C7-D2573436FAFF}" dt="2023-11-23T07:35:46.371" v="452" actId="14100"/>
          <ac:spMkLst>
            <pc:docMk/>
            <pc:sldMk cId="2578280169" sldId="520"/>
            <ac:spMk id="3" creationId="{01D64C34-E62C-26F0-A3D7-3CCC7419726D}"/>
          </ac:spMkLst>
        </pc:spChg>
      </pc:sldChg>
      <pc:sldChg chg="modSp mod modAnim">
        <pc:chgData name="Abolfazl Kazemi" userId="f956631a5b09a72f" providerId="LiveId" clId="{C503E469-7D55-4921-A8C7-D2573436FAFF}" dt="2023-11-27T08:43:11.928" v="2040" actId="207"/>
        <pc:sldMkLst>
          <pc:docMk/>
          <pc:sldMk cId="1239001085" sldId="521"/>
        </pc:sldMkLst>
        <pc:spChg chg="mod">
          <ac:chgData name="Abolfazl Kazemi" userId="f956631a5b09a72f" providerId="LiveId" clId="{C503E469-7D55-4921-A8C7-D2573436FAFF}" dt="2023-11-27T08:43:11.928" v="2040" actId="207"/>
          <ac:spMkLst>
            <pc:docMk/>
            <pc:sldMk cId="1239001085" sldId="521"/>
            <ac:spMk id="3" creationId="{01D64C34-E62C-26F0-A3D7-3CCC7419726D}"/>
          </ac:spMkLst>
        </pc:spChg>
      </pc:sldChg>
      <pc:sldChg chg="modSp mod">
        <pc:chgData name="Abolfazl Kazemi" userId="f956631a5b09a72f" providerId="LiveId" clId="{C503E469-7D55-4921-A8C7-D2573436FAFF}" dt="2023-11-23T07:36:17.743" v="453" actId="14100"/>
        <pc:sldMkLst>
          <pc:docMk/>
          <pc:sldMk cId="2060158910" sldId="522"/>
        </pc:sldMkLst>
        <pc:spChg chg="mod">
          <ac:chgData name="Abolfazl Kazemi" userId="f956631a5b09a72f" providerId="LiveId" clId="{C503E469-7D55-4921-A8C7-D2573436FAFF}" dt="2023-11-23T07:36:17.743" v="453" actId="14100"/>
          <ac:spMkLst>
            <pc:docMk/>
            <pc:sldMk cId="2060158910" sldId="522"/>
            <ac:spMk id="3" creationId="{01D64C34-E62C-26F0-A3D7-3CCC7419726D}"/>
          </ac:spMkLst>
        </pc:spChg>
      </pc:sldChg>
      <pc:sldChg chg="modSp mod modAnim">
        <pc:chgData name="Abolfazl Kazemi" userId="f956631a5b09a72f" providerId="LiveId" clId="{C503E469-7D55-4921-A8C7-D2573436FAFF}" dt="2023-11-27T08:06:34.607" v="2032" actId="207"/>
        <pc:sldMkLst>
          <pc:docMk/>
          <pc:sldMk cId="3029130342" sldId="523"/>
        </pc:sldMkLst>
        <pc:spChg chg="mod">
          <ac:chgData name="Abolfazl Kazemi" userId="f956631a5b09a72f" providerId="LiveId" clId="{C503E469-7D55-4921-A8C7-D2573436FAFF}" dt="2023-11-27T08:06:34.607" v="2032" actId="207"/>
          <ac:spMkLst>
            <pc:docMk/>
            <pc:sldMk cId="3029130342" sldId="523"/>
            <ac:spMk id="3" creationId="{01D64C34-E62C-26F0-A3D7-3CCC7419726D}"/>
          </ac:spMkLst>
        </pc:spChg>
      </pc:sldChg>
      <pc:sldChg chg="modSp mod modAnim">
        <pc:chgData name="Abolfazl Kazemi" userId="f956631a5b09a72f" providerId="LiveId" clId="{C503E469-7D55-4921-A8C7-D2573436FAFF}" dt="2023-11-27T08:46:48.434" v="2056"/>
        <pc:sldMkLst>
          <pc:docMk/>
          <pc:sldMk cId="2792227618" sldId="525"/>
        </pc:sldMkLst>
        <pc:spChg chg="mod">
          <ac:chgData name="Abolfazl Kazemi" userId="f956631a5b09a72f" providerId="LiveId" clId="{C503E469-7D55-4921-A8C7-D2573436FAFF}" dt="2023-11-27T08:46:19.056" v="2049" actId="207"/>
          <ac:spMkLst>
            <pc:docMk/>
            <pc:sldMk cId="2792227618" sldId="525"/>
            <ac:spMk id="3" creationId="{01D64C34-E62C-26F0-A3D7-3CCC7419726D}"/>
          </ac:spMkLst>
        </pc:spChg>
      </pc:sldChg>
      <pc:sldChg chg="del ord">
        <pc:chgData name="Abolfazl Kazemi" userId="f956631a5b09a72f" providerId="LiveId" clId="{C503E469-7D55-4921-A8C7-D2573436FAFF}" dt="2023-11-22T15:48:59.051" v="221" actId="47"/>
        <pc:sldMkLst>
          <pc:docMk/>
          <pc:sldMk cId="750549437" sldId="526"/>
        </pc:sldMkLst>
      </pc:sldChg>
      <pc:sldChg chg="modSp mod modAnim">
        <pc:chgData name="Abolfazl Kazemi" userId="f956631a5b09a72f" providerId="LiveId" clId="{C503E469-7D55-4921-A8C7-D2573436FAFF}" dt="2023-11-27T08:55:28.907" v="2085"/>
        <pc:sldMkLst>
          <pc:docMk/>
          <pc:sldMk cId="1464800574" sldId="528"/>
        </pc:sldMkLst>
        <pc:spChg chg="mod">
          <ac:chgData name="Abolfazl Kazemi" userId="f956631a5b09a72f" providerId="LiveId" clId="{C503E469-7D55-4921-A8C7-D2573436FAFF}" dt="2023-11-22T15:49:25.921" v="237" actId="1076"/>
          <ac:spMkLst>
            <pc:docMk/>
            <pc:sldMk cId="1464800574" sldId="528"/>
            <ac:spMk id="2" creationId="{3334B65E-CF8A-DE56-9069-47C88EA86FB2}"/>
          </ac:spMkLst>
        </pc:spChg>
        <pc:spChg chg="mod">
          <ac:chgData name="Abolfazl Kazemi" userId="f956631a5b09a72f" providerId="LiveId" clId="{C503E469-7D55-4921-A8C7-D2573436FAFF}" dt="2023-11-27T08:55:22.196" v="2084" actId="207"/>
          <ac:spMkLst>
            <pc:docMk/>
            <pc:sldMk cId="1464800574" sldId="528"/>
            <ac:spMk id="3" creationId="{01D64C34-E62C-26F0-A3D7-3CCC7419726D}"/>
          </ac:spMkLst>
        </pc:spChg>
      </pc:sldChg>
      <pc:sldChg chg="addSp delSp modSp mod">
        <pc:chgData name="Abolfazl Kazemi" userId="f956631a5b09a72f" providerId="LiveId" clId="{C503E469-7D55-4921-A8C7-D2573436FAFF}" dt="2023-11-27T11:45:17.326" v="2206" actId="207"/>
        <pc:sldMkLst>
          <pc:docMk/>
          <pc:sldMk cId="632895808" sldId="529"/>
        </pc:sldMkLst>
        <pc:spChg chg="mod">
          <ac:chgData name="Abolfazl Kazemi" userId="f956631a5b09a72f" providerId="LiveId" clId="{C503E469-7D55-4921-A8C7-D2573436FAFF}" dt="2023-11-27T11:45:17.326" v="2206" actId="207"/>
          <ac:spMkLst>
            <pc:docMk/>
            <pc:sldMk cId="632895808" sldId="529"/>
            <ac:spMk id="2" creationId="{3334B65E-CF8A-DE56-9069-47C88EA86FB2}"/>
          </ac:spMkLst>
        </pc:spChg>
        <pc:spChg chg="add mod topLvl">
          <ac:chgData name="Abolfazl Kazemi" userId="f956631a5b09a72f" providerId="LiveId" clId="{C503E469-7D55-4921-A8C7-D2573436FAFF}" dt="2023-11-22T14:43:00.392" v="19" actId="164"/>
          <ac:spMkLst>
            <pc:docMk/>
            <pc:sldMk cId="632895808" sldId="529"/>
            <ac:spMk id="7" creationId="{8CA33A1D-72D5-1E40-7377-290D48D98ABF}"/>
          </ac:spMkLst>
        </pc:spChg>
        <pc:spChg chg="add mod topLvl">
          <ac:chgData name="Abolfazl Kazemi" userId="f956631a5b09a72f" providerId="LiveId" clId="{C503E469-7D55-4921-A8C7-D2573436FAFF}" dt="2023-11-22T14:43:00.392" v="19" actId="164"/>
          <ac:spMkLst>
            <pc:docMk/>
            <pc:sldMk cId="632895808" sldId="529"/>
            <ac:spMk id="8" creationId="{73E7D200-93B3-906D-7EAF-0E40CB562C04}"/>
          </ac:spMkLst>
        </pc:spChg>
        <pc:grpChg chg="add del mod">
          <ac:chgData name="Abolfazl Kazemi" userId="f956631a5b09a72f" providerId="LiveId" clId="{C503E469-7D55-4921-A8C7-D2573436FAFF}" dt="2023-11-22T14:42:19.006" v="14" actId="165"/>
          <ac:grpSpMkLst>
            <pc:docMk/>
            <pc:sldMk cId="632895808" sldId="529"/>
            <ac:grpSpMk id="9" creationId="{5D3F2596-5746-0D7C-B067-533FF55C7395}"/>
          </ac:grpSpMkLst>
        </pc:grpChg>
        <pc:grpChg chg="add mod">
          <ac:chgData name="Abolfazl Kazemi" userId="f956631a5b09a72f" providerId="LiveId" clId="{C503E469-7D55-4921-A8C7-D2573436FAFF}" dt="2023-11-27T08:47:32.722" v="2080" actId="1076"/>
          <ac:grpSpMkLst>
            <pc:docMk/>
            <pc:sldMk cId="632895808" sldId="529"/>
            <ac:grpSpMk id="10" creationId="{799D4173-6987-2179-7026-B37D9148F6F6}"/>
          </ac:grpSpMkLst>
        </pc:grpChg>
        <pc:picChg chg="mod topLvl modCrop">
          <ac:chgData name="Abolfazl Kazemi" userId="f956631a5b09a72f" providerId="LiveId" clId="{C503E469-7D55-4921-A8C7-D2573436FAFF}" dt="2023-11-22T14:43:00.392" v="19" actId="164"/>
          <ac:picMkLst>
            <pc:docMk/>
            <pc:sldMk cId="632895808" sldId="529"/>
            <ac:picMk id="6" creationId="{7219F71D-0905-F8FE-E84B-5B9E1B6EAE0E}"/>
          </ac:picMkLst>
        </pc:picChg>
      </pc:sldChg>
      <pc:sldChg chg="addSp modSp mod modAnim">
        <pc:chgData name="Abolfazl Kazemi" userId="f956631a5b09a72f" providerId="LiveId" clId="{C503E469-7D55-4921-A8C7-D2573436FAFF}" dt="2023-11-27T09:08:46.522" v="2086"/>
        <pc:sldMkLst>
          <pc:docMk/>
          <pc:sldMk cId="486298840" sldId="530"/>
        </pc:sldMkLst>
        <pc:spChg chg="mod">
          <ac:chgData name="Abolfazl Kazemi" userId="f956631a5b09a72f" providerId="LiveId" clId="{C503E469-7D55-4921-A8C7-D2573436FAFF}" dt="2023-11-22T14:56:17.951" v="133" actId="1076"/>
          <ac:spMkLst>
            <pc:docMk/>
            <pc:sldMk cId="486298840" sldId="530"/>
            <ac:spMk id="2" creationId="{3334B65E-CF8A-DE56-9069-47C88EA86FB2}"/>
          </ac:spMkLst>
        </pc:spChg>
        <pc:spChg chg="mod">
          <ac:chgData name="Abolfazl Kazemi" userId="f956631a5b09a72f" providerId="LiveId" clId="{C503E469-7D55-4921-A8C7-D2573436FAFF}" dt="2023-11-22T15:00:40.923" v="137" actId="33524"/>
          <ac:spMkLst>
            <pc:docMk/>
            <pc:sldMk cId="486298840" sldId="530"/>
            <ac:spMk id="3" creationId="{01D64C34-E62C-26F0-A3D7-3CCC7419726D}"/>
          </ac:spMkLst>
        </pc:spChg>
        <pc:picChg chg="add mod">
          <ac:chgData name="Abolfazl Kazemi" userId="f956631a5b09a72f" providerId="LiveId" clId="{C503E469-7D55-4921-A8C7-D2573436FAFF}" dt="2023-11-22T14:56:10.203" v="132" actId="1076"/>
          <ac:picMkLst>
            <pc:docMk/>
            <pc:sldMk cId="486298840" sldId="530"/>
            <ac:picMk id="6" creationId="{7ACF400C-BBDA-C957-1754-54DBE2427749}"/>
          </ac:picMkLst>
        </pc:picChg>
      </pc:sldChg>
      <pc:sldChg chg="addSp modSp mod">
        <pc:chgData name="Abolfazl Kazemi" userId="f956631a5b09a72f" providerId="LiveId" clId="{C503E469-7D55-4921-A8C7-D2573436FAFF}" dt="2023-11-22T15:08:03.162" v="216" actId="1076"/>
        <pc:sldMkLst>
          <pc:docMk/>
          <pc:sldMk cId="2350731424" sldId="531"/>
        </pc:sldMkLst>
        <pc:spChg chg="mod">
          <ac:chgData name="Abolfazl Kazemi" userId="f956631a5b09a72f" providerId="LiveId" clId="{C503E469-7D55-4921-A8C7-D2573436FAFF}" dt="2023-11-22T15:08:00.154" v="215" actId="1076"/>
          <ac:spMkLst>
            <pc:docMk/>
            <pc:sldMk cId="2350731424" sldId="531"/>
            <ac:spMk id="2" creationId="{3334B65E-CF8A-DE56-9069-47C88EA86FB2}"/>
          </ac:spMkLst>
        </pc:spChg>
        <pc:spChg chg="mod">
          <ac:chgData name="Abolfazl Kazemi" userId="f956631a5b09a72f" providerId="LiveId" clId="{C503E469-7D55-4921-A8C7-D2573436FAFF}" dt="2023-11-22T15:07:57.353" v="214" actId="1076"/>
          <ac:spMkLst>
            <pc:docMk/>
            <pc:sldMk cId="2350731424" sldId="531"/>
            <ac:spMk id="3" creationId="{01D64C34-E62C-26F0-A3D7-3CCC7419726D}"/>
          </ac:spMkLst>
        </pc:spChg>
        <pc:picChg chg="add mod">
          <ac:chgData name="Abolfazl Kazemi" userId="f956631a5b09a72f" providerId="LiveId" clId="{C503E469-7D55-4921-A8C7-D2573436FAFF}" dt="2023-11-22T15:08:03.162" v="216" actId="1076"/>
          <ac:picMkLst>
            <pc:docMk/>
            <pc:sldMk cId="2350731424" sldId="531"/>
            <ac:picMk id="6" creationId="{41C34AF2-D9AA-8768-AC8C-2975E9D8AEC1}"/>
          </ac:picMkLst>
        </pc:picChg>
      </pc:sldChg>
      <pc:sldChg chg="addSp delSp modSp mod">
        <pc:chgData name="Abolfazl Kazemi" userId="f956631a5b09a72f" providerId="LiveId" clId="{C503E469-7D55-4921-A8C7-D2573436FAFF}" dt="2023-11-22T14:49:40.263" v="96" actId="1076"/>
        <pc:sldMkLst>
          <pc:docMk/>
          <pc:sldMk cId="536874291" sldId="532"/>
        </pc:sldMkLst>
        <pc:spChg chg="mod">
          <ac:chgData name="Abolfazl Kazemi" userId="f956631a5b09a72f" providerId="LiveId" clId="{C503E469-7D55-4921-A8C7-D2573436FAFF}" dt="2023-11-22T14:49:40.263" v="96" actId="1076"/>
          <ac:spMkLst>
            <pc:docMk/>
            <pc:sldMk cId="536874291" sldId="532"/>
            <ac:spMk id="2" creationId="{3334B65E-CF8A-DE56-9069-47C88EA86FB2}"/>
          </ac:spMkLst>
        </pc:spChg>
        <pc:spChg chg="del">
          <ac:chgData name="Abolfazl Kazemi" userId="f956631a5b09a72f" providerId="LiveId" clId="{C503E469-7D55-4921-A8C7-D2573436FAFF}" dt="2023-11-22T14:48:55.015" v="87" actId="478"/>
          <ac:spMkLst>
            <pc:docMk/>
            <pc:sldMk cId="536874291" sldId="532"/>
            <ac:spMk id="3" creationId="{01D64C34-E62C-26F0-A3D7-3CCC7419726D}"/>
          </ac:spMkLst>
        </pc:spChg>
        <pc:picChg chg="add mod">
          <ac:chgData name="Abolfazl Kazemi" userId="f956631a5b09a72f" providerId="LiveId" clId="{C503E469-7D55-4921-A8C7-D2573436FAFF}" dt="2023-11-22T14:49:35.396" v="94" actId="1076"/>
          <ac:picMkLst>
            <pc:docMk/>
            <pc:sldMk cId="536874291" sldId="532"/>
            <ac:picMk id="6" creationId="{7C1783B6-E951-8E6D-989C-698F227BCF35}"/>
          </ac:picMkLst>
        </pc:picChg>
      </pc:sldChg>
      <pc:sldChg chg="addSp delSp modSp add mod">
        <pc:chgData name="Abolfazl Kazemi" userId="f956631a5b09a72f" providerId="LiveId" clId="{C503E469-7D55-4921-A8C7-D2573436FAFF}" dt="2023-11-22T16:01:49.276" v="368" actId="1076"/>
        <pc:sldMkLst>
          <pc:docMk/>
          <pc:sldMk cId="1479988526" sldId="533"/>
        </pc:sldMkLst>
        <pc:spChg chg="mod">
          <ac:chgData name="Abolfazl Kazemi" userId="f956631a5b09a72f" providerId="LiveId" clId="{C503E469-7D55-4921-A8C7-D2573436FAFF}" dt="2023-11-22T16:01:49.276" v="368" actId="1076"/>
          <ac:spMkLst>
            <pc:docMk/>
            <pc:sldMk cId="1479988526" sldId="533"/>
            <ac:spMk id="2" creationId="{3334B65E-CF8A-DE56-9069-47C88EA86FB2}"/>
          </ac:spMkLst>
        </pc:spChg>
        <pc:spChg chg="add del mod">
          <ac:chgData name="Abolfazl Kazemi" userId="f956631a5b09a72f" providerId="LiveId" clId="{C503E469-7D55-4921-A8C7-D2573436FAFF}" dt="2023-11-22T16:01:27.794" v="367" actId="207"/>
          <ac:spMkLst>
            <pc:docMk/>
            <pc:sldMk cId="1479988526" sldId="533"/>
            <ac:spMk id="3" creationId="{01D64C34-E62C-26F0-A3D7-3CCC7419726D}"/>
          </ac:spMkLst>
        </pc:spChg>
        <pc:spChg chg="add del mod">
          <ac:chgData name="Abolfazl Kazemi" userId="f956631a5b09a72f" providerId="LiveId" clId="{C503E469-7D55-4921-A8C7-D2573436FAFF}" dt="2023-11-22T15:52:41.879" v="256"/>
          <ac:spMkLst>
            <pc:docMk/>
            <pc:sldMk cId="1479988526" sldId="533"/>
            <ac:spMk id="5" creationId="{A3D4B93D-9E26-3E5A-E550-3A596F00C87D}"/>
          </ac:spMkLst>
        </pc:spChg>
        <pc:spChg chg="add del">
          <ac:chgData name="Abolfazl Kazemi" userId="f956631a5b09a72f" providerId="LiveId" clId="{C503E469-7D55-4921-A8C7-D2573436FAFF}" dt="2023-11-22T15:55:37.360" v="313"/>
          <ac:spMkLst>
            <pc:docMk/>
            <pc:sldMk cId="1479988526" sldId="533"/>
            <ac:spMk id="6" creationId="{342C9D86-3485-F118-CFCD-D730BA7C7ECE}"/>
          </ac:spMkLst>
        </pc:spChg>
        <pc:spChg chg="add del">
          <ac:chgData name="Abolfazl Kazemi" userId="f956631a5b09a72f" providerId="LiveId" clId="{C503E469-7D55-4921-A8C7-D2573436FAFF}" dt="2023-11-22T16:00:19.022" v="352"/>
          <ac:spMkLst>
            <pc:docMk/>
            <pc:sldMk cId="1479988526" sldId="533"/>
            <ac:spMk id="7" creationId="{6462DF9D-D64F-9E5F-6396-ECE37E0D5B9D}"/>
          </ac:spMkLst>
        </pc:spChg>
      </pc:sldChg>
      <pc:sldChg chg="addSp delSp modSp add mod">
        <pc:chgData name="Abolfazl Kazemi" userId="f956631a5b09a72f" providerId="LiveId" clId="{C503E469-7D55-4921-A8C7-D2573436FAFF}" dt="2023-11-23T14:35:18.440" v="602" actId="3626"/>
        <pc:sldMkLst>
          <pc:docMk/>
          <pc:sldMk cId="3362195094" sldId="534"/>
        </pc:sldMkLst>
        <pc:spChg chg="mod">
          <ac:chgData name="Abolfazl Kazemi" userId="f956631a5b09a72f" providerId="LiveId" clId="{C503E469-7D55-4921-A8C7-D2573436FAFF}" dt="2023-11-23T14:32:17.087" v="561" actId="1076"/>
          <ac:spMkLst>
            <pc:docMk/>
            <pc:sldMk cId="3362195094" sldId="534"/>
            <ac:spMk id="2" creationId="{3334B65E-CF8A-DE56-9069-47C88EA86FB2}"/>
          </ac:spMkLst>
        </pc:spChg>
        <pc:spChg chg="add del mod">
          <ac:chgData name="Abolfazl Kazemi" userId="f956631a5b09a72f" providerId="LiveId" clId="{C503E469-7D55-4921-A8C7-D2573436FAFF}" dt="2023-11-23T14:32:19.959" v="562" actId="1076"/>
          <ac:spMkLst>
            <pc:docMk/>
            <pc:sldMk cId="3362195094" sldId="534"/>
            <ac:spMk id="3" creationId="{01D64C34-E62C-26F0-A3D7-3CCC7419726D}"/>
          </ac:spMkLst>
        </pc:spChg>
        <pc:spChg chg="add mod">
          <ac:chgData name="Abolfazl Kazemi" userId="f956631a5b09a72f" providerId="LiveId" clId="{C503E469-7D55-4921-A8C7-D2573436FAFF}" dt="2023-11-23T14:35:18.440" v="602" actId="3626"/>
          <ac:spMkLst>
            <pc:docMk/>
            <pc:sldMk cId="3362195094" sldId="534"/>
            <ac:spMk id="5" creationId="{D7B346CB-F347-3567-1B20-FA3CAA707930}"/>
          </ac:spMkLst>
        </pc:spChg>
        <pc:picChg chg="add del mod">
          <ac:chgData name="Abolfazl Kazemi" userId="f956631a5b09a72f" providerId="LiveId" clId="{C503E469-7D55-4921-A8C7-D2573436FAFF}" dt="2023-11-23T14:29:20.898" v="541" actId="931"/>
          <ac:picMkLst>
            <pc:docMk/>
            <pc:sldMk cId="3362195094" sldId="534"/>
            <ac:picMk id="6" creationId="{36468F26-DC74-8E2F-99E8-5C59E5049180}"/>
          </ac:picMkLst>
        </pc:picChg>
        <pc:picChg chg="add mod">
          <ac:chgData name="Abolfazl Kazemi" userId="f956631a5b09a72f" providerId="LiveId" clId="{C503E469-7D55-4921-A8C7-D2573436FAFF}" dt="2023-11-23T14:32:22.799" v="563" actId="1076"/>
          <ac:picMkLst>
            <pc:docMk/>
            <pc:sldMk cId="3362195094" sldId="534"/>
            <ac:picMk id="8" creationId="{C7909ED3-2E0A-CBAC-6BA3-09ECB6AB926B}"/>
          </ac:picMkLst>
        </pc:picChg>
      </pc:sldChg>
      <pc:sldChg chg="addSp delSp modSp add mod">
        <pc:chgData name="Abolfazl Kazemi" userId="f956631a5b09a72f" providerId="LiveId" clId="{C503E469-7D55-4921-A8C7-D2573436FAFF}" dt="2023-11-22T16:37:25.222" v="450" actId="1076"/>
        <pc:sldMkLst>
          <pc:docMk/>
          <pc:sldMk cId="1732369456" sldId="535"/>
        </pc:sldMkLst>
        <pc:spChg chg="mod">
          <ac:chgData name="Abolfazl Kazemi" userId="f956631a5b09a72f" providerId="LiveId" clId="{C503E469-7D55-4921-A8C7-D2573436FAFF}" dt="2023-11-22T16:37:21.450" v="449" actId="1076"/>
          <ac:spMkLst>
            <pc:docMk/>
            <pc:sldMk cId="1732369456" sldId="535"/>
            <ac:spMk id="2" creationId="{3334B65E-CF8A-DE56-9069-47C88EA86FB2}"/>
          </ac:spMkLst>
        </pc:spChg>
        <pc:spChg chg="del">
          <ac:chgData name="Abolfazl Kazemi" userId="f956631a5b09a72f" providerId="LiveId" clId="{C503E469-7D55-4921-A8C7-D2573436FAFF}" dt="2023-11-22T16:36:45.218" v="441" actId="478"/>
          <ac:spMkLst>
            <pc:docMk/>
            <pc:sldMk cId="1732369456" sldId="535"/>
            <ac:spMk id="3" creationId="{01D64C34-E62C-26F0-A3D7-3CCC7419726D}"/>
          </ac:spMkLst>
        </pc:spChg>
        <pc:picChg chg="add mod">
          <ac:chgData name="Abolfazl Kazemi" userId="f956631a5b09a72f" providerId="LiveId" clId="{C503E469-7D55-4921-A8C7-D2573436FAFF}" dt="2023-11-22T16:37:25.222" v="450" actId="1076"/>
          <ac:picMkLst>
            <pc:docMk/>
            <pc:sldMk cId="1732369456" sldId="535"/>
            <ac:picMk id="6" creationId="{893A5664-CEC2-0375-602E-87DBADAA035E}"/>
          </ac:picMkLst>
        </pc:picChg>
      </pc:sldChg>
      <pc:sldChg chg="addSp delSp modSp add mod">
        <pc:chgData name="Abolfazl Kazemi" userId="f956631a5b09a72f" providerId="LiveId" clId="{C503E469-7D55-4921-A8C7-D2573436FAFF}" dt="2023-11-22T16:09:45.606" v="409" actId="14100"/>
        <pc:sldMkLst>
          <pc:docMk/>
          <pc:sldMk cId="2641290969" sldId="536"/>
        </pc:sldMkLst>
        <pc:spChg chg="add del mod">
          <ac:chgData name="Abolfazl Kazemi" userId="f956631a5b09a72f" providerId="LiveId" clId="{C503E469-7D55-4921-A8C7-D2573436FAFF}" dt="2023-11-22T16:09:45.606" v="409" actId="14100"/>
          <ac:spMkLst>
            <pc:docMk/>
            <pc:sldMk cId="2641290969" sldId="536"/>
            <ac:spMk id="3" creationId="{01D64C34-E62C-26F0-A3D7-3CCC7419726D}"/>
          </ac:spMkLst>
        </pc:spChg>
        <pc:spChg chg="add del mod">
          <ac:chgData name="Abolfazl Kazemi" userId="f956631a5b09a72f" providerId="LiveId" clId="{C503E469-7D55-4921-A8C7-D2573436FAFF}" dt="2023-11-22T16:02:07.597" v="371"/>
          <ac:spMkLst>
            <pc:docMk/>
            <pc:sldMk cId="2641290969" sldId="536"/>
            <ac:spMk id="5" creationId="{37062510-61BA-74CC-8E41-7EC5D416D283}"/>
          </ac:spMkLst>
        </pc:spChg>
        <pc:spChg chg="add del">
          <ac:chgData name="Abolfazl Kazemi" userId="f956631a5b09a72f" providerId="LiveId" clId="{C503E469-7D55-4921-A8C7-D2573436FAFF}" dt="2023-11-22T16:06:16.026" v="381"/>
          <ac:spMkLst>
            <pc:docMk/>
            <pc:sldMk cId="2641290969" sldId="536"/>
            <ac:spMk id="6" creationId="{68619C8C-2870-4FF7-27DD-70047032E2DE}"/>
          </ac:spMkLst>
        </pc:spChg>
      </pc:sldChg>
      <pc:sldChg chg="add del">
        <pc:chgData name="Abolfazl Kazemi" userId="f956631a5b09a72f" providerId="LiveId" clId="{C503E469-7D55-4921-A8C7-D2573436FAFF}" dt="2023-11-22T15:52:11.535" v="252" actId="47"/>
        <pc:sldMkLst>
          <pc:docMk/>
          <pc:sldMk cId="3662482174" sldId="536"/>
        </pc:sldMkLst>
      </pc:sldChg>
      <pc:sldChg chg="modSp add del mod">
        <pc:chgData name="Abolfazl Kazemi" userId="f956631a5b09a72f" providerId="LiveId" clId="{C503E469-7D55-4921-A8C7-D2573436FAFF}" dt="2023-11-24T14:55:55.759" v="1452" actId="47"/>
        <pc:sldMkLst>
          <pc:docMk/>
          <pc:sldMk cId="3453185611" sldId="537"/>
        </pc:sldMkLst>
        <pc:spChg chg="mod">
          <ac:chgData name="Abolfazl Kazemi" userId="f956631a5b09a72f" providerId="LiveId" clId="{C503E469-7D55-4921-A8C7-D2573436FAFF}" dt="2023-11-23T08:35:36.885" v="494" actId="20577"/>
          <ac:spMkLst>
            <pc:docMk/>
            <pc:sldMk cId="3453185611" sldId="537"/>
            <ac:spMk id="3" creationId="{01D64C34-E62C-26F0-A3D7-3CCC7419726D}"/>
          </ac:spMkLst>
        </pc:spChg>
      </pc:sldChg>
      <pc:sldChg chg="addSp delSp modSp add mod">
        <pc:chgData name="Abolfazl Kazemi" userId="f956631a5b09a72f" providerId="LiveId" clId="{C503E469-7D55-4921-A8C7-D2573436FAFF}" dt="2023-11-24T15:29:17.010" v="1546" actId="3626"/>
        <pc:sldMkLst>
          <pc:docMk/>
          <pc:sldMk cId="610459726" sldId="538"/>
        </pc:sldMkLst>
        <pc:spChg chg="mod">
          <ac:chgData name="Abolfazl Kazemi" userId="f956631a5b09a72f" providerId="LiveId" clId="{C503E469-7D55-4921-A8C7-D2573436FAFF}" dt="2023-11-24T15:04:20.920" v="1520" actId="1076"/>
          <ac:spMkLst>
            <pc:docMk/>
            <pc:sldMk cId="610459726" sldId="538"/>
            <ac:spMk id="2" creationId="{3334B65E-CF8A-DE56-9069-47C88EA86FB2}"/>
          </ac:spMkLst>
        </pc:spChg>
        <pc:spChg chg="mod">
          <ac:chgData name="Abolfazl Kazemi" userId="f956631a5b09a72f" providerId="LiveId" clId="{C503E469-7D55-4921-A8C7-D2573436FAFF}" dt="2023-11-24T15:04:39.261" v="1522" actId="12"/>
          <ac:spMkLst>
            <pc:docMk/>
            <pc:sldMk cId="610459726" sldId="538"/>
            <ac:spMk id="3" creationId="{01D64C34-E62C-26F0-A3D7-3CCC7419726D}"/>
          </ac:spMkLst>
        </pc:spChg>
        <pc:spChg chg="add mod">
          <ac:chgData name="Abolfazl Kazemi" userId="f956631a5b09a72f" providerId="LiveId" clId="{C503E469-7D55-4921-A8C7-D2573436FAFF}" dt="2023-11-24T15:29:17.010" v="1546" actId="3626"/>
          <ac:spMkLst>
            <pc:docMk/>
            <pc:sldMk cId="610459726" sldId="538"/>
            <ac:spMk id="13" creationId="{FF4826A3-81A3-780E-A156-BBF4A62F0403}"/>
          </ac:spMkLst>
        </pc:spChg>
        <pc:picChg chg="add del mod">
          <ac:chgData name="Abolfazl Kazemi" userId="f956631a5b09a72f" providerId="LiveId" clId="{C503E469-7D55-4921-A8C7-D2573436FAFF}" dt="2023-11-24T15:01:34.905" v="1488" actId="478"/>
          <ac:picMkLst>
            <pc:docMk/>
            <pc:sldMk cId="610459726" sldId="538"/>
            <ac:picMk id="6" creationId="{A86D1D79-63C2-ABEA-E14A-1E6E3EBE057D}"/>
          </ac:picMkLst>
        </pc:picChg>
        <pc:picChg chg="add mod">
          <ac:chgData name="Abolfazl Kazemi" userId="f956631a5b09a72f" providerId="LiveId" clId="{C503E469-7D55-4921-A8C7-D2573436FAFF}" dt="2023-11-24T15:03:26.836" v="1511" actId="1076"/>
          <ac:picMkLst>
            <pc:docMk/>
            <pc:sldMk cId="610459726" sldId="538"/>
            <ac:picMk id="8" creationId="{182D0D36-78DF-E3A4-888A-B0EECDD9EFB3}"/>
          </ac:picMkLst>
        </pc:picChg>
        <pc:picChg chg="add del mod">
          <ac:chgData name="Abolfazl Kazemi" userId="f956631a5b09a72f" providerId="LiveId" clId="{C503E469-7D55-4921-A8C7-D2573436FAFF}" dt="2023-11-24T15:02:47.009" v="1500" actId="478"/>
          <ac:picMkLst>
            <pc:docMk/>
            <pc:sldMk cId="610459726" sldId="538"/>
            <ac:picMk id="10" creationId="{206215C5-EC4B-7C42-9A19-C5C2C6F8B29F}"/>
          </ac:picMkLst>
        </pc:picChg>
        <pc:picChg chg="add mod">
          <ac:chgData name="Abolfazl Kazemi" userId="f956631a5b09a72f" providerId="LiveId" clId="{C503E469-7D55-4921-A8C7-D2573436FAFF}" dt="2023-11-24T15:04:07.058" v="1518" actId="1076"/>
          <ac:picMkLst>
            <pc:docMk/>
            <pc:sldMk cId="610459726" sldId="538"/>
            <ac:picMk id="12" creationId="{0B81C24C-059C-7154-A67D-C87050C74DBD}"/>
          </ac:picMkLst>
        </pc:picChg>
      </pc:sldChg>
      <pc:sldChg chg="addSp modSp add mod">
        <pc:chgData name="Abolfazl Kazemi" userId="f956631a5b09a72f" providerId="LiveId" clId="{C503E469-7D55-4921-A8C7-D2573436FAFF}" dt="2023-11-23T14:35:42.800" v="604" actId="1076"/>
        <pc:sldMkLst>
          <pc:docMk/>
          <pc:sldMk cId="894412677" sldId="539"/>
        </pc:sldMkLst>
        <pc:spChg chg="mod">
          <ac:chgData name="Abolfazl Kazemi" userId="f956631a5b09a72f" providerId="LiveId" clId="{C503E469-7D55-4921-A8C7-D2573436FAFF}" dt="2023-11-23T14:35:40.951" v="603" actId="1076"/>
          <ac:spMkLst>
            <pc:docMk/>
            <pc:sldMk cId="894412677" sldId="539"/>
            <ac:spMk id="2" creationId="{3334B65E-CF8A-DE56-9069-47C88EA86FB2}"/>
          </ac:spMkLst>
        </pc:spChg>
        <pc:spChg chg="mod">
          <ac:chgData name="Abolfazl Kazemi" userId="f956631a5b09a72f" providerId="LiveId" clId="{C503E469-7D55-4921-A8C7-D2573436FAFF}" dt="2023-11-23T14:35:42.800" v="604" actId="1076"/>
          <ac:spMkLst>
            <pc:docMk/>
            <pc:sldMk cId="894412677" sldId="539"/>
            <ac:spMk id="3" creationId="{01D64C34-E62C-26F0-A3D7-3CCC7419726D}"/>
          </ac:spMkLst>
        </pc:spChg>
        <pc:picChg chg="add mod modCrop">
          <ac:chgData name="Abolfazl Kazemi" userId="f956631a5b09a72f" providerId="LiveId" clId="{C503E469-7D55-4921-A8C7-D2573436FAFF}" dt="2023-11-23T14:34:24.886" v="593" actId="14100"/>
          <ac:picMkLst>
            <pc:docMk/>
            <pc:sldMk cId="894412677" sldId="539"/>
            <ac:picMk id="6" creationId="{38A176C1-47B0-FF72-ACF9-F1023289E646}"/>
          </ac:picMkLst>
        </pc:picChg>
      </pc:sldChg>
      <pc:sldChg chg="addSp delSp modSp add mod">
        <pc:chgData name="Abolfazl Kazemi" userId="f956631a5b09a72f" providerId="LiveId" clId="{C503E469-7D55-4921-A8C7-D2573436FAFF}" dt="2023-11-23T15:33:57.424" v="884" actId="20577"/>
        <pc:sldMkLst>
          <pc:docMk/>
          <pc:sldMk cId="2281475734" sldId="540"/>
        </pc:sldMkLst>
        <pc:spChg chg="mod">
          <ac:chgData name="Abolfazl Kazemi" userId="f956631a5b09a72f" providerId="LiveId" clId="{C503E469-7D55-4921-A8C7-D2573436FAFF}" dt="2023-11-23T15:33:57.424" v="884" actId="20577"/>
          <ac:spMkLst>
            <pc:docMk/>
            <pc:sldMk cId="2281475734" sldId="540"/>
            <ac:spMk id="2" creationId="{3334B65E-CF8A-DE56-9069-47C88EA86FB2}"/>
          </ac:spMkLst>
        </pc:spChg>
        <pc:spChg chg="mod">
          <ac:chgData name="Abolfazl Kazemi" userId="f956631a5b09a72f" providerId="LiveId" clId="{C503E469-7D55-4921-A8C7-D2573436FAFF}" dt="2023-11-23T15:32:26.948" v="876"/>
          <ac:spMkLst>
            <pc:docMk/>
            <pc:sldMk cId="2281475734" sldId="540"/>
            <ac:spMk id="3" creationId="{01D64C34-E62C-26F0-A3D7-3CCC7419726D}"/>
          </ac:spMkLst>
        </pc:spChg>
        <pc:spChg chg="add del">
          <ac:chgData name="Abolfazl Kazemi" userId="f956631a5b09a72f" providerId="LiveId" clId="{C503E469-7D55-4921-A8C7-D2573436FAFF}" dt="2023-11-23T15:26:54.616" v="741"/>
          <ac:spMkLst>
            <pc:docMk/>
            <pc:sldMk cId="2281475734" sldId="540"/>
            <ac:spMk id="5" creationId="{8553C45F-4421-CCBD-D304-1E12947C62DC}"/>
          </ac:spMkLst>
        </pc:spChg>
        <pc:spChg chg="add mod">
          <ac:chgData name="Abolfazl Kazemi" userId="f956631a5b09a72f" providerId="LiveId" clId="{C503E469-7D55-4921-A8C7-D2573436FAFF}" dt="2023-11-23T15:33:36.515" v="883" actId="3626"/>
          <ac:spMkLst>
            <pc:docMk/>
            <pc:sldMk cId="2281475734" sldId="540"/>
            <ac:spMk id="7" creationId="{73F281CB-4C0E-D9A5-05CC-9323CAEFBF36}"/>
          </ac:spMkLst>
        </pc:spChg>
        <pc:picChg chg="add mod">
          <ac:chgData name="Abolfazl Kazemi" userId="f956631a5b09a72f" providerId="LiveId" clId="{C503E469-7D55-4921-A8C7-D2573436FAFF}" dt="2023-11-23T15:33:25.991" v="880" actId="1076"/>
          <ac:picMkLst>
            <pc:docMk/>
            <pc:sldMk cId="2281475734" sldId="540"/>
            <ac:picMk id="6" creationId="{F9279508-0908-EF31-72E8-C592C83C9BBB}"/>
          </ac:picMkLst>
        </pc:picChg>
      </pc:sldChg>
      <pc:sldChg chg="addSp delSp modSp add mod ord">
        <pc:chgData name="Abolfazl Kazemi" userId="f956631a5b09a72f" providerId="LiveId" clId="{C503E469-7D55-4921-A8C7-D2573436FAFF}" dt="2023-11-23T15:26:04.545" v="737" actId="1076"/>
        <pc:sldMkLst>
          <pc:docMk/>
          <pc:sldMk cId="3462832173" sldId="541"/>
        </pc:sldMkLst>
        <pc:spChg chg="mod">
          <ac:chgData name="Abolfazl Kazemi" userId="f956631a5b09a72f" providerId="LiveId" clId="{C503E469-7D55-4921-A8C7-D2573436FAFF}" dt="2023-11-23T15:24:38.208" v="731" actId="1076"/>
          <ac:spMkLst>
            <pc:docMk/>
            <pc:sldMk cId="3462832173" sldId="541"/>
            <ac:spMk id="2" creationId="{3334B65E-CF8A-DE56-9069-47C88EA86FB2}"/>
          </ac:spMkLst>
        </pc:spChg>
        <pc:spChg chg="add del mod">
          <ac:chgData name="Abolfazl Kazemi" userId="f956631a5b09a72f" providerId="LiveId" clId="{C503E469-7D55-4921-A8C7-D2573436FAFF}" dt="2023-11-23T15:24:34.943" v="730" actId="1076"/>
          <ac:spMkLst>
            <pc:docMk/>
            <pc:sldMk cId="3462832173" sldId="541"/>
            <ac:spMk id="3" creationId="{01D64C34-E62C-26F0-A3D7-3CCC7419726D}"/>
          </ac:spMkLst>
        </pc:spChg>
        <pc:spChg chg="add del mod">
          <ac:chgData name="Abolfazl Kazemi" userId="f956631a5b09a72f" providerId="LiveId" clId="{C503E469-7D55-4921-A8C7-D2573436FAFF}" dt="2023-11-23T15:16:43.557" v="658"/>
          <ac:spMkLst>
            <pc:docMk/>
            <pc:sldMk cId="3462832173" sldId="541"/>
            <ac:spMk id="5" creationId="{AF1BD121-B0CC-4C2D-36B2-F3F9D8FC5C01}"/>
          </ac:spMkLst>
        </pc:spChg>
        <pc:spChg chg="add mod">
          <ac:chgData name="Abolfazl Kazemi" userId="f956631a5b09a72f" providerId="LiveId" clId="{C503E469-7D55-4921-A8C7-D2573436FAFF}" dt="2023-11-23T15:26:04.545" v="737" actId="1076"/>
          <ac:spMkLst>
            <pc:docMk/>
            <pc:sldMk cId="3462832173" sldId="541"/>
            <ac:spMk id="8" creationId="{36AFDCB5-3394-E0D4-536B-D76E7F6BF13F}"/>
          </ac:spMkLst>
        </pc:spChg>
        <pc:picChg chg="add mod">
          <ac:chgData name="Abolfazl Kazemi" userId="f956631a5b09a72f" providerId="LiveId" clId="{C503E469-7D55-4921-A8C7-D2573436FAFF}" dt="2023-11-23T15:24:58.384" v="733" actId="14100"/>
          <ac:picMkLst>
            <pc:docMk/>
            <pc:sldMk cId="3462832173" sldId="541"/>
            <ac:picMk id="7" creationId="{75107D04-B758-9849-C1D4-BFF575310DB6}"/>
          </ac:picMkLst>
        </pc:picChg>
      </pc:sldChg>
      <pc:sldChg chg="addSp delSp modSp add mod modTransition">
        <pc:chgData name="Abolfazl Kazemi" userId="f956631a5b09a72f" providerId="LiveId" clId="{C503E469-7D55-4921-A8C7-D2573436FAFF}" dt="2023-11-24T11:34:16.732" v="1449"/>
        <pc:sldMkLst>
          <pc:docMk/>
          <pc:sldMk cId="3061412002" sldId="542"/>
        </pc:sldMkLst>
        <pc:spChg chg="mod">
          <ac:chgData name="Abolfazl Kazemi" userId="f956631a5b09a72f" providerId="LiveId" clId="{C503E469-7D55-4921-A8C7-D2573436FAFF}" dt="2023-11-23T15:35:16.599" v="906" actId="1076"/>
          <ac:spMkLst>
            <pc:docMk/>
            <pc:sldMk cId="3061412002" sldId="542"/>
            <ac:spMk id="2" creationId="{3334B65E-CF8A-DE56-9069-47C88EA86FB2}"/>
          </ac:spMkLst>
        </pc:spChg>
        <pc:spChg chg="del">
          <ac:chgData name="Abolfazl Kazemi" userId="f956631a5b09a72f" providerId="LiveId" clId="{C503E469-7D55-4921-A8C7-D2573436FAFF}" dt="2023-11-23T15:34:23.895" v="898" actId="478"/>
          <ac:spMkLst>
            <pc:docMk/>
            <pc:sldMk cId="3061412002" sldId="542"/>
            <ac:spMk id="3" creationId="{01D64C34-E62C-26F0-A3D7-3CCC7419726D}"/>
          </ac:spMkLst>
        </pc:spChg>
        <pc:spChg chg="add mod">
          <ac:chgData name="Abolfazl Kazemi" userId="f956631a5b09a72f" providerId="LiveId" clId="{C503E469-7D55-4921-A8C7-D2573436FAFF}" dt="2023-11-23T15:35:36.668" v="911" actId="3626"/>
          <ac:spMkLst>
            <pc:docMk/>
            <pc:sldMk cId="3061412002" sldId="542"/>
            <ac:spMk id="7" creationId="{253DAC6F-FC90-2523-2A50-F629261CB392}"/>
          </ac:spMkLst>
        </pc:spChg>
        <pc:picChg chg="add mod">
          <ac:chgData name="Abolfazl Kazemi" userId="f956631a5b09a72f" providerId="LiveId" clId="{C503E469-7D55-4921-A8C7-D2573436FAFF}" dt="2023-11-23T15:35:28.721" v="909" actId="1076"/>
          <ac:picMkLst>
            <pc:docMk/>
            <pc:sldMk cId="3061412002" sldId="542"/>
            <ac:picMk id="6" creationId="{99BE0C0A-A3E1-218E-76E8-94380372C6F2}"/>
          </ac:picMkLst>
        </pc:picChg>
      </pc:sldChg>
      <pc:sldChg chg="addSp modSp add mod modAnim">
        <pc:chgData name="Abolfazl Kazemi" userId="f956631a5b09a72f" providerId="LiveId" clId="{C503E469-7D55-4921-A8C7-D2573436FAFF}" dt="2023-11-29T06:32:55.920" v="2413"/>
        <pc:sldMkLst>
          <pc:docMk/>
          <pc:sldMk cId="383695728" sldId="543"/>
        </pc:sldMkLst>
        <pc:spChg chg="mod">
          <ac:chgData name="Abolfazl Kazemi" userId="f956631a5b09a72f" providerId="LiveId" clId="{C503E469-7D55-4921-A8C7-D2573436FAFF}" dt="2023-11-23T15:52:46.256" v="954" actId="1076"/>
          <ac:spMkLst>
            <pc:docMk/>
            <pc:sldMk cId="383695728" sldId="543"/>
            <ac:spMk id="2" creationId="{3334B65E-CF8A-DE56-9069-47C88EA86FB2}"/>
          </ac:spMkLst>
        </pc:spChg>
        <pc:spChg chg="mod">
          <ac:chgData name="Abolfazl Kazemi" userId="f956631a5b09a72f" providerId="LiveId" clId="{C503E469-7D55-4921-A8C7-D2573436FAFF}" dt="2023-11-23T15:53:35.235" v="964" actId="20577"/>
          <ac:spMkLst>
            <pc:docMk/>
            <pc:sldMk cId="383695728" sldId="543"/>
            <ac:spMk id="3" creationId="{01D64C34-E62C-26F0-A3D7-3CCC7419726D}"/>
          </ac:spMkLst>
        </pc:spChg>
        <pc:spChg chg="add mod">
          <ac:chgData name="Abolfazl Kazemi" userId="f956631a5b09a72f" providerId="LiveId" clId="{C503E469-7D55-4921-A8C7-D2573436FAFF}" dt="2023-11-23T15:53:34.413" v="963" actId="3626"/>
          <ac:spMkLst>
            <pc:docMk/>
            <pc:sldMk cId="383695728" sldId="543"/>
            <ac:spMk id="7" creationId="{13107556-E507-347C-25B5-52FE633782BF}"/>
          </ac:spMkLst>
        </pc:spChg>
        <pc:picChg chg="add mod">
          <ac:chgData name="Abolfazl Kazemi" userId="f956631a5b09a72f" providerId="LiveId" clId="{C503E469-7D55-4921-A8C7-D2573436FAFF}" dt="2023-11-23T15:52:54.817" v="957" actId="1076"/>
          <ac:picMkLst>
            <pc:docMk/>
            <pc:sldMk cId="383695728" sldId="543"/>
            <ac:picMk id="6" creationId="{4D9919F5-FF68-989A-2582-3D1FA454E2EB}"/>
          </ac:picMkLst>
        </pc:picChg>
      </pc:sldChg>
      <pc:sldChg chg="addSp delSp modSp add mod modTransition">
        <pc:chgData name="Abolfazl Kazemi" userId="f956631a5b09a72f" providerId="LiveId" clId="{C503E469-7D55-4921-A8C7-D2573436FAFF}" dt="2023-11-24T08:29:24.094" v="1265"/>
        <pc:sldMkLst>
          <pc:docMk/>
          <pc:sldMk cId="4032772831" sldId="544"/>
        </pc:sldMkLst>
        <pc:spChg chg="del">
          <ac:chgData name="Abolfazl Kazemi" userId="f956631a5b09a72f" providerId="LiveId" clId="{C503E469-7D55-4921-A8C7-D2573436FAFF}" dt="2023-11-24T08:21:31.493" v="1204" actId="478"/>
          <ac:spMkLst>
            <pc:docMk/>
            <pc:sldMk cId="4032772831" sldId="544"/>
            <ac:spMk id="2" creationId="{3334B65E-CF8A-DE56-9069-47C88EA86FB2}"/>
          </ac:spMkLst>
        </pc:spChg>
        <pc:spChg chg="del">
          <ac:chgData name="Abolfazl Kazemi" userId="f956631a5b09a72f" providerId="LiveId" clId="{C503E469-7D55-4921-A8C7-D2573436FAFF}" dt="2023-11-24T08:21:32.567" v="1205" actId="478"/>
          <ac:spMkLst>
            <pc:docMk/>
            <pc:sldMk cId="4032772831" sldId="544"/>
            <ac:spMk id="3" creationId="{01D64C34-E62C-26F0-A3D7-3CCC7419726D}"/>
          </ac:spMkLst>
        </pc:spChg>
        <pc:spChg chg="add del mod">
          <ac:chgData name="Abolfazl Kazemi" userId="f956631a5b09a72f" providerId="LiveId" clId="{C503E469-7D55-4921-A8C7-D2573436FAFF}" dt="2023-11-24T08:25:42.823" v="1230" actId="478"/>
          <ac:spMkLst>
            <pc:docMk/>
            <pc:sldMk cId="4032772831" sldId="544"/>
            <ac:spMk id="7" creationId="{2E66421D-99AD-C46C-46D7-A1C49D538290}"/>
          </ac:spMkLst>
        </pc:spChg>
        <pc:spChg chg="add mod">
          <ac:chgData name="Abolfazl Kazemi" userId="f956631a5b09a72f" providerId="LiveId" clId="{C503E469-7D55-4921-A8C7-D2573436FAFF}" dt="2023-11-24T08:29:07.962" v="1263" actId="3626"/>
          <ac:spMkLst>
            <pc:docMk/>
            <pc:sldMk cId="4032772831" sldId="544"/>
            <ac:spMk id="8" creationId="{F7D8EC0E-948C-093C-AA3F-BF9A084ADDEF}"/>
          </ac:spMkLst>
        </pc:spChg>
        <pc:picChg chg="add mod">
          <ac:chgData name="Abolfazl Kazemi" userId="f956631a5b09a72f" providerId="LiveId" clId="{C503E469-7D55-4921-A8C7-D2573436FAFF}" dt="2023-11-24T08:22:14.281" v="1211" actId="1076"/>
          <ac:picMkLst>
            <pc:docMk/>
            <pc:sldMk cId="4032772831" sldId="544"/>
            <ac:picMk id="6" creationId="{140D93B0-3FE6-E6F8-4B29-BCAD840CBC30}"/>
          </ac:picMkLst>
        </pc:picChg>
      </pc:sldChg>
      <pc:sldChg chg="addSp modSp add mod modAnim">
        <pc:chgData name="Abolfazl Kazemi" userId="f956631a5b09a72f" providerId="LiveId" clId="{C503E469-7D55-4921-A8C7-D2573436FAFF}" dt="2023-11-29T06:34:39.258" v="2421" actId="20577"/>
        <pc:sldMkLst>
          <pc:docMk/>
          <pc:sldMk cId="1837853146" sldId="545"/>
        </pc:sldMkLst>
        <pc:spChg chg="mod">
          <ac:chgData name="Abolfazl Kazemi" userId="f956631a5b09a72f" providerId="LiveId" clId="{C503E469-7D55-4921-A8C7-D2573436FAFF}" dt="2023-11-24T08:41:52.010" v="1341" actId="1076"/>
          <ac:spMkLst>
            <pc:docMk/>
            <pc:sldMk cId="1837853146" sldId="545"/>
            <ac:spMk id="2" creationId="{3334B65E-CF8A-DE56-9069-47C88EA86FB2}"/>
          </ac:spMkLst>
        </pc:spChg>
        <pc:spChg chg="mod">
          <ac:chgData name="Abolfazl Kazemi" userId="f956631a5b09a72f" providerId="LiveId" clId="{C503E469-7D55-4921-A8C7-D2573436FAFF}" dt="2023-11-29T06:34:39.258" v="2421" actId="20577"/>
          <ac:spMkLst>
            <pc:docMk/>
            <pc:sldMk cId="1837853146" sldId="545"/>
            <ac:spMk id="3" creationId="{01D64C34-E62C-26F0-A3D7-3CCC7419726D}"/>
          </ac:spMkLst>
        </pc:spChg>
        <pc:picChg chg="add mod">
          <ac:chgData name="Abolfazl Kazemi" userId="f956631a5b09a72f" providerId="LiveId" clId="{C503E469-7D55-4921-A8C7-D2573436FAFF}" dt="2023-11-24T08:41:13.843" v="1337" actId="1076"/>
          <ac:picMkLst>
            <pc:docMk/>
            <pc:sldMk cId="1837853146" sldId="545"/>
            <ac:picMk id="6" creationId="{5FDDB954-D83D-A6F7-CC12-ABEF5745CB1D}"/>
          </ac:picMkLst>
        </pc:picChg>
      </pc:sldChg>
      <pc:sldChg chg="addSp modSp add mod">
        <pc:chgData name="Abolfazl Kazemi" userId="f956631a5b09a72f" providerId="LiveId" clId="{C503E469-7D55-4921-A8C7-D2573436FAFF}" dt="2023-11-24T08:09:40.750" v="1203" actId="3626"/>
        <pc:sldMkLst>
          <pc:docMk/>
          <pc:sldMk cId="3052609775" sldId="546"/>
        </pc:sldMkLst>
        <pc:spChg chg="mod">
          <ac:chgData name="Abolfazl Kazemi" userId="f956631a5b09a72f" providerId="LiveId" clId="{C503E469-7D55-4921-A8C7-D2573436FAFF}" dt="2023-11-24T07:59:39.291" v="1140" actId="1076"/>
          <ac:spMkLst>
            <pc:docMk/>
            <pc:sldMk cId="3052609775" sldId="546"/>
            <ac:spMk id="2" creationId="{3334B65E-CF8A-DE56-9069-47C88EA86FB2}"/>
          </ac:spMkLst>
        </pc:spChg>
        <pc:spChg chg="mod">
          <ac:chgData name="Abolfazl Kazemi" userId="f956631a5b09a72f" providerId="LiveId" clId="{C503E469-7D55-4921-A8C7-D2573436FAFF}" dt="2023-11-24T08:08:26.826" v="1200" actId="207"/>
          <ac:spMkLst>
            <pc:docMk/>
            <pc:sldMk cId="3052609775" sldId="546"/>
            <ac:spMk id="3" creationId="{01D64C34-E62C-26F0-A3D7-3CCC7419726D}"/>
          </ac:spMkLst>
        </pc:spChg>
        <pc:spChg chg="add mod">
          <ac:chgData name="Abolfazl Kazemi" userId="f956631a5b09a72f" providerId="LiveId" clId="{C503E469-7D55-4921-A8C7-D2573436FAFF}" dt="2023-11-24T08:09:40.750" v="1203" actId="3626"/>
          <ac:spMkLst>
            <pc:docMk/>
            <pc:sldMk cId="3052609775" sldId="546"/>
            <ac:spMk id="7" creationId="{22A216B6-51E9-1621-0572-E6D2BEB9B5E6}"/>
          </ac:spMkLst>
        </pc:spChg>
        <pc:picChg chg="add mod">
          <ac:chgData name="Abolfazl Kazemi" userId="f956631a5b09a72f" providerId="LiveId" clId="{C503E469-7D55-4921-A8C7-D2573436FAFF}" dt="2023-11-24T08:06:52.968" v="1188" actId="1076"/>
          <ac:picMkLst>
            <pc:docMk/>
            <pc:sldMk cId="3052609775" sldId="546"/>
            <ac:picMk id="6" creationId="{8623FDC8-2DA8-ABB3-8E02-E3B78A440C8A}"/>
          </ac:picMkLst>
        </pc:picChg>
      </pc:sldChg>
      <pc:sldChg chg="addSp delSp modSp add mod ord">
        <pc:chgData name="Abolfazl Kazemi" userId="f956631a5b09a72f" providerId="LiveId" clId="{C503E469-7D55-4921-A8C7-D2573436FAFF}" dt="2023-11-29T05:30:23.157" v="2222" actId="1076"/>
        <pc:sldMkLst>
          <pc:docMk/>
          <pc:sldMk cId="3418820167" sldId="547"/>
        </pc:sldMkLst>
        <pc:spChg chg="mod">
          <ac:chgData name="Abolfazl Kazemi" userId="f956631a5b09a72f" providerId="LiveId" clId="{C503E469-7D55-4921-A8C7-D2573436FAFF}" dt="2023-11-29T05:29:51.607" v="2215" actId="1076"/>
          <ac:spMkLst>
            <pc:docMk/>
            <pc:sldMk cId="3418820167" sldId="547"/>
            <ac:spMk id="2" creationId="{3334B65E-CF8A-DE56-9069-47C88EA86FB2}"/>
          </ac:spMkLst>
        </pc:spChg>
        <pc:spChg chg="del">
          <ac:chgData name="Abolfazl Kazemi" userId="f956631a5b09a72f" providerId="LiveId" clId="{C503E469-7D55-4921-A8C7-D2573436FAFF}" dt="2023-11-29T05:29:54.107" v="2216" actId="478"/>
          <ac:spMkLst>
            <pc:docMk/>
            <pc:sldMk cId="3418820167" sldId="547"/>
            <ac:spMk id="3" creationId="{01D64C34-E62C-26F0-A3D7-3CCC7419726D}"/>
          </ac:spMkLst>
        </pc:spChg>
        <pc:spChg chg="add mod">
          <ac:chgData name="Abolfazl Kazemi" userId="f956631a5b09a72f" providerId="LiveId" clId="{C503E469-7D55-4921-A8C7-D2573436FAFF}" dt="2023-11-29T05:30:03.021" v="2217"/>
          <ac:spMkLst>
            <pc:docMk/>
            <pc:sldMk cId="3418820167" sldId="547"/>
            <ac:spMk id="8" creationId="{FEA9EC88-0F13-2696-7234-0A2530D8E348}"/>
          </ac:spMkLst>
        </pc:spChg>
        <pc:spChg chg="add mod">
          <ac:chgData name="Abolfazl Kazemi" userId="f956631a5b09a72f" providerId="LiveId" clId="{C503E469-7D55-4921-A8C7-D2573436FAFF}" dt="2023-11-29T05:30:03.021" v="2217"/>
          <ac:spMkLst>
            <pc:docMk/>
            <pc:sldMk cId="3418820167" sldId="547"/>
            <ac:spMk id="9" creationId="{66C88C1A-AC47-225C-940D-267CECFB02A8}"/>
          </ac:spMkLst>
        </pc:spChg>
        <pc:spChg chg="add mod">
          <ac:chgData name="Abolfazl Kazemi" userId="f956631a5b09a72f" providerId="LiveId" clId="{C503E469-7D55-4921-A8C7-D2573436FAFF}" dt="2023-11-29T05:30:03.021" v="2217"/>
          <ac:spMkLst>
            <pc:docMk/>
            <pc:sldMk cId="3418820167" sldId="547"/>
            <ac:spMk id="11" creationId="{D7CEB8C3-95AC-D3D8-F684-E5E3AE50E345}"/>
          </ac:spMkLst>
        </pc:spChg>
        <pc:spChg chg="add mod">
          <ac:chgData name="Abolfazl Kazemi" userId="f956631a5b09a72f" providerId="LiveId" clId="{C503E469-7D55-4921-A8C7-D2573436FAFF}" dt="2023-11-29T05:30:03.021" v="2217"/>
          <ac:spMkLst>
            <pc:docMk/>
            <pc:sldMk cId="3418820167" sldId="547"/>
            <ac:spMk id="13" creationId="{05535263-4A55-5810-5AD3-0529D3909797}"/>
          </ac:spMkLst>
        </pc:spChg>
        <pc:spChg chg="add mod">
          <ac:chgData name="Abolfazl Kazemi" userId="f956631a5b09a72f" providerId="LiveId" clId="{C503E469-7D55-4921-A8C7-D2573436FAFF}" dt="2023-11-29T05:30:23.157" v="2222" actId="1076"/>
          <ac:spMkLst>
            <pc:docMk/>
            <pc:sldMk cId="3418820167" sldId="547"/>
            <ac:spMk id="14" creationId="{44CAB782-383D-3C4A-EA24-C9AC1028281E}"/>
          </ac:spMkLst>
        </pc:spChg>
        <pc:grpChg chg="add mod">
          <ac:chgData name="Abolfazl Kazemi" userId="f956631a5b09a72f" providerId="LiveId" clId="{C503E469-7D55-4921-A8C7-D2573436FAFF}" dt="2023-11-29T05:30:11.424" v="2220" actId="1076"/>
          <ac:grpSpMkLst>
            <pc:docMk/>
            <pc:sldMk cId="3418820167" sldId="547"/>
            <ac:grpSpMk id="5" creationId="{47989F9B-9CE3-A92E-E208-CFAC56D72103}"/>
          </ac:grpSpMkLst>
        </pc:grpChg>
        <pc:grpChg chg="add mod">
          <ac:chgData name="Abolfazl Kazemi" userId="f956631a5b09a72f" providerId="LiveId" clId="{C503E469-7D55-4921-A8C7-D2573436FAFF}" dt="2023-11-29T05:30:03.021" v="2217"/>
          <ac:grpSpMkLst>
            <pc:docMk/>
            <pc:sldMk cId="3418820167" sldId="547"/>
            <ac:grpSpMk id="6" creationId="{D0F4B454-6BD8-5E97-40F7-678070899384}"/>
          </ac:grpSpMkLst>
        </pc:grpChg>
        <pc:grpChg chg="add mod">
          <ac:chgData name="Abolfazl Kazemi" userId="f956631a5b09a72f" providerId="LiveId" clId="{C503E469-7D55-4921-A8C7-D2573436FAFF}" dt="2023-11-29T05:30:03.021" v="2217"/>
          <ac:grpSpMkLst>
            <pc:docMk/>
            <pc:sldMk cId="3418820167" sldId="547"/>
            <ac:grpSpMk id="7" creationId="{D6C0B388-F856-0D2B-3B98-1C8A6ECE1575}"/>
          </ac:grpSpMkLst>
        </pc:grpChg>
        <pc:grpChg chg="add mod">
          <ac:chgData name="Abolfazl Kazemi" userId="f956631a5b09a72f" providerId="LiveId" clId="{C503E469-7D55-4921-A8C7-D2573436FAFF}" dt="2023-11-29T05:30:03.021" v="2217"/>
          <ac:grpSpMkLst>
            <pc:docMk/>
            <pc:sldMk cId="3418820167" sldId="547"/>
            <ac:grpSpMk id="10" creationId="{7E71CBFA-6B89-EF4C-713D-F8D85F86471D}"/>
          </ac:grpSpMkLst>
        </pc:grpChg>
        <pc:picChg chg="add mod">
          <ac:chgData name="Abolfazl Kazemi" userId="f956631a5b09a72f" providerId="LiveId" clId="{C503E469-7D55-4921-A8C7-D2573436FAFF}" dt="2023-11-29T05:30:03.021" v="2217"/>
          <ac:picMkLst>
            <pc:docMk/>
            <pc:sldMk cId="3418820167" sldId="547"/>
            <ac:picMk id="12" creationId="{A324E57B-0D27-6694-5C9C-7BD441746D61}"/>
          </ac:picMkLst>
        </pc:picChg>
      </pc:sldChg>
      <pc:sldChg chg="addSp modSp add mod">
        <pc:chgData name="Abolfazl Kazemi" userId="f956631a5b09a72f" providerId="LiveId" clId="{C503E469-7D55-4921-A8C7-D2573436FAFF}" dt="2023-11-29T07:29:20.383" v="2564" actId="1076"/>
        <pc:sldMkLst>
          <pc:docMk/>
          <pc:sldMk cId="1595716870" sldId="548"/>
        </pc:sldMkLst>
        <pc:spChg chg="mod">
          <ac:chgData name="Abolfazl Kazemi" userId="f956631a5b09a72f" providerId="LiveId" clId="{C503E469-7D55-4921-A8C7-D2573436FAFF}" dt="2023-11-29T07:29:20.383" v="2564" actId="1076"/>
          <ac:spMkLst>
            <pc:docMk/>
            <pc:sldMk cId="1595716870" sldId="548"/>
            <ac:spMk id="2" creationId="{3334B65E-CF8A-DE56-9069-47C88EA86FB2}"/>
          </ac:spMkLst>
        </pc:spChg>
        <pc:spChg chg="mod">
          <ac:chgData name="Abolfazl Kazemi" userId="f956631a5b09a72f" providerId="LiveId" clId="{C503E469-7D55-4921-A8C7-D2573436FAFF}" dt="2023-11-29T07:29:17.526" v="2563" actId="1076"/>
          <ac:spMkLst>
            <pc:docMk/>
            <pc:sldMk cId="1595716870" sldId="548"/>
            <ac:spMk id="3" creationId="{01D64C34-E62C-26F0-A3D7-3CCC7419726D}"/>
          </ac:spMkLst>
        </pc:spChg>
        <pc:picChg chg="add mod">
          <ac:chgData name="Abolfazl Kazemi" userId="f956631a5b09a72f" providerId="LiveId" clId="{C503E469-7D55-4921-A8C7-D2573436FAFF}" dt="2023-11-29T07:29:15.431" v="2562" actId="1076"/>
          <ac:picMkLst>
            <pc:docMk/>
            <pc:sldMk cId="1595716870" sldId="548"/>
            <ac:picMk id="6" creationId="{16D1B0A5-C2D5-1F38-5E03-94E05B41F9AA}"/>
          </ac:picMkLst>
        </pc:picChg>
      </pc:sldChg>
      <pc:sldChg chg="addSp delSp modSp add del mod">
        <pc:chgData name="Abolfazl Kazemi" userId="f956631a5b09a72f" providerId="LiveId" clId="{C503E469-7D55-4921-A8C7-D2573436FAFF}" dt="2023-11-24T08:25:41.015" v="1229" actId="47"/>
        <pc:sldMkLst>
          <pc:docMk/>
          <pc:sldMk cId="2622267562" sldId="549"/>
        </pc:sldMkLst>
        <pc:spChg chg="add del mod">
          <ac:chgData name="Abolfazl Kazemi" userId="f956631a5b09a72f" providerId="LiveId" clId="{C503E469-7D55-4921-A8C7-D2573436FAFF}" dt="2023-11-24T08:24:48.754" v="1222"/>
          <ac:spMkLst>
            <pc:docMk/>
            <pc:sldMk cId="2622267562" sldId="549"/>
            <ac:spMk id="2" creationId="{988B2B6F-1380-FE44-D4D5-20E56DABD2BF}"/>
          </ac:spMkLst>
        </pc:spChg>
        <pc:spChg chg="add del mod">
          <ac:chgData name="Abolfazl Kazemi" userId="f956631a5b09a72f" providerId="LiveId" clId="{C503E469-7D55-4921-A8C7-D2573436FAFF}" dt="2023-11-24T08:25:08.384" v="1225" actId="21"/>
          <ac:spMkLst>
            <pc:docMk/>
            <pc:sldMk cId="2622267562" sldId="549"/>
            <ac:spMk id="3" creationId="{8ADEB66E-06F5-F114-30D2-997BAEDF83B4}"/>
          </ac:spMkLst>
        </pc:spChg>
        <pc:picChg chg="del">
          <ac:chgData name="Abolfazl Kazemi" userId="f956631a5b09a72f" providerId="LiveId" clId="{C503E469-7D55-4921-A8C7-D2573436FAFF}" dt="2023-11-24T08:24:48.754" v="1222"/>
          <ac:picMkLst>
            <pc:docMk/>
            <pc:sldMk cId="2622267562" sldId="549"/>
            <ac:picMk id="6" creationId="{140D93B0-3FE6-E6F8-4B29-BCAD840CBC30}"/>
          </ac:picMkLst>
        </pc:picChg>
      </pc:sldChg>
      <pc:sldChg chg="modSp add mod ord modTransition">
        <pc:chgData name="Abolfazl Kazemi" userId="f956631a5b09a72f" providerId="LiveId" clId="{C503E469-7D55-4921-A8C7-D2573436FAFF}" dt="2023-11-29T08:10:50.519" v="2768" actId="1076"/>
        <pc:sldMkLst>
          <pc:docMk/>
          <pc:sldMk cId="1212493619" sldId="550"/>
        </pc:sldMkLst>
        <pc:spChg chg="mod">
          <ac:chgData name="Abolfazl Kazemi" userId="f956631a5b09a72f" providerId="LiveId" clId="{C503E469-7D55-4921-A8C7-D2573436FAFF}" dt="2023-11-29T08:10:50.519" v="2768" actId="1076"/>
          <ac:spMkLst>
            <pc:docMk/>
            <pc:sldMk cId="1212493619" sldId="550"/>
            <ac:spMk id="7" creationId="{2E66421D-99AD-C46C-46D7-A1C49D538290}"/>
          </ac:spMkLst>
        </pc:spChg>
      </pc:sldChg>
      <pc:sldChg chg="addSp delSp modSp add del mod modTransition">
        <pc:chgData name="Abolfazl Kazemi" userId="f956631a5b09a72f" providerId="LiveId" clId="{C503E469-7D55-4921-A8C7-D2573436FAFF}" dt="2023-11-24T18:26:21.841" v="2016" actId="47"/>
        <pc:sldMkLst>
          <pc:docMk/>
          <pc:sldMk cId="2063287536" sldId="551"/>
        </pc:sldMkLst>
        <pc:spChg chg="add del">
          <ac:chgData name="Abolfazl Kazemi" userId="f956631a5b09a72f" providerId="LiveId" clId="{C503E469-7D55-4921-A8C7-D2573436FAFF}" dt="2023-11-24T08:27:41.194" v="1240"/>
          <ac:spMkLst>
            <pc:docMk/>
            <pc:sldMk cId="2063287536" sldId="551"/>
            <ac:spMk id="2" creationId="{35665DC4-9DF2-A584-7220-1E2664939CA4}"/>
          </ac:spMkLst>
        </pc:spChg>
        <pc:spChg chg="del mod">
          <ac:chgData name="Abolfazl Kazemi" userId="f956631a5b09a72f" providerId="LiveId" clId="{C503E469-7D55-4921-A8C7-D2573436FAFF}" dt="2023-11-24T08:27:47.935" v="1244" actId="21"/>
          <ac:spMkLst>
            <pc:docMk/>
            <pc:sldMk cId="2063287536" sldId="551"/>
            <ac:spMk id="3" creationId="{70F9B814-A4EB-81C2-0A3D-4DE3908C053B}"/>
          </ac:spMkLst>
        </pc:spChg>
        <pc:picChg chg="del">
          <ac:chgData name="Abolfazl Kazemi" userId="f956631a5b09a72f" providerId="LiveId" clId="{C503E469-7D55-4921-A8C7-D2573436FAFF}" dt="2023-11-24T08:27:41.194" v="1240"/>
          <ac:picMkLst>
            <pc:docMk/>
            <pc:sldMk cId="2063287536" sldId="551"/>
            <ac:picMk id="6" creationId="{140D93B0-3FE6-E6F8-4B29-BCAD840CBC30}"/>
          </ac:picMkLst>
        </pc:picChg>
      </pc:sldChg>
      <pc:sldChg chg="addSp modSp add mod ord modTransition">
        <pc:chgData name="Abolfazl Kazemi" userId="f956631a5b09a72f" providerId="LiveId" clId="{C503E469-7D55-4921-A8C7-D2573436FAFF}" dt="2023-11-29T08:10:40.455" v="2767" actId="1076"/>
        <pc:sldMkLst>
          <pc:docMk/>
          <pc:sldMk cId="3260533765" sldId="552"/>
        </pc:sldMkLst>
        <pc:spChg chg="add mod">
          <ac:chgData name="Abolfazl Kazemi" userId="f956631a5b09a72f" providerId="LiveId" clId="{C503E469-7D55-4921-A8C7-D2573436FAFF}" dt="2023-11-29T08:10:40.455" v="2767" actId="1076"/>
          <ac:spMkLst>
            <pc:docMk/>
            <pc:sldMk cId="3260533765" sldId="552"/>
            <ac:spMk id="2" creationId="{C619AFA7-B1A4-FEF7-9335-E83429B56B7F}"/>
          </ac:spMkLst>
        </pc:spChg>
      </pc:sldChg>
      <pc:sldChg chg="addSp delSp modSp add del mod ord">
        <pc:chgData name="Abolfazl Kazemi" userId="f956631a5b09a72f" providerId="LiveId" clId="{C503E469-7D55-4921-A8C7-D2573436FAFF}" dt="2023-11-24T18:26:20.739" v="2015" actId="47"/>
        <pc:sldMkLst>
          <pc:docMk/>
          <pc:sldMk cId="290847574" sldId="553"/>
        </pc:sldMkLst>
        <pc:spChg chg="add del">
          <ac:chgData name="Abolfazl Kazemi" userId="f956631a5b09a72f" providerId="LiveId" clId="{C503E469-7D55-4921-A8C7-D2573436FAFF}" dt="2023-11-24T08:28:24.714" v="1253"/>
          <ac:spMkLst>
            <pc:docMk/>
            <pc:sldMk cId="290847574" sldId="553"/>
            <ac:spMk id="2" creationId="{B4D94505-C5B8-36D1-906A-273FD4BF4A4B}"/>
          </ac:spMkLst>
        </pc:spChg>
        <pc:spChg chg="del mod">
          <ac:chgData name="Abolfazl Kazemi" userId="f956631a5b09a72f" providerId="LiveId" clId="{C503E469-7D55-4921-A8C7-D2573436FAFF}" dt="2023-11-24T08:28:31.446" v="1257" actId="21"/>
          <ac:spMkLst>
            <pc:docMk/>
            <pc:sldMk cId="290847574" sldId="553"/>
            <ac:spMk id="3" creationId="{FE8509FF-39E2-F853-FC64-BA3CB60DF738}"/>
          </ac:spMkLst>
        </pc:spChg>
        <pc:picChg chg="del">
          <ac:chgData name="Abolfazl Kazemi" userId="f956631a5b09a72f" providerId="LiveId" clId="{C503E469-7D55-4921-A8C7-D2573436FAFF}" dt="2023-11-24T08:28:24.714" v="1253"/>
          <ac:picMkLst>
            <pc:docMk/>
            <pc:sldMk cId="290847574" sldId="553"/>
            <ac:picMk id="6" creationId="{140D93B0-3FE6-E6F8-4B29-BCAD840CBC30}"/>
          </ac:picMkLst>
        </pc:picChg>
      </pc:sldChg>
      <pc:sldChg chg="addSp modSp add mod ord modTransition">
        <pc:chgData name="Abolfazl Kazemi" userId="f956631a5b09a72f" providerId="LiveId" clId="{C503E469-7D55-4921-A8C7-D2573436FAFF}" dt="2023-11-24T08:30:22.625" v="1268" actId="17032"/>
        <pc:sldMkLst>
          <pc:docMk/>
          <pc:sldMk cId="3510447388" sldId="554"/>
        </pc:sldMkLst>
        <pc:spChg chg="add mod">
          <ac:chgData name="Abolfazl Kazemi" userId="f956631a5b09a72f" providerId="LiveId" clId="{C503E469-7D55-4921-A8C7-D2573436FAFF}" dt="2023-11-24T08:30:22.625" v="1268" actId="17032"/>
          <ac:spMkLst>
            <pc:docMk/>
            <pc:sldMk cId="3510447388" sldId="554"/>
            <ac:spMk id="2" creationId="{5923A42E-DC07-C2D6-9581-5A437D33B330}"/>
          </ac:spMkLst>
        </pc:spChg>
      </pc:sldChg>
      <pc:sldChg chg="addSp delSp modSp add del mod">
        <pc:chgData name="Abolfazl Kazemi" userId="f956631a5b09a72f" providerId="LiveId" clId="{C503E469-7D55-4921-A8C7-D2573436FAFF}" dt="2023-11-24T11:28:06.572" v="1382" actId="47"/>
        <pc:sldMkLst>
          <pc:docMk/>
          <pc:sldMk cId="2591763736" sldId="555"/>
        </pc:sldMkLst>
        <pc:spChg chg="add del">
          <ac:chgData name="Abolfazl Kazemi" userId="f956631a5b09a72f" providerId="LiveId" clId="{C503E469-7D55-4921-A8C7-D2573436FAFF}" dt="2023-11-24T11:22:48.358" v="1348"/>
          <ac:spMkLst>
            <pc:docMk/>
            <pc:sldMk cId="2591763736" sldId="555"/>
            <ac:spMk id="3" creationId="{458477B5-22E9-06C7-00BD-1DF6351D390F}"/>
          </ac:spMkLst>
        </pc:spChg>
        <pc:spChg chg="add del mod">
          <ac:chgData name="Abolfazl Kazemi" userId="f956631a5b09a72f" providerId="LiveId" clId="{C503E469-7D55-4921-A8C7-D2573436FAFF}" dt="2023-11-24T11:22:48.358" v="1348"/>
          <ac:spMkLst>
            <pc:docMk/>
            <pc:sldMk cId="2591763736" sldId="555"/>
            <ac:spMk id="5" creationId="{20F45381-FD87-876D-00AE-0A54EB6B1256}"/>
          </ac:spMkLst>
        </pc:spChg>
        <pc:spChg chg="del">
          <ac:chgData name="Abolfazl Kazemi" userId="f956631a5b09a72f" providerId="LiveId" clId="{C503E469-7D55-4921-A8C7-D2573436FAFF}" dt="2023-11-24T11:21:52.297" v="1343" actId="478"/>
          <ac:spMkLst>
            <pc:docMk/>
            <pc:sldMk cId="2591763736" sldId="555"/>
            <ac:spMk id="7" creationId="{253DAC6F-FC90-2523-2A50-F629261CB392}"/>
          </ac:spMkLst>
        </pc:spChg>
        <pc:spChg chg="add del mod">
          <ac:chgData name="Abolfazl Kazemi" userId="f956631a5b09a72f" providerId="LiveId" clId="{C503E469-7D55-4921-A8C7-D2573436FAFF}" dt="2023-11-24T11:22:54.727" v="1350" actId="21"/>
          <ac:spMkLst>
            <pc:docMk/>
            <pc:sldMk cId="2591763736" sldId="555"/>
            <ac:spMk id="8" creationId="{5230E153-C96C-A98F-ACC6-D866949D33D6}"/>
          </ac:spMkLst>
        </pc:spChg>
        <pc:picChg chg="del">
          <ac:chgData name="Abolfazl Kazemi" userId="f956631a5b09a72f" providerId="LiveId" clId="{C503E469-7D55-4921-A8C7-D2573436FAFF}" dt="2023-11-24T11:22:48.358" v="1348"/>
          <ac:picMkLst>
            <pc:docMk/>
            <pc:sldMk cId="2591763736" sldId="555"/>
            <ac:picMk id="6" creationId="{99BE0C0A-A3E1-218E-76E8-94380372C6F2}"/>
          </ac:picMkLst>
        </pc:picChg>
      </pc:sldChg>
      <pc:sldChg chg="addSp delSp modSp add del mod modTransition">
        <pc:chgData name="Abolfazl Kazemi" userId="f956631a5b09a72f" providerId="LiveId" clId="{C503E469-7D55-4921-A8C7-D2573436FAFF}" dt="2023-11-24T11:34:16.732" v="1449"/>
        <pc:sldMkLst>
          <pc:docMk/>
          <pc:sldMk cId="3600693459" sldId="556"/>
        </pc:sldMkLst>
        <pc:spChg chg="add del mod">
          <ac:chgData name="Abolfazl Kazemi" userId="f956631a5b09a72f" providerId="LiveId" clId="{C503E469-7D55-4921-A8C7-D2573436FAFF}" dt="2023-11-24T11:24:30.714" v="1367"/>
          <ac:spMkLst>
            <pc:docMk/>
            <pc:sldMk cId="3600693459" sldId="556"/>
            <ac:spMk id="3" creationId="{B5D67F7A-5E6E-4ECD-B577-65F3E0E2B724}"/>
          </ac:spMkLst>
        </pc:spChg>
        <pc:spChg chg="add mod">
          <ac:chgData name="Abolfazl Kazemi" userId="f956631a5b09a72f" providerId="LiveId" clId="{C503E469-7D55-4921-A8C7-D2573436FAFF}" dt="2023-11-24T11:28:31.030" v="1389" actId="17032"/>
          <ac:spMkLst>
            <pc:docMk/>
            <pc:sldMk cId="3600693459" sldId="556"/>
            <ac:spMk id="5" creationId="{74FE6B17-63BC-6223-6BCC-BD8F67925E76}"/>
          </ac:spMkLst>
        </pc:spChg>
        <pc:spChg chg="add del">
          <ac:chgData name="Abolfazl Kazemi" userId="f956631a5b09a72f" providerId="LiveId" clId="{C503E469-7D55-4921-A8C7-D2573436FAFF}" dt="2023-11-24T11:23:02.286" v="1353" actId="478"/>
          <ac:spMkLst>
            <pc:docMk/>
            <pc:sldMk cId="3600693459" sldId="556"/>
            <ac:spMk id="7" creationId="{253DAC6F-FC90-2523-2A50-F629261CB392}"/>
          </ac:spMkLst>
        </pc:spChg>
      </pc:sldChg>
      <pc:sldChg chg="addSp delSp modSp add mod ord modTransition">
        <pc:chgData name="Abolfazl Kazemi" userId="f956631a5b09a72f" providerId="LiveId" clId="{C503E469-7D55-4921-A8C7-D2573436FAFF}" dt="2023-11-24T11:34:16.732" v="1449"/>
        <pc:sldMkLst>
          <pc:docMk/>
          <pc:sldMk cId="1500987220" sldId="557"/>
        </pc:sldMkLst>
        <pc:spChg chg="add mod">
          <ac:chgData name="Abolfazl Kazemi" userId="f956631a5b09a72f" providerId="LiveId" clId="{C503E469-7D55-4921-A8C7-D2573436FAFF}" dt="2023-11-24T11:32:15.294" v="1429" actId="17032"/>
          <ac:spMkLst>
            <pc:docMk/>
            <pc:sldMk cId="1500987220" sldId="557"/>
            <ac:spMk id="3" creationId="{DD8D09C8-671B-2608-B702-70E7FACA879C}"/>
          </ac:spMkLst>
        </pc:spChg>
        <pc:spChg chg="del">
          <ac:chgData name="Abolfazl Kazemi" userId="f956631a5b09a72f" providerId="LiveId" clId="{C503E469-7D55-4921-A8C7-D2573436FAFF}" dt="2023-11-24T11:28:12.439" v="1386" actId="478"/>
          <ac:spMkLst>
            <pc:docMk/>
            <pc:sldMk cId="1500987220" sldId="557"/>
            <ac:spMk id="7" creationId="{253DAC6F-FC90-2523-2A50-F629261CB392}"/>
          </ac:spMkLst>
        </pc:spChg>
      </pc:sldChg>
      <pc:sldChg chg="addSp delSp modSp add del mod">
        <pc:chgData name="Abolfazl Kazemi" userId="f956631a5b09a72f" providerId="LiveId" clId="{C503E469-7D55-4921-A8C7-D2573436FAFF}" dt="2023-11-24T11:28:02.508" v="1381" actId="47"/>
        <pc:sldMkLst>
          <pc:docMk/>
          <pc:sldMk cId="2007386500" sldId="557"/>
        </pc:sldMkLst>
        <pc:spChg chg="add del mod">
          <ac:chgData name="Abolfazl Kazemi" userId="f956631a5b09a72f" providerId="LiveId" clId="{C503E469-7D55-4921-A8C7-D2573436FAFF}" dt="2023-11-24T11:27:46.718" v="1378"/>
          <ac:spMkLst>
            <pc:docMk/>
            <pc:sldMk cId="2007386500" sldId="557"/>
            <ac:spMk id="3" creationId="{681FE531-7B6B-894E-0121-A6F85B439838}"/>
          </ac:spMkLst>
        </pc:spChg>
        <pc:spChg chg="add del mod">
          <ac:chgData name="Abolfazl Kazemi" userId="f956631a5b09a72f" providerId="LiveId" clId="{C503E469-7D55-4921-A8C7-D2573436FAFF}" dt="2023-11-24T11:27:46.718" v="1378"/>
          <ac:spMkLst>
            <pc:docMk/>
            <pc:sldMk cId="2007386500" sldId="557"/>
            <ac:spMk id="5" creationId="{3A3E2D15-F3BB-9715-B605-2A4239CB4BC0}"/>
          </ac:spMkLst>
        </pc:spChg>
        <pc:spChg chg="mod">
          <ac:chgData name="Abolfazl Kazemi" userId="f956631a5b09a72f" providerId="LiveId" clId="{C503E469-7D55-4921-A8C7-D2573436FAFF}" dt="2023-11-24T11:24:32.424" v="1369"/>
          <ac:spMkLst>
            <pc:docMk/>
            <pc:sldMk cId="2007386500" sldId="557"/>
            <ac:spMk id="8" creationId="{3FBDC7E4-3548-D62F-3375-14FEECFB35B3}"/>
          </ac:spMkLst>
        </pc:spChg>
        <pc:spChg chg="add del mod">
          <ac:chgData name="Abolfazl Kazemi" userId="f956631a5b09a72f" providerId="LiveId" clId="{C503E469-7D55-4921-A8C7-D2573436FAFF}" dt="2023-11-24T11:27:46.718" v="1378"/>
          <ac:spMkLst>
            <pc:docMk/>
            <pc:sldMk cId="2007386500" sldId="557"/>
            <ac:spMk id="9" creationId="{01E0888E-E51A-F35E-6CA4-FF753040311B}"/>
          </ac:spMkLst>
        </pc:spChg>
        <pc:spChg chg="mod">
          <ac:chgData name="Abolfazl Kazemi" userId="f956631a5b09a72f" providerId="LiveId" clId="{C503E469-7D55-4921-A8C7-D2573436FAFF}" dt="2023-11-24T11:27:46.718" v="1378"/>
          <ac:spMkLst>
            <pc:docMk/>
            <pc:sldMk cId="2007386500" sldId="557"/>
            <ac:spMk id="11" creationId="{467E1113-A917-0643-C020-CE4734D43DB1}"/>
          </ac:spMkLst>
        </pc:spChg>
        <pc:grpChg chg="add mod">
          <ac:chgData name="Abolfazl Kazemi" userId="f956631a5b09a72f" providerId="LiveId" clId="{C503E469-7D55-4921-A8C7-D2573436FAFF}" dt="2023-11-24T11:27:33.076" v="1377" actId="164"/>
          <ac:grpSpMkLst>
            <pc:docMk/>
            <pc:sldMk cId="2007386500" sldId="557"/>
            <ac:grpSpMk id="10" creationId="{86D289F1-76A9-F60D-686C-116690C74EEC}"/>
          </ac:grpSpMkLst>
        </pc:grpChg>
        <pc:picChg chg="add del">
          <ac:chgData name="Abolfazl Kazemi" userId="f956631a5b09a72f" providerId="LiveId" clId="{C503E469-7D55-4921-A8C7-D2573436FAFF}" dt="2023-11-24T11:27:46.718" v="1378"/>
          <ac:picMkLst>
            <pc:docMk/>
            <pc:sldMk cId="2007386500" sldId="557"/>
            <ac:picMk id="6" creationId="{99BE0C0A-A3E1-218E-76E8-94380372C6F2}"/>
          </ac:picMkLst>
        </pc:picChg>
      </pc:sldChg>
      <pc:sldChg chg="addSp delSp modSp add del mod">
        <pc:chgData name="Abolfazl Kazemi" userId="f956631a5b09a72f" providerId="LiveId" clId="{C503E469-7D55-4921-A8C7-D2573436FAFF}" dt="2023-11-24T11:34:07.892" v="1447" actId="47"/>
        <pc:sldMkLst>
          <pc:docMk/>
          <pc:sldMk cId="1875796715" sldId="558"/>
        </pc:sldMkLst>
        <pc:spChg chg="add del mod">
          <ac:chgData name="Abolfazl Kazemi" userId="f956631a5b09a72f" providerId="LiveId" clId="{C503E469-7D55-4921-A8C7-D2573436FAFF}" dt="2023-11-24T11:33:40.247" v="1439"/>
          <ac:spMkLst>
            <pc:docMk/>
            <pc:sldMk cId="1875796715" sldId="558"/>
            <ac:spMk id="3" creationId="{2484EABC-3E97-D44F-29FE-D02F39D52BCE}"/>
          </ac:spMkLst>
        </pc:spChg>
        <pc:spChg chg="add del mod">
          <ac:chgData name="Abolfazl Kazemi" userId="f956631a5b09a72f" providerId="LiveId" clId="{C503E469-7D55-4921-A8C7-D2573436FAFF}" dt="2023-11-24T11:33:40.247" v="1439"/>
          <ac:spMkLst>
            <pc:docMk/>
            <pc:sldMk cId="1875796715" sldId="558"/>
            <ac:spMk id="5" creationId="{6233CB2B-8A00-37ED-D407-9E2628D339BC}"/>
          </ac:spMkLst>
        </pc:spChg>
        <pc:spChg chg="mod">
          <ac:chgData name="Abolfazl Kazemi" userId="f956631a5b09a72f" providerId="LiveId" clId="{C503E469-7D55-4921-A8C7-D2573436FAFF}" dt="2023-11-24T11:33:40.247" v="1439"/>
          <ac:spMkLst>
            <pc:docMk/>
            <pc:sldMk cId="1875796715" sldId="558"/>
            <ac:spMk id="7" creationId="{3ADB20C9-10D1-0551-5170-A8A56663AE66}"/>
          </ac:spMkLst>
        </pc:spChg>
        <pc:picChg chg="del">
          <ac:chgData name="Abolfazl Kazemi" userId="f956631a5b09a72f" providerId="LiveId" clId="{C503E469-7D55-4921-A8C7-D2573436FAFF}" dt="2023-11-24T11:33:40.247" v="1439"/>
          <ac:picMkLst>
            <pc:docMk/>
            <pc:sldMk cId="1875796715" sldId="558"/>
            <ac:picMk id="6" creationId="{99BE0C0A-A3E1-218E-76E8-94380372C6F2}"/>
          </ac:picMkLst>
        </pc:picChg>
      </pc:sldChg>
      <pc:sldChg chg="addSp delSp modSp add del mod">
        <pc:chgData name="Abolfazl Kazemi" userId="f956631a5b09a72f" providerId="LiveId" clId="{C503E469-7D55-4921-A8C7-D2573436FAFF}" dt="2023-11-24T11:34:08.427" v="1448" actId="47"/>
        <pc:sldMkLst>
          <pc:docMk/>
          <pc:sldMk cId="759304073" sldId="559"/>
        </pc:sldMkLst>
        <pc:spChg chg="add del mod">
          <ac:chgData name="Abolfazl Kazemi" userId="f956631a5b09a72f" providerId="LiveId" clId="{C503E469-7D55-4921-A8C7-D2573436FAFF}" dt="2023-11-24T11:31:51.879" v="1426"/>
          <ac:spMkLst>
            <pc:docMk/>
            <pc:sldMk cId="759304073" sldId="559"/>
            <ac:spMk id="3" creationId="{82A9DFCA-3EEA-F72C-2F37-72CBA06CD71F}"/>
          </ac:spMkLst>
        </pc:spChg>
        <pc:spChg chg="add del mod">
          <ac:chgData name="Abolfazl Kazemi" userId="f956631a5b09a72f" providerId="LiveId" clId="{C503E469-7D55-4921-A8C7-D2573436FAFF}" dt="2023-11-24T11:31:51.879" v="1426"/>
          <ac:spMkLst>
            <pc:docMk/>
            <pc:sldMk cId="759304073" sldId="559"/>
            <ac:spMk id="5" creationId="{587ED477-1F4A-82F7-F2BB-C4C822A3F236}"/>
          </ac:spMkLst>
        </pc:spChg>
        <pc:spChg chg="add del mod">
          <ac:chgData name="Abolfazl Kazemi" userId="f956631a5b09a72f" providerId="LiveId" clId="{C503E469-7D55-4921-A8C7-D2573436FAFF}" dt="2023-11-24T11:31:51.879" v="1426"/>
          <ac:spMkLst>
            <pc:docMk/>
            <pc:sldMk cId="759304073" sldId="559"/>
            <ac:spMk id="7" creationId="{D8EA8ECC-C1C0-E2B1-675E-4660D44D9008}"/>
          </ac:spMkLst>
        </pc:spChg>
        <pc:spChg chg="mod">
          <ac:chgData name="Abolfazl Kazemi" userId="f956631a5b09a72f" providerId="LiveId" clId="{C503E469-7D55-4921-A8C7-D2573436FAFF}" dt="2023-11-24T11:31:51.879" v="1426"/>
          <ac:spMkLst>
            <pc:docMk/>
            <pc:sldMk cId="759304073" sldId="559"/>
            <ac:spMk id="8" creationId="{A74073CE-C701-7A1D-1435-96E94AB67B5C}"/>
          </ac:spMkLst>
        </pc:spChg>
        <pc:picChg chg="del">
          <ac:chgData name="Abolfazl Kazemi" userId="f956631a5b09a72f" providerId="LiveId" clId="{C503E469-7D55-4921-A8C7-D2573436FAFF}" dt="2023-11-24T11:31:51.879" v="1426"/>
          <ac:picMkLst>
            <pc:docMk/>
            <pc:sldMk cId="759304073" sldId="559"/>
            <ac:picMk id="6" creationId="{99BE0C0A-A3E1-218E-76E8-94380372C6F2}"/>
          </ac:picMkLst>
        </pc:picChg>
      </pc:sldChg>
      <pc:sldChg chg="addSp delSp modSp add mod ord modTransition">
        <pc:chgData name="Abolfazl Kazemi" userId="f956631a5b09a72f" providerId="LiveId" clId="{C503E469-7D55-4921-A8C7-D2573436FAFF}" dt="2023-11-24T11:34:16.732" v="1449"/>
        <pc:sldMkLst>
          <pc:docMk/>
          <pc:sldMk cId="3743510374" sldId="560"/>
        </pc:sldMkLst>
        <pc:spChg chg="add mod">
          <ac:chgData name="Abolfazl Kazemi" userId="f956631a5b09a72f" providerId="LiveId" clId="{C503E469-7D55-4921-A8C7-D2573436FAFF}" dt="2023-11-24T11:34:02.869" v="1446" actId="17032"/>
          <ac:spMkLst>
            <pc:docMk/>
            <pc:sldMk cId="3743510374" sldId="560"/>
            <ac:spMk id="3" creationId="{E5CB08A2-EE27-292D-4F92-A5D8686E32F4}"/>
          </ac:spMkLst>
        </pc:spChg>
        <pc:spChg chg="del">
          <ac:chgData name="Abolfazl Kazemi" userId="f956631a5b09a72f" providerId="LiveId" clId="{C503E469-7D55-4921-A8C7-D2573436FAFF}" dt="2023-11-24T11:33:51.340" v="1443" actId="478"/>
          <ac:spMkLst>
            <pc:docMk/>
            <pc:sldMk cId="3743510374" sldId="560"/>
            <ac:spMk id="7" creationId="{253DAC6F-FC90-2523-2A50-F629261CB392}"/>
          </ac:spMkLst>
        </pc:spChg>
      </pc:sldChg>
      <pc:sldChg chg="addSp delSp modSp add mod">
        <pc:chgData name="Abolfazl Kazemi" userId="f956631a5b09a72f" providerId="LiveId" clId="{C503E469-7D55-4921-A8C7-D2573436FAFF}" dt="2023-11-24T16:12:11.024" v="1627" actId="1076"/>
        <pc:sldMkLst>
          <pc:docMk/>
          <pc:sldMk cId="3708769703" sldId="561"/>
        </pc:sldMkLst>
        <pc:spChg chg="mod">
          <ac:chgData name="Abolfazl Kazemi" userId="f956631a5b09a72f" providerId="LiveId" clId="{C503E469-7D55-4921-A8C7-D2573436FAFF}" dt="2023-11-24T15:38:03.161" v="1562" actId="1076"/>
          <ac:spMkLst>
            <pc:docMk/>
            <pc:sldMk cId="3708769703" sldId="561"/>
            <ac:spMk id="2" creationId="{3334B65E-CF8A-DE56-9069-47C88EA86FB2}"/>
          </ac:spMkLst>
        </pc:spChg>
        <pc:spChg chg="mod">
          <ac:chgData name="Abolfazl Kazemi" userId="f956631a5b09a72f" providerId="LiveId" clId="{C503E469-7D55-4921-A8C7-D2573436FAFF}" dt="2023-11-24T15:37:49.376" v="1560" actId="14100"/>
          <ac:spMkLst>
            <pc:docMk/>
            <pc:sldMk cId="3708769703" sldId="561"/>
            <ac:spMk id="3" creationId="{01D64C34-E62C-26F0-A3D7-3CCC7419726D}"/>
          </ac:spMkLst>
        </pc:spChg>
        <pc:picChg chg="add del mod">
          <ac:chgData name="Abolfazl Kazemi" userId="f956631a5b09a72f" providerId="LiveId" clId="{C503E469-7D55-4921-A8C7-D2573436FAFF}" dt="2023-11-24T16:11:50.925" v="1621" actId="478"/>
          <ac:picMkLst>
            <pc:docMk/>
            <pc:sldMk cId="3708769703" sldId="561"/>
            <ac:picMk id="6" creationId="{2E30D0D5-5408-45A6-0D7C-584AB930F80F}"/>
          </ac:picMkLst>
        </pc:picChg>
        <pc:picChg chg="add mod">
          <ac:chgData name="Abolfazl Kazemi" userId="f956631a5b09a72f" providerId="LiveId" clId="{C503E469-7D55-4921-A8C7-D2573436FAFF}" dt="2023-11-24T16:12:11.024" v="1627" actId="1076"/>
          <ac:picMkLst>
            <pc:docMk/>
            <pc:sldMk cId="3708769703" sldId="561"/>
            <ac:picMk id="8" creationId="{8D47AD4E-D940-EB8A-0D76-F7847A45AE11}"/>
          </ac:picMkLst>
        </pc:picChg>
      </pc:sldChg>
      <pc:sldChg chg="addSp modSp add mod">
        <pc:chgData name="Abolfazl Kazemi" userId="f956631a5b09a72f" providerId="LiveId" clId="{C503E469-7D55-4921-A8C7-D2573436FAFF}" dt="2023-11-24T16:35:00.816" v="1660" actId="1076"/>
        <pc:sldMkLst>
          <pc:docMk/>
          <pc:sldMk cId="2877639755" sldId="562"/>
        </pc:sldMkLst>
        <pc:spChg chg="mod">
          <ac:chgData name="Abolfazl Kazemi" userId="f956631a5b09a72f" providerId="LiveId" clId="{C503E469-7D55-4921-A8C7-D2573436FAFF}" dt="2023-11-24T16:31:27.776" v="1642" actId="1076"/>
          <ac:spMkLst>
            <pc:docMk/>
            <pc:sldMk cId="2877639755" sldId="562"/>
            <ac:spMk id="2" creationId="{3334B65E-CF8A-DE56-9069-47C88EA86FB2}"/>
          </ac:spMkLst>
        </pc:spChg>
        <pc:spChg chg="mod">
          <ac:chgData name="Abolfazl Kazemi" userId="f956631a5b09a72f" providerId="LiveId" clId="{C503E469-7D55-4921-A8C7-D2573436FAFF}" dt="2023-11-24T16:32:12.768" v="1649" actId="14100"/>
          <ac:spMkLst>
            <pc:docMk/>
            <pc:sldMk cId="2877639755" sldId="562"/>
            <ac:spMk id="3" creationId="{01D64C34-E62C-26F0-A3D7-3CCC7419726D}"/>
          </ac:spMkLst>
        </pc:spChg>
        <pc:spChg chg="add mod">
          <ac:chgData name="Abolfazl Kazemi" userId="f956631a5b09a72f" providerId="LiveId" clId="{C503E469-7D55-4921-A8C7-D2573436FAFF}" dt="2023-11-24T16:34:39.041" v="1657" actId="1076"/>
          <ac:spMkLst>
            <pc:docMk/>
            <pc:sldMk cId="2877639755" sldId="562"/>
            <ac:spMk id="7" creationId="{DAE8F26C-0A7C-97BA-E814-AD9C4E9E5697}"/>
          </ac:spMkLst>
        </pc:spChg>
        <pc:picChg chg="add mod">
          <ac:chgData name="Abolfazl Kazemi" userId="f956631a5b09a72f" providerId="LiveId" clId="{C503E469-7D55-4921-A8C7-D2573436FAFF}" dt="2023-11-24T16:35:00.816" v="1660" actId="1076"/>
          <ac:picMkLst>
            <pc:docMk/>
            <pc:sldMk cId="2877639755" sldId="562"/>
            <ac:picMk id="6" creationId="{F8BF4202-2BB8-5EF9-52A2-0DBB85372D1A}"/>
          </ac:picMkLst>
        </pc:picChg>
      </pc:sldChg>
      <pc:sldChg chg="addSp delSp modSp add mod">
        <pc:chgData name="Abolfazl Kazemi" userId="f956631a5b09a72f" providerId="LiveId" clId="{C503E469-7D55-4921-A8C7-D2573436FAFF}" dt="2023-11-24T16:13:59.202" v="1636" actId="1076"/>
        <pc:sldMkLst>
          <pc:docMk/>
          <pc:sldMk cId="3836921760" sldId="563"/>
        </pc:sldMkLst>
        <pc:spChg chg="del">
          <ac:chgData name="Abolfazl Kazemi" userId="f956631a5b09a72f" providerId="LiveId" clId="{C503E469-7D55-4921-A8C7-D2573436FAFF}" dt="2023-11-24T15:38:14.497" v="1563" actId="478"/>
          <ac:spMkLst>
            <pc:docMk/>
            <pc:sldMk cId="3836921760" sldId="563"/>
            <ac:spMk id="2" creationId="{3334B65E-CF8A-DE56-9069-47C88EA86FB2}"/>
          </ac:spMkLst>
        </pc:spChg>
        <pc:spChg chg="mod">
          <ac:chgData name="Abolfazl Kazemi" userId="f956631a5b09a72f" providerId="LiveId" clId="{C503E469-7D55-4921-A8C7-D2573436FAFF}" dt="2023-11-24T16:13:59.202" v="1636" actId="1076"/>
          <ac:spMkLst>
            <pc:docMk/>
            <pc:sldMk cId="3836921760" sldId="563"/>
            <ac:spMk id="3" creationId="{01D64C34-E62C-26F0-A3D7-3CCC7419726D}"/>
          </ac:spMkLst>
        </pc:spChg>
        <pc:spChg chg="add mod">
          <ac:chgData name="Abolfazl Kazemi" userId="f956631a5b09a72f" providerId="LiveId" clId="{C503E469-7D55-4921-A8C7-D2573436FAFF}" dt="2023-11-24T15:40:05.300" v="1594" actId="1076"/>
          <ac:spMkLst>
            <pc:docMk/>
            <pc:sldMk cId="3836921760" sldId="563"/>
            <ac:spMk id="5" creationId="{4B62B800-CA55-EF44-8BC1-2F264C354F4E}"/>
          </ac:spMkLst>
        </pc:spChg>
        <pc:picChg chg="add del mod">
          <ac:chgData name="Abolfazl Kazemi" userId="f956631a5b09a72f" providerId="LiveId" clId="{C503E469-7D55-4921-A8C7-D2573436FAFF}" dt="2023-11-24T16:12:33.635" v="1628" actId="478"/>
          <ac:picMkLst>
            <pc:docMk/>
            <pc:sldMk cId="3836921760" sldId="563"/>
            <ac:picMk id="7" creationId="{42E4002E-A926-7D57-99BA-5DDA0E24074D}"/>
          </ac:picMkLst>
        </pc:picChg>
        <pc:picChg chg="add mod">
          <ac:chgData name="Abolfazl Kazemi" userId="f956631a5b09a72f" providerId="LiveId" clId="{C503E469-7D55-4921-A8C7-D2573436FAFF}" dt="2023-11-24T16:13:49.864" v="1634" actId="1076"/>
          <ac:picMkLst>
            <pc:docMk/>
            <pc:sldMk cId="3836921760" sldId="563"/>
            <ac:picMk id="9" creationId="{21D4FC64-0332-7CC0-4F6F-DC357947CC74}"/>
          </ac:picMkLst>
        </pc:picChg>
      </pc:sldChg>
      <pc:sldChg chg="modSp add mod">
        <pc:chgData name="Abolfazl Kazemi" userId="f956631a5b09a72f" providerId="LiveId" clId="{C503E469-7D55-4921-A8C7-D2573436FAFF}" dt="2023-11-24T17:21:45.876" v="1917" actId="14100"/>
        <pc:sldMkLst>
          <pc:docMk/>
          <pc:sldMk cId="1172144883" sldId="564"/>
        </pc:sldMkLst>
        <pc:spChg chg="mod">
          <ac:chgData name="Abolfazl Kazemi" userId="f956631a5b09a72f" providerId="LiveId" clId="{C503E469-7D55-4921-A8C7-D2573436FAFF}" dt="2023-11-24T16:43:14.841" v="1736" actId="20577"/>
          <ac:spMkLst>
            <pc:docMk/>
            <pc:sldMk cId="1172144883" sldId="564"/>
            <ac:spMk id="2" creationId="{3334B65E-CF8A-DE56-9069-47C88EA86FB2}"/>
          </ac:spMkLst>
        </pc:spChg>
        <pc:spChg chg="mod">
          <ac:chgData name="Abolfazl Kazemi" userId="f956631a5b09a72f" providerId="LiveId" clId="{C503E469-7D55-4921-A8C7-D2573436FAFF}" dt="2023-11-24T17:21:45.876" v="1917" actId="14100"/>
          <ac:spMkLst>
            <pc:docMk/>
            <pc:sldMk cId="1172144883" sldId="564"/>
            <ac:spMk id="3" creationId="{01D64C34-E62C-26F0-A3D7-3CCC7419726D}"/>
          </ac:spMkLst>
        </pc:spChg>
      </pc:sldChg>
      <pc:sldChg chg="add del">
        <pc:chgData name="Abolfazl Kazemi" userId="f956631a5b09a72f" providerId="LiveId" clId="{C503E469-7D55-4921-A8C7-D2573436FAFF}" dt="2023-11-24T18:26:01.283" v="2013" actId="47"/>
        <pc:sldMkLst>
          <pc:docMk/>
          <pc:sldMk cId="3365953291" sldId="565"/>
        </pc:sldMkLst>
      </pc:sldChg>
      <pc:sldChg chg="addSp delSp modSp add del mod">
        <pc:chgData name="Abolfazl Kazemi" userId="f956631a5b09a72f" providerId="LiveId" clId="{C503E469-7D55-4921-A8C7-D2573436FAFF}" dt="2023-11-24T16:46:13.796" v="1791" actId="47"/>
        <pc:sldMkLst>
          <pc:docMk/>
          <pc:sldMk cId="2773643980" sldId="566"/>
        </pc:sldMkLst>
        <pc:spChg chg="mod">
          <ac:chgData name="Abolfazl Kazemi" userId="f956631a5b09a72f" providerId="LiveId" clId="{C503E469-7D55-4921-A8C7-D2573436FAFF}" dt="2023-11-24T16:45:08.880" v="1779" actId="1076"/>
          <ac:spMkLst>
            <pc:docMk/>
            <pc:sldMk cId="2773643980" sldId="566"/>
            <ac:spMk id="2" creationId="{3334B65E-CF8A-DE56-9069-47C88EA86FB2}"/>
          </ac:spMkLst>
        </pc:spChg>
        <pc:spChg chg="del">
          <ac:chgData name="Abolfazl Kazemi" userId="f956631a5b09a72f" providerId="LiveId" clId="{C503E469-7D55-4921-A8C7-D2573436FAFF}" dt="2023-11-24T16:44:19.560" v="1761" actId="478"/>
          <ac:spMkLst>
            <pc:docMk/>
            <pc:sldMk cId="2773643980" sldId="566"/>
            <ac:spMk id="3" creationId="{01D64C34-E62C-26F0-A3D7-3CCC7419726D}"/>
          </ac:spMkLst>
        </pc:spChg>
        <pc:spChg chg="add del mod">
          <ac:chgData name="Abolfazl Kazemi" userId="f956631a5b09a72f" providerId="LiveId" clId="{C503E469-7D55-4921-A8C7-D2573436FAFF}" dt="2023-11-24T16:45:42.525" v="1783"/>
          <ac:spMkLst>
            <pc:docMk/>
            <pc:sldMk cId="2773643980" sldId="566"/>
            <ac:spMk id="7" creationId="{3CB6F053-E216-0100-29A4-EAF81E96DE53}"/>
          </ac:spMkLst>
        </pc:spChg>
        <pc:spChg chg="mod">
          <ac:chgData name="Abolfazl Kazemi" userId="f956631a5b09a72f" providerId="LiveId" clId="{C503E469-7D55-4921-A8C7-D2573436FAFF}" dt="2023-11-24T16:45:42.525" v="1783"/>
          <ac:spMkLst>
            <pc:docMk/>
            <pc:sldMk cId="2773643980" sldId="566"/>
            <ac:spMk id="8" creationId="{00F8F44B-D22D-B094-467A-A9220F4FA0DE}"/>
          </ac:spMkLst>
        </pc:spChg>
        <pc:picChg chg="add del mod">
          <ac:chgData name="Abolfazl Kazemi" userId="f956631a5b09a72f" providerId="LiveId" clId="{C503E469-7D55-4921-A8C7-D2573436FAFF}" dt="2023-11-24T16:45:42.525" v="1783"/>
          <ac:picMkLst>
            <pc:docMk/>
            <pc:sldMk cId="2773643980" sldId="566"/>
            <ac:picMk id="6" creationId="{AB301627-07AC-35AE-F6B5-EF48507AE81A}"/>
          </ac:picMkLst>
        </pc:picChg>
      </pc:sldChg>
      <pc:sldChg chg="add del">
        <pc:chgData name="Abolfazl Kazemi" userId="f956631a5b09a72f" providerId="LiveId" clId="{C503E469-7D55-4921-A8C7-D2573436FAFF}" dt="2023-11-24T16:44:22.821" v="1762" actId="47"/>
        <pc:sldMkLst>
          <pc:docMk/>
          <pc:sldMk cId="3053870337" sldId="567"/>
        </pc:sldMkLst>
      </pc:sldChg>
      <pc:sldChg chg="add del">
        <pc:chgData name="Abolfazl Kazemi" userId="f956631a5b09a72f" providerId="LiveId" clId="{C503E469-7D55-4921-A8C7-D2573436FAFF}" dt="2023-11-24T16:44:23.225" v="1763" actId="47"/>
        <pc:sldMkLst>
          <pc:docMk/>
          <pc:sldMk cId="2386731868" sldId="568"/>
        </pc:sldMkLst>
      </pc:sldChg>
      <pc:sldChg chg="addSp delSp modSp add del">
        <pc:chgData name="Abolfazl Kazemi" userId="f956631a5b09a72f" providerId="LiveId" clId="{C503E469-7D55-4921-A8C7-D2573436FAFF}" dt="2023-11-24T18:26:00.480" v="2012" actId="47"/>
        <pc:sldMkLst>
          <pc:docMk/>
          <pc:sldMk cId="808216959" sldId="569"/>
        </pc:sldMkLst>
        <pc:spChg chg="add del mod">
          <ac:chgData name="Abolfazl Kazemi" userId="f956631a5b09a72f" providerId="LiveId" clId="{C503E469-7D55-4921-A8C7-D2573436FAFF}" dt="2023-11-24T17:17:28.977" v="1869"/>
          <ac:spMkLst>
            <pc:docMk/>
            <pc:sldMk cId="808216959" sldId="569"/>
            <ac:spMk id="5" creationId="{64810853-00D3-A679-7002-2751FE3F793A}"/>
          </ac:spMkLst>
        </pc:spChg>
      </pc:sldChg>
      <pc:sldChg chg="add del">
        <pc:chgData name="Abolfazl Kazemi" userId="f956631a5b09a72f" providerId="LiveId" clId="{C503E469-7D55-4921-A8C7-D2573436FAFF}" dt="2023-11-24T16:44:31.936" v="1767" actId="47"/>
        <pc:sldMkLst>
          <pc:docMk/>
          <pc:sldMk cId="73531874" sldId="570"/>
        </pc:sldMkLst>
      </pc:sldChg>
      <pc:sldChg chg="addSp modSp add mod ord modTransition">
        <pc:chgData name="Abolfazl Kazemi" userId="f956631a5b09a72f" providerId="LiveId" clId="{C503E469-7D55-4921-A8C7-D2573436FAFF}" dt="2023-11-24T18:10:27.140" v="1985"/>
        <pc:sldMkLst>
          <pc:docMk/>
          <pc:sldMk cId="2159941496" sldId="570"/>
        </pc:sldMkLst>
        <pc:spChg chg="add mod">
          <ac:chgData name="Abolfazl Kazemi" userId="f956631a5b09a72f" providerId="LiveId" clId="{C503E469-7D55-4921-A8C7-D2573436FAFF}" dt="2023-11-24T16:46:09.221" v="1790" actId="17032"/>
          <ac:spMkLst>
            <pc:docMk/>
            <pc:sldMk cId="2159941496" sldId="570"/>
            <ac:spMk id="3" creationId="{EB856427-F884-6A32-45D2-E984587EDC57}"/>
          </ac:spMkLst>
        </pc:spChg>
      </pc:sldChg>
      <pc:sldChg chg="addSp delSp modSp add mod modTransition">
        <pc:chgData name="Abolfazl Kazemi" userId="f956631a5b09a72f" providerId="LiveId" clId="{C503E469-7D55-4921-A8C7-D2573436FAFF}" dt="2023-11-24T18:10:27.140" v="1985"/>
        <pc:sldMkLst>
          <pc:docMk/>
          <pc:sldMk cId="1989076990" sldId="571"/>
        </pc:sldMkLst>
        <pc:spChg chg="add del mod">
          <ac:chgData name="Abolfazl Kazemi" userId="f956631a5b09a72f" providerId="LiveId" clId="{C503E469-7D55-4921-A8C7-D2573436FAFF}" dt="2023-11-24T18:08:08.486" v="1952" actId="478"/>
          <ac:spMkLst>
            <pc:docMk/>
            <pc:sldMk cId="1989076990" sldId="571"/>
            <ac:spMk id="3" creationId="{12A23A59-E30F-20E8-8550-95D680F608E1}"/>
          </ac:spMkLst>
        </pc:spChg>
        <pc:spChg chg="add mod">
          <ac:chgData name="Abolfazl Kazemi" userId="f956631a5b09a72f" providerId="LiveId" clId="{C503E469-7D55-4921-A8C7-D2573436FAFF}" dt="2023-11-24T18:10:17.631" v="1982" actId="17032"/>
          <ac:spMkLst>
            <pc:docMk/>
            <pc:sldMk cId="1989076990" sldId="571"/>
            <ac:spMk id="5" creationId="{01B3FF51-E2AE-E0BD-7AD0-0754A9B51AF4}"/>
          </ac:spMkLst>
        </pc:spChg>
      </pc:sldChg>
      <pc:sldChg chg="add del">
        <pc:chgData name="Abolfazl Kazemi" userId="f956631a5b09a72f" providerId="LiveId" clId="{C503E469-7D55-4921-A8C7-D2573436FAFF}" dt="2023-11-24T16:44:32.913" v="1768" actId="47"/>
        <pc:sldMkLst>
          <pc:docMk/>
          <pc:sldMk cId="2307652595" sldId="571"/>
        </pc:sldMkLst>
      </pc:sldChg>
      <pc:sldChg chg="addSp delSp modSp add mod modTransition">
        <pc:chgData name="Abolfazl Kazemi" userId="f956631a5b09a72f" providerId="LiveId" clId="{C503E469-7D55-4921-A8C7-D2573436FAFF}" dt="2023-11-24T18:10:27.140" v="1985"/>
        <pc:sldMkLst>
          <pc:docMk/>
          <pc:sldMk cId="2060246998" sldId="572"/>
        </pc:sldMkLst>
        <pc:spChg chg="add del mod">
          <ac:chgData name="Abolfazl Kazemi" userId="f956631a5b09a72f" providerId="LiveId" clId="{C503E469-7D55-4921-A8C7-D2573436FAFF}" dt="2023-11-24T17:11:22.834" v="1825"/>
          <ac:spMkLst>
            <pc:docMk/>
            <pc:sldMk cId="2060246998" sldId="572"/>
            <ac:spMk id="3" creationId="{2C4290B4-D49A-55B6-9EDA-D668296E78AC}"/>
          </ac:spMkLst>
        </pc:spChg>
        <pc:spChg chg="add del mod">
          <ac:chgData name="Abolfazl Kazemi" userId="f956631a5b09a72f" providerId="LiveId" clId="{C503E469-7D55-4921-A8C7-D2573436FAFF}" dt="2023-11-24T17:12:10.244" v="1833"/>
          <ac:spMkLst>
            <pc:docMk/>
            <pc:sldMk cId="2060246998" sldId="572"/>
            <ac:spMk id="5" creationId="{BB2105A4-A17B-B301-FB9A-0C4364156CFD}"/>
          </ac:spMkLst>
        </pc:spChg>
        <pc:spChg chg="add del mod">
          <ac:chgData name="Abolfazl Kazemi" userId="f956631a5b09a72f" providerId="LiveId" clId="{C503E469-7D55-4921-A8C7-D2573436FAFF}" dt="2023-11-24T17:19:48.669" v="1887" actId="478"/>
          <ac:spMkLst>
            <pc:docMk/>
            <pc:sldMk cId="2060246998" sldId="572"/>
            <ac:spMk id="7" creationId="{BA6F446C-00A2-6B90-75F0-A0C38B3BD0A7}"/>
          </ac:spMkLst>
        </pc:spChg>
        <pc:spChg chg="add del mod">
          <ac:chgData name="Abolfazl Kazemi" userId="f956631a5b09a72f" providerId="LiveId" clId="{C503E469-7D55-4921-A8C7-D2573436FAFF}" dt="2023-11-24T17:19:42.121" v="1886" actId="478"/>
          <ac:spMkLst>
            <pc:docMk/>
            <pc:sldMk cId="2060246998" sldId="572"/>
            <ac:spMk id="8" creationId="{E4DE7F5D-AF51-F277-4D7D-D66D135C7968}"/>
          </ac:spMkLst>
        </pc:spChg>
        <pc:spChg chg="add mod">
          <ac:chgData name="Abolfazl Kazemi" userId="f956631a5b09a72f" providerId="LiveId" clId="{C503E469-7D55-4921-A8C7-D2573436FAFF}" dt="2023-11-24T17:21:06.192" v="1914" actId="17032"/>
          <ac:spMkLst>
            <pc:docMk/>
            <pc:sldMk cId="2060246998" sldId="572"/>
            <ac:spMk id="10" creationId="{07D07C37-3176-B5B3-DDB2-E62F5736E6F1}"/>
          </ac:spMkLst>
        </pc:spChg>
        <pc:grpChg chg="add mod">
          <ac:chgData name="Abolfazl Kazemi" userId="f956631a5b09a72f" providerId="LiveId" clId="{C503E469-7D55-4921-A8C7-D2573436FAFF}" dt="2023-11-24T17:19:37.829" v="1883" actId="164"/>
          <ac:grpSpMkLst>
            <pc:docMk/>
            <pc:sldMk cId="2060246998" sldId="572"/>
            <ac:grpSpMk id="9" creationId="{D6819ED9-BE7E-D812-72D6-3A192C915E95}"/>
          </ac:grpSpMkLst>
        </pc:grpChg>
      </pc:sldChg>
      <pc:sldChg chg="add del">
        <pc:chgData name="Abolfazl Kazemi" userId="f956631a5b09a72f" providerId="LiveId" clId="{C503E469-7D55-4921-A8C7-D2573436FAFF}" dt="2023-11-24T16:44:35.064" v="1769" actId="47"/>
        <pc:sldMkLst>
          <pc:docMk/>
          <pc:sldMk cId="3739877376" sldId="572"/>
        </pc:sldMkLst>
      </pc:sldChg>
      <pc:sldChg chg="addSp delSp modSp add del mod">
        <pc:chgData name="Abolfazl Kazemi" userId="f956631a5b09a72f" providerId="LiveId" clId="{C503E469-7D55-4921-A8C7-D2573436FAFF}" dt="2023-11-24T17:15:19.355" v="1858" actId="47"/>
        <pc:sldMkLst>
          <pc:docMk/>
          <pc:sldMk cId="2253637799" sldId="573"/>
        </pc:sldMkLst>
        <pc:spChg chg="add del mod">
          <ac:chgData name="Abolfazl Kazemi" userId="f956631a5b09a72f" providerId="LiveId" clId="{C503E469-7D55-4921-A8C7-D2573436FAFF}" dt="2023-11-24T17:15:03.332" v="1852"/>
          <ac:spMkLst>
            <pc:docMk/>
            <pc:sldMk cId="2253637799" sldId="573"/>
            <ac:spMk id="3" creationId="{321B59C7-B0BD-391F-4E1B-0613CF0D906D}"/>
          </ac:spMkLst>
        </pc:spChg>
        <pc:spChg chg="mod">
          <ac:chgData name="Abolfazl Kazemi" userId="f956631a5b09a72f" providerId="LiveId" clId="{C503E469-7D55-4921-A8C7-D2573436FAFF}" dt="2023-11-24T17:15:03.332" v="1852"/>
          <ac:spMkLst>
            <pc:docMk/>
            <pc:sldMk cId="2253637799" sldId="573"/>
            <ac:spMk id="5" creationId="{F3C3CF5E-1A9E-4DA2-D351-4962860A41C7}"/>
          </ac:spMkLst>
        </pc:spChg>
        <pc:picChg chg="del">
          <ac:chgData name="Abolfazl Kazemi" userId="f956631a5b09a72f" providerId="LiveId" clId="{C503E469-7D55-4921-A8C7-D2573436FAFF}" dt="2023-11-24T17:15:03.332" v="1852"/>
          <ac:picMkLst>
            <pc:docMk/>
            <pc:sldMk cId="2253637799" sldId="573"/>
            <ac:picMk id="6" creationId="{AB301627-07AC-35AE-F6B5-EF48507AE81A}"/>
          </ac:picMkLst>
        </pc:picChg>
      </pc:sldChg>
      <pc:sldChg chg="addSp delSp modSp add del mod">
        <pc:chgData name="Abolfazl Kazemi" userId="f956631a5b09a72f" providerId="LiveId" clId="{C503E469-7D55-4921-A8C7-D2573436FAFF}" dt="2023-11-24T17:09:38.448" v="1810" actId="47"/>
        <pc:sldMkLst>
          <pc:docMk/>
          <pc:sldMk cId="3089138215" sldId="573"/>
        </pc:sldMkLst>
        <pc:spChg chg="add del mod">
          <ac:chgData name="Abolfazl Kazemi" userId="f956631a5b09a72f" providerId="LiveId" clId="{C503E469-7D55-4921-A8C7-D2573436FAFF}" dt="2023-11-24T16:46:40.435" v="1795" actId="478"/>
          <ac:spMkLst>
            <pc:docMk/>
            <pc:sldMk cId="3089138215" sldId="573"/>
            <ac:spMk id="3" creationId="{590E2293-5031-8D92-A07C-B2006FC5360C}"/>
          </ac:spMkLst>
        </pc:spChg>
        <pc:spChg chg="add del mod">
          <ac:chgData name="Abolfazl Kazemi" userId="f956631a5b09a72f" providerId="LiveId" clId="{C503E469-7D55-4921-A8C7-D2573436FAFF}" dt="2023-11-24T17:09:19.086" v="1807"/>
          <ac:spMkLst>
            <pc:docMk/>
            <pc:sldMk cId="3089138215" sldId="573"/>
            <ac:spMk id="5" creationId="{A75F9E0B-4B28-A5DF-3166-4EEE312C78BC}"/>
          </ac:spMkLst>
        </pc:spChg>
        <pc:spChg chg="mod">
          <ac:chgData name="Abolfazl Kazemi" userId="f956631a5b09a72f" providerId="LiveId" clId="{C503E469-7D55-4921-A8C7-D2573436FAFF}" dt="2023-11-24T17:09:19.086" v="1807"/>
          <ac:spMkLst>
            <pc:docMk/>
            <pc:sldMk cId="3089138215" sldId="573"/>
            <ac:spMk id="7" creationId="{0ADEB087-E2BD-130C-F31D-69CA3AD995C1}"/>
          </ac:spMkLst>
        </pc:spChg>
        <pc:picChg chg="del mod">
          <ac:chgData name="Abolfazl Kazemi" userId="f956631a5b09a72f" providerId="LiveId" clId="{C503E469-7D55-4921-A8C7-D2573436FAFF}" dt="2023-11-24T17:09:19.086" v="1807"/>
          <ac:picMkLst>
            <pc:docMk/>
            <pc:sldMk cId="3089138215" sldId="573"/>
            <ac:picMk id="6" creationId="{AB301627-07AC-35AE-F6B5-EF48507AE81A}"/>
          </ac:picMkLst>
        </pc:picChg>
      </pc:sldChg>
      <pc:sldChg chg="addSp delSp modSp add mod ord modTransition">
        <pc:chgData name="Abolfazl Kazemi" userId="f956631a5b09a72f" providerId="LiveId" clId="{C503E469-7D55-4921-A8C7-D2573436FAFF}" dt="2023-11-24T18:10:27.140" v="1985"/>
        <pc:sldMkLst>
          <pc:docMk/>
          <pc:sldMk cId="2266625061" sldId="574"/>
        </pc:sldMkLst>
        <pc:spChg chg="add del mod">
          <ac:chgData name="Abolfazl Kazemi" userId="f956631a5b09a72f" providerId="LiveId" clId="{C503E469-7D55-4921-A8C7-D2573436FAFF}" dt="2023-11-24T17:22:09.044" v="1919" actId="478"/>
          <ac:spMkLst>
            <pc:docMk/>
            <pc:sldMk cId="2266625061" sldId="574"/>
            <ac:spMk id="3" creationId="{7D29EB59-380C-71A3-ADAE-3C5A785AACED}"/>
          </ac:spMkLst>
        </pc:spChg>
        <pc:spChg chg="add del mod">
          <ac:chgData name="Abolfazl Kazemi" userId="f956631a5b09a72f" providerId="LiveId" clId="{C503E469-7D55-4921-A8C7-D2573436FAFF}" dt="2023-11-24T18:04:53.767" v="1941" actId="478"/>
          <ac:spMkLst>
            <pc:docMk/>
            <pc:sldMk cId="2266625061" sldId="574"/>
            <ac:spMk id="5" creationId="{E1198A75-BE2F-C34D-0928-CAA4B83A3E46}"/>
          </ac:spMkLst>
        </pc:spChg>
        <pc:spChg chg="add mod">
          <ac:chgData name="Abolfazl Kazemi" userId="f956631a5b09a72f" providerId="LiveId" clId="{C503E469-7D55-4921-A8C7-D2573436FAFF}" dt="2023-11-24T18:06:26.651" v="1950" actId="1076"/>
          <ac:spMkLst>
            <pc:docMk/>
            <pc:sldMk cId="2266625061" sldId="574"/>
            <ac:spMk id="7" creationId="{CA2465A4-8DF2-0668-6F2C-68B8382B6C8B}"/>
          </ac:spMkLst>
        </pc:spChg>
      </pc:sldChg>
      <pc:sldChg chg="addSp delSp modSp add del mod">
        <pc:chgData name="Abolfazl Kazemi" userId="f956631a5b09a72f" providerId="LiveId" clId="{C503E469-7D55-4921-A8C7-D2573436FAFF}" dt="2023-11-24T17:13:56.162" v="1843" actId="47"/>
        <pc:sldMkLst>
          <pc:docMk/>
          <pc:sldMk cId="3944559734" sldId="574"/>
        </pc:sldMkLst>
        <pc:spChg chg="add del mod">
          <ac:chgData name="Abolfazl Kazemi" userId="f956631a5b09a72f" providerId="LiveId" clId="{C503E469-7D55-4921-A8C7-D2573436FAFF}" dt="2023-11-24T17:12:30.862" v="1837"/>
          <ac:spMkLst>
            <pc:docMk/>
            <pc:sldMk cId="3944559734" sldId="574"/>
            <ac:spMk id="3" creationId="{D913442E-B5CF-9B7F-4CEF-42559BE51213}"/>
          </ac:spMkLst>
        </pc:spChg>
        <pc:spChg chg="mod">
          <ac:chgData name="Abolfazl Kazemi" userId="f956631a5b09a72f" providerId="LiveId" clId="{C503E469-7D55-4921-A8C7-D2573436FAFF}" dt="2023-11-24T17:11:24.102" v="1826"/>
          <ac:spMkLst>
            <pc:docMk/>
            <pc:sldMk cId="3944559734" sldId="574"/>
            <ac:spMk id="5" creationId="{C69A4870-E338-D09E-18C0-5A259E7BD06E}"/>
          </ac:spMkLst>
        </pc:spChg>
        <pc:spChg chg="mod">
          <ac:chgData name="Abolfazl Kazemi" userId="f956631a5b09a72f" providerId="LiveId" clId="{C503E469-7D55-4921-A8C7-D2573436FAFF}" dt="2023-11-24T17:12:11.595" v="1834"/>
          <ac:spMkLst>
            <pc:docMk/>
            <pc:sldMk cId="3944559734" sldId="574"/>
            <ac:spMk id="7" creationId="{F95368DB-919B-5926-544D-BB0521524B41}"/>
          </ac:spMkLst>
        </pc:spChg>
        <pc:spChg chg="mod">
          <ac:chgData name="Abolfazl Kazemi" userId="f956631a5b09a72f" providerId="LiveId" clId="{C503E469-7D55-4921-A8C7-D2573436FAFF}" dt="2023-11-24T17:12:30.862" v="1837"/>
          <ac:spMkLst>
            <pc:docMk/>
            <pc:sldMk cId="3944559734" sldId="574"/>
            <ac:spMk id="8" creationId="{B8927104-F17A-6BF3-70BC-E0BB6A5FC375}"/>
          </ac:spMkLst>
        </pc:spChg>
        <pc:picChg chg="add del">
          <ac:chgData name="Abolfazl Kazemi" userId="f956631a5b09a72f" providerId="LiveId" clId="{C503E469-7D55-4921-A8C7-D2573436FAFF}" dt="2023-11-24T17:12:30.862" v="1837"/>
          <ac:picMkLst>
            <pc:docMk/>
            <pc:sldMk cId="3944559734" sldId="574"/>
            <ac:picMk id="6" creationId="{AB301627-07AC-35AE-F6B5-EF48507AE81A}"/>
          </ac:picMkLst>
        </pc:picChg>
      </pc:sldChg>
      <pc:sldChg chg="addSp delSp modSp add del mod modTransition">
        <pc:chgData name="Abolfazl Kazemi" userId="f956631a5b09a72f" providerId="LiveId" clId="{C503E469-7D55-4921-A8C7-D2573436FAFF}" dt="2023-11-24T17:21:10.148" v="1915" actId="47"/>
        <pc:sldMkLst>
          <pc:docMk/>
          <pc:sldMk cId="185469132" sldId="575"/>
        </pc:sldMkLst>
        <pc:spChg chg="add del mod">
          <ac:chgData name="Abolfazl Kazemi" userId="f956631a5b09a72f" providerId="LiveId" clId="{C503E469-7D55-4921-A8C7-D2573436FAFF}" dt="2023-11-24T17:20:54.943" v="1911"/>
          <ac:spMkLst>
            <pc:docMk/>
            <pc:sldMk cId="185469132" sldId="575"/>
            <ac:spMk id="3" creationId="{770327BA-BB72-694B-D451-04F5C7436F2C}"/>
          </ac:spMkLst>
        </pc:spChg>
        <pc:spChg chg="add del mod">
          <ac:chgData name="Abolfazl Kazemi" userId="f956631a5b09a72f" providerId="LiveId" clId="{C503E469-7D55-4921-A8C7-D2573436FAFF}" dt="2023-11-24T17:20:54.943" v="1911"/>
          <ac:spMkLst>
            <pc:docMk/>
            <pc:sldMk cId="185469132" sldId="575"/>
            <ac:spMk id="5" creationId="{FBED1D24-2977-C3AB-77AC-06B8FAD308E4}"/>
          </ac:spMkLst>
        </pc:spChg>
        <pc:spChg chg="mod">
          <ac:chgData name="Abolfazl Kazemi" userId="f956631a5b09a72f" providerId="LiveId" clId="{C503E469-7D55-4921-A8C7-D2573436FAFF}" dt="2023-11-24T17:20:54.943" v="1911"/>
          <ac:spMkLst>
            <pc:docMk/>
            <pc:sldMk cId="185469132" sldId="575"/>
            <ac:spMk id="7" creationId="{21DF2295-0396-446E-FAF6-1C3BAA055D42}"/>
          </ac:spMkLst>
        </pc:spChg>
        <pc:picChg chg="del">
          <ac:chgData name="Abolfazl Kazemi" userId="f956631a5b09a72f" providerId="LiveId" clId="{C503E469-7D55-4921-A8C7-D2573436FAFF}" dt="2023-11-24T17:20:54.943" v="1911"/>
          <ac:picMkLst>
            <pc:docMk/>
            <pc:sldMk cId="185469132" sldId="575"/>
            <ac:picMk id="6" creationId="{AB301627-07AC-35AE-F6B5-EF48507AE81A}"/>
          </ac:picMkLst>
        </pc:picChg>
      </pc:sldChg>
      <pc:sldChg chg="add del">
        <pc:chgData name="Abolfazl Kazemi" userId="f956631a5b09a72f" providerId="LiveId" clId="{C503E469-7D55-4921-A8C7-D2573436FAFF}" dt="2023-11-24T18:26:01.911" v="2014" actId="47"/>
        <pc:sldMkLst>
          <pc:docMk/>
          <pc:sldMk cId="722761696" sldId="575"/>
        </pc:sldMkLst>
      </pc:sldChg>
      <pc:sldChg chg="addSp delSp modSp add mod modAnim">
        <pc:chgData name="Abolfazl Kazemi" userId="f956631a5b09a72f" providerId="LiveId" clId="{C503E469-7D55-4921-A8C7-D2573436FAFF}" dt="2023-11-27T11:23:18.580" v="2205" actId="207"/>
        <pc:sldMkLst>
          <pc:docMk/>
          <pc:sldMk cId="1458684908" sldId="575"/>
        </pc:sldMkLst>
        <pc:spChg chg="mod">
          <ac:chgData name="Abolfazl Kazemi" userId="f956631a5b09a72f" providerId="LiveId" clId="{C503E469-7D55-4921-A8C7-D2573436FAFF}" dt="2023-11-27T11:19:06.651" v="2180" actId="1076"/>
          <ac:spMkLst>
            <pc:docMk/>
            <pc:sldMk cId="1458684908" sldId="575"/>
            <ac:spMk id="2" creationId="{3334B65E-CF8A-DE56-9069-47C88EA86FB2}"/>
          </ac:spMkLst>
        </pc:spChg>
        <pc:spChg chg="add mod">
          <ac:chgData name="Abolfazl Kazemi" userId="f956631a5b09a72f" providerId="LiveId" clId="{C503E469-7D55-4921-A8C7-D2573436FAFF}" dt="2023-11-27T11:23:18.580" v="2205" actId="207"/>
          <ac:spMkLst>
            <pc:docMk/>
            <pc:sldMk cId="1458684908" sldId="575"/>
            <ac:spMk id="3" creationId="{73323877-9258-6525-F84F-85C26AC830A7}"/>
          </ac:spMkLst>
        </pc:spChg>
        <pc:spChg chg="add del">
          <ac:chgData name="Abolfazl Kazemi" userId="f956631a5b09a72f" providerId="LiveId" clId="{C503E469-7D55-4921-A8C7-D2573436FAFF}" dt="2023-11-27T11:13:39.543" v="2154"/>
          <ac:spMkLst>
            <pc:docMk/>
            <pc:sldMk cId="1458684908" sldId="575"/>
            <ac:spMk id="5" creationId="{BE962CC9-CCF0-9EA8-6C03-0388D9E630F6}"/>
          </ac:spMkLst>
        </pc:spChg>
        <pc:spChg chg="add mod">
          <ac:chgData name="Abolfazl Kazemi" userId="f956631a5b09a72f" providerId="LiveId" clId="{C503E469-7D55-4921-A8C7-D2573436FAFF}" dt="2023-11-27T11:16:04.236" v="2167"/>
          <ac:spMkLst>
            <pc:docMk/>
            <pc:sldMk cId="1458684908" sldId="575"/>
            <ac:spMk id="7" creationId="{18C89607-E8CA-CDC6-F188-210C5FB00600}"/>
          </ac:spMkLst>
        </pc:spChg>
        <pc:picChg chg="del">
          <ac:chgData name="Abolfazl Kazemi" userId="f956631a5b09a72f" providerId="LiveId" clId="{C503E469-7D55-4921-A8C7-D2573436FAFF}" dt="2023-11-27T11:11:22.312" v="2088" actId="478"/>
          <ac:picMkLst>
            <pc:docMk/>
            <pc:sldMk cId="1458684908" sldId="575"/>
            <ac:picMk id="6" creationId="{7C1783B6-E951-8E6D-989C-698F227BCF35}"/>
          </ac:picMkLst>
        </pc:picChg>
      </pc:sldChg>
      <pc:sldChg chg="addSp delSp modSp add mod">
        <pc:chgData name="Abolfazl Kazemi" userId="f956631a5b09a72f" providerId="LiveId" clId="{C503E469-7D55-4921-A8C7-D2573436FAFF}" dt="2023-11-29T07:29:33.726" v="2568" actId="1076"/>
        <pc:sldMkLst>
          <pc:docMk/>
          <pc:sldMk cId="185128628" sldId="576"/>
        </pc:sldMkLst>
        <pc:spChg chg="mod">
          <ac:chgData name="Abolfazl Kazemi" userId="f956631a5b09a72f" providerId="LiveId" clId="{C503E469-7D55-4921-A8C7-D2573436FAFF}" dt="2023-11-29T07:29:33.726" v="2568" actId="1076"/>
          <ac:spMkLst>
            <pc:docMk/>
            <pc:sldMk cId="185128628" sldId="576"/>
            <ac:spMk id="2" creationId="{3334B65E-CF8A-DE56-9069-47C88EA86FB2}"/>
          </ac:spMkLst>
        </pc:spChg>
        <pc:spChg chg="del">
          <ac:chgData name="Abolfazl Kazemi" userId="f956631a5b09a72f" providerId="LiveId" clId="{C503E469-7D55-4921-A8C7-D2573436FAFF}" dt="2023-11-29T07:15:53.384" v="2443" actId="478"/>
          <ac:spMkLst>
            <pc:docMk/>
            <pc:sldMk cId="185128628" sldId="576"/>
            <ac:spMk id="3" creationId="{01D64C34-E62C-26F0-A3D7-3CCC7419726D}"/>
          </ac:spMkLst>
        </pc:spChg>
        <pc:spChg chg="add mod">
          <ac:chgData name="Abolfazl Kazemi" userId="f956631a5b09a72f" providerId="LiveId" clId="{C503E469-7D55-4921-A8C7-D2573436FAFF}" dt="2023-11-29T07:16:38.063" v="2452" actId="3626"/>
          <ac:spMkLst>
            <pc:docMk/>
            <pc:sldMk cId="185128628" sldId="576"/>
            <ac:spMk id="7" creationId="{8A938FCF-3C48-FEA6-BBD0-4036E9423049}"/>
          </ac:spMkLst>
        </pc:spChg>
        <pc:picChg chg="add mod">
          <ac:chgData name="Abolfazl Kazemi" userId="f956631a5b09a72f" providerId="LiveId" clId="{C503E469-7D55-4921-A8C7-D2573436FAFF}" dt="2023-11-29T07:16:19.694" v="2449" actId="1076"/>
          <ac:picMkLst>
            <pc:docMk/>
            <pc:sldMk cId="185128628" sldId="576"/>
            <ac:picMk id="6" creationId="{B2AEA1E5-95AB-7761-7CA6-EF0C4A1842C9}"/>
          </ac:picMkLst>
        </pc:picChg>
      </pc:sldChg>
      <pc:sldChg chg="addSp delSp modSp add del mod">
        <pc:chgData name="Abolfazl Kazemi" userId="f956631a5b09a72f" providerId="LiveId" clId="{C503E469-7D55-4921-A8C7-D2573436FAFF}" dt="2023-11-24T18:06:29.291" v="1951" actId="47"/>
        <pc:sldMkLst>
          <pc:docMk/>
          <pc:sldMk cId="1754947987" sldId="576"/>
        </pc:sldMkLst>
        <pc:spChg chg="add del mod">
          <ac:chgData name="Abolfazl Kazemi" userId="f956631a5b09a72f" providerId="LiveId" clId="{C503E469-7D55-4921-A8C7-D2573436FAFF}" dt="2023-11-24T18:05:59.933" v="1946"/>
          <ac:spMkLst>
            <pc:docMk/>
            <pc:sldMk cId="1754947987" sldId="576"/>
            <ac:spMk id="3" creationId="{6368697A-9F8C-0476-E178-8E02EBE6FB96}"/>
          </ac:spMkLst>
        </pc:spChg>
        <pc:spChg chg="add del mod">
          <ac:chgData name="Abolfazl Kazemi" userId="f956631a5b09a72f" providerId="LiveId" clId="{C503E469-7D55-4921-A8C7-D2573436FAFF}" dt="2023-11-24T18:05:59.933" v="1946"/>
          <ac:spMkLst>
            <pc:docMk/>
            <pc:sldMk cId="1754947987" sldId="576"/>
            <ac:spMk id="5" creationId="{30E2C5A0-9F6C-DC8C-0CC9-9C0F73C2F6DC}"/>
          </ac:spMkLst>
        </pc:spChg>
        <pc:spChg chg="mod">
          <ac:chgData name="Abolfazl Kazemi" userId="f956631a5b09a72f" providerId="LiveId" clId="{C503E469-7D55-4921-A8C7-D2573436FAFF}" dt="2023-11-24T18:05:59.933" v="1946"/>
          <ac:spMkLst>
            <pc:docMk/>
            <pc:sldMk cId="1754947987" sldId="576"/>
            <ac:spMk id="7" creationId="{7A07D041-D632-2E2A-51DB-7F0A3627F5CA}"/>
          </ac:spMkLst>
        </pc:spChg>
        <pc:picChg chg="del">
          <ac:chgData name="Abolfazl Kazemi" userId="f956631a5b09a72f" providerId="LiveId" clId="{C503E469-7D55-4921-A8C7-D2573436FAFF}" dt="2023-11-24T18:05:59.933" v="1946"/>
          <ac:picMkLst>
            <pc:docMk/>
            <pc:sldMk cId="1754947987" sldId="576"/>
            <ac:picMk id="6" creationId="{AB301627-07AC-35AE-F6B5-EF48507AE81A}"/>
          </ac:picMkLst>
        </pc:picChg>
      </pc:sldChg>
      <pc:sldChg chg="addSp delSp modSp add mod">
        <pc:chgData name="Abolfazl Kazemi" userId="f956631a5b09a72f" providerId="LiveId" clId="{C503E469-7D55-4921-A8C7-D2573436FAFF}" dt="2023-11-29T05:37:55.501" v="2239" actId="1076"/>
        <pc:sldMkLst>
          <pc:docMk/>
          <pc:sldMk cId="1474766975" sldId="577"/>
        </pc:sldMkLst>
        <pc:spChg chg="mod">
          <ac:chgData name="Abolfazl Kazemi" userId="f956631a5b09a72f" providerId="LiveId" clId="{C503E469-7D55-4921-A8C7-D2573436FAFF}" dt="2023-11-29T05:37:06.077" v="2226" actId="27636"/>
          <ac:spMkLst>
            <pc:docMk/>
            <pc:sldMk cId="1474766975" sldId="577"/>
            <ac:spMk id="2" creationId="{3334B65E-CF8A-DE56-9069-47C88EA86FB2}"/>
          </ac:spMkLst>
        </pc:spChg>
        <pc:spChg chg="del">
          <ac:chgData name="Abolfazl Kazemi" userId="f956631a5b09a72f" providerId="LiveId" clId="{C503E469-7D55-4921-A8C7-D2573436FAFF}" dt="2023-11-29T05:37:10.112" v="2227" actId="478"/>
          <ac:spMkLst>
            <pc:docMk/>
            <pc:sldMk cId="1474766975" sldId="577"/>
            <ac:spMk id="3" creationId="{01D64C34-E62C-26F0-A3D7-3CCC7419726D}"/>
          </ac:spMkLst>
        </pc:spChg>
        <pc:spChg chg="add mod">
          <ac:chgData name="Abolfazl Kazemi" userId="f956631a5b09a72f" providerId="LiveId" clId="{C503E469-7D55-4921-A8C7-D2573436FAFF}" dt="2023-11-29T05:37:55.501" v="2239" actId="1076"/>
          <ac:spMkLst>
            <pc:docMk/>
            <pc:sldMk cId="1474766975" sldId="577"/>
            <ac:spMk id="6" creationId="{44CAB782-383D-3C4A-EA24-C9AC1028281E}"/>
          </ac:spMkLst>
        </pc:spChg>
        <pc:picChg chg="add mod modCrop">
          <ac:chgData name="Abolfazl Kazemi" userId="f956631a5b09a72f" providerId="LiveId" clId="{C503E469-7D55-4921-A8C7-D2573436FAFF}" dt="2023-11-29T05:37:46.491" v="2237" actId="1076"/>
          <ac:picMkLst>
            <pc:docMk/>
            <pc:sldMk cId="1474766975" sldId="577"/>
            <ac:picMk id="5" creationId="{547D3D46-5C1E-4FF5-9DA1-C88D39FE02DF}"/>
          </ac:picMkLst>
        </pc:picChg>
      </pc:sldChg>
      <pc:sldChg chg="addSp delSp modSp add del mod">
        <pc:chgData name="Abolfazl Kazemi" userId="f956631a5b09a72f" providerId="LiveId" clId="{C503E469-7D55-4921-A8C7-D2573436FAFF}" dt="2023-11-24T18:10:20.264" v="1983" actId="47"/>
        <pc:sldMkLst>
          <pc:docMk/>
          <pc:sldMk cId="3084114059" sldId="577"/>
        </pc:sldMkLst>
        <pc:spChg chg="add del mod">
          <ac:chgData name="Abolfazl Kazemi" userId="f956631a5b09a72f" providerId="LiveId" clId="{C503E469-7D55-4921-A8C7-D2573436FAFF}" dt="2023-11-24T18:09:51.454" v="1979"/>
          <ac:spMkLst>
            <pc:docMk/>
            <pc:sldMk cId="3084114059" sldId="577"/>
            <ac:spMk id="3" creationId="{3E12EBAD-9418-AC60-EF25-6A0BF85C63C4}"/>
          </ac:spMkLst>
        </pc:spChg>
        <pc:spChg chg="add del mod">
          <ac:chgData name="Abolfazl Kazemi" userId="f956631a5b09a72f" providerId="LiveId" clId="{C503E469-7D55-4921-A8C7-D2573436FAFF}" dt="2023-11-24T18:09:51.454" v="1979"/>
          <ac:spMkLst>
            <pc:docMk/>
            <pc:sldMk cId="3084114059" sldId="577"/>
            <ac:spMk id="5" creationId="{F8F591DA-1BEB-16C0-69C2-F472D5D00526}"/>
          </ac:spMkLst>
        </pc:spChg>
        <pc:spChg chg="mod">
          <ac:chgData name="Abolfazl Kazemi" userId="f956631a5b09a72f" providerId="LiveId" clId="{C503E469-7D55-4921-A8C7-D2573436FAFF}" dt="2023-11-24T18:09:51.454" v="1979"/>
          <ac:spMkLst>
            <pc:docMk/>
            <pc:sldMk cId="3084114059" sldId="577"/>
            <ac:spMk id="7" creationId="{9EA94737-EDAA-553B-EB74-E4EB522EE375}"/>
          </ac:spMkLst>
        </pc:spChg>
        <pc:picChg chg="del">
          <ac:chgData name="Abolfazl Kazemi" userId="f956631a5b09a72f" providerId="LiveId" clId="{C503E469-7D55-4921-A8C7-D2573436FAFF}" dt="2023-11-24T18:09:51.454" v="1979"/>
          <ac:picMkLst>
            <pc:docMk/>
            <pc:sldMk cId="3084114059" sldId="577"/>
            <ac:picMk id="6" creationId="{AB301627-07AC-35AE-F6B5-EF48507AE81A}"/>
          </ac:picMkLst>
        </pc:picChg>
      </pc:sldChg>
      <pc:sldChg chg="addSp delSp modSp add mod">
        <pc:chgData name="Abolfazl Kazemi" userId="f956631a5b09a72f" providerId="LiveId" clId="{C503E469-7D55-4921-A8C7-D2573436FAFF}" dt="2023-11-29T05:38:43.893" v="2254" actId="1076"/>
        <pc:sldMkLst>
          <pc:docMk/>
          <pc:sldMk cId="2288362645" sldId="578"/>
        </pc:sldMkLst>
        <pc:spChg chg="mod">
          <ac:chgData name="Abolfazl Kazemi" userId="f956631a5b09a72f" providerId="LiveId" clId="{C503E469-7D55-4921-A8C7-D2573436FAFF}" dt="2023-11-29T05:38:18.963" v="2247" actId="1076"/>
          <ac:spMkLst>
            <pc:docMk/>
            <pc:sldMk cId="2288362645" sldId="578"/>
            <ac:spMk id="2" creationId="{3334B65E-CF8A-DE56-9069-47C88EA86FB2}"/>
          </ac:spMkLst>
        </pc:spChg>
        <pc:spChg chg="del">
          <ac:chgData name="Abolfazl Kazemi" userId="f956631a5b09a72f" providerId="LiveId" clId="{C503E469-7D55-4921-A8C7-D2573436FAFF}" dt="2023-11-29T05:38:21.207" v="2248" actId="478"/>
          <ac:spMkLst>
            <pc:docMk/>
            <pc:sldMk cId="2288362645" sldId="578"/>
            <ac:spMk id="3" creationId="{01D64C34-E62C-26F0-A3D7-3CCC7419726D}"/>
          </ac:spMkLst>
        </pc:spChg>
        <pc:spChg chg="add mod">
          <ac:chgData name="Abolfazl Kazemi" userId="f956631a5b09a72f" providerId="LiveId" clId="{C503E469-7D55-4921-A8C7-D2573436FAFF}" dt="2023-11-29T05:38:43.893" v="2254" actId="1076"/>
          <ac:spMkLst>
            <pc:docMk/>
            <pc:sldMk cId="2288362645" sldId="578"/>
            <ac:spMk id="6" creationId="{44CAB782-383D-3C4A-EA24-C9AC1028281E}"/>
          </ac:spMkLst>
        </pc:spChg>
        <pc:picChg chg="add mod">
          <ac:chgData name="Abolfazl Kazemi" userId="f956631a5b09a72f" providerId="LiveId" clId="{C503E469-7D55-4921-A8C7-D2573436FAFF}" dt="2023-11-29T05:38:32.738" v="2252" actId="1076"/>
          <ac:picMkLst>
            <pc:docMk/>
            <pc:sldMk cId="2288362645" sldId="578"/>
            <ac:picMk id="5" creationId="{1F654B38-C67B-B28C-5CC1-3F035270D0B5}"/>
          </ac:picMkLst>
        </pc:picChg>
      </pc:sldChg>
      <pc:sldChg chg="addSp modSp add mod">
        <pc:chgData name="Abolfazl Kazemi" userId="f956631a5b09a72f" providerId="LiveId" clId="{C503E469-7D55-4921-A8C7-D2573436FAFF}" dt="2023-11-29T05:39:54.447" v="2273" actId="1076"/>
        <pc:sldMkLst>
          <pc:docMk/>
          <pc:sldMk cId="4068680098" sldId="579"/>
        </pc:sldMkLst>
        <pc:spChg chg="mod">
          <ac:chgData name="Abolfazl Kazemi" userId="f956631a5b09a72f" providerId="LiveId" clId="{C503E469-7D55-4921-A8C7-D2573436FAFF}" dt="2023-11-29T05:39:03.166" v="2260" actId="1076"/>
          <ac:spMkLst>
            <pc:docMk/>
            <pc:sldMk cId="4068680098" sldId="579"/>
            <ac:spMk id="2" creationId="{3334B65E-CF8A-DE56-9069-47C88EA86FB2}"/>
          </ac:spMkLst>
        </pc:spChg>
        <pc:spChg chg="mod">
          <ac:chgData name="Abolfazl Kazemi" userId="f956631a5b09a72f" providerId="LiveId" clId="{C503E469-7D55-4921-A8C7-D2573436FAFF}" dt="2023-11-29T05:39:24.432" v="2267" actId="1076"/>
          <ac:spMkLst>
            <pc:docMk/>
            <pc:sldMk cId="4068680098" sldId="579"/>
            <ac:spMk id="3" creationId="{01D64C34-E62C-26F0-A3D7-3CCC7419726D}"/>
          </ac:spMkLst>
        </pc:spChg>
        <pc:spChg chg="add mod">
          <ac:chgData name="Abolfazl Kazemi" userId="f956631a5b09a72f" providerId="LiveId" clId="{C503E469-7D55-4921-A8C7-D2573436FAFF}" dt="2023-11-29T05:39:54.447" v="2273" actId="1076"/>
          <ac:spMkLst>
            <pc:docMk/>
            <pc:sldMk cId="4068680098" sldId="579"/>
            <ac:spMk id="6" creationId="{44CAB782-383D-3C4A-EA24-C9AC1028281E}"/>
          </ac:spMkLst>
        </pc:spChg>
        <pc:picChg chg="add mod">
          <ac:chgData name="Abolfazl Kazemi" userId="f956631a5b09a72f" providerId="LiveId" clId="{C503E469-7D55-4921-A8C7-D2573436FAFF}" dt="2023-11-29T05:39:42.840" v="2271" actId="1076"/>
          <ac:picMkLst>
            <pc:docMk/>
            <pc:sldMk cId="4068680098" sldId="579"/>
            <ac:picMk id="5" creationId="{29276EF9-9162-E463-30FE-BB614E196A88}"/>
          </ac:picMkLst>
        </pc:picChg>
      </pc:sldChg>
      <pc:sldChg chg="addSp delSp modSp add mod">
        <pc:chgData name="Abolfazl Kazemi" userId="f956631a5b09a72f" providerId="LiveId" clId="{C503E469-7D55-4921-A8C7-D2573436FAFF}" dt="2023-11-29T05:47:01.336" v="2350" actId="164"/>
        <pc:sldMkLst>
          <pc:docMk/>
          <pc:sldMk cId="3676868740" sldId="580"/>
        </pc:sldMkLst>
        <pc:spChg chg="mod">
          <ac:chgData name="Abolfazl Kazemi" userId="f956631a5b09a72f" providerId="LiveId" clId="{C503E469-7D55-4921-A8C7-D2573436FAFF}" dt="2023-11-29T05:42:33.042" v="2302" actId="1076"/>
          <ac:spMkLst>
            <pc:docMk/>
            <pc:sldMk cId="3676868740" sldId="580"/>
            <ac:spMk id="2" creationId="{3334B65E-CF8A-DE56-9069-47C88EA86FB2}"/>
          </ac:spMkLst>
        </pc:spChg>
        <pc:spChg chg="del">
          <ac:chgData name="Abolfazl Kazemi" userId="f956631a5b09a72f" providerId="LiveId" clId="{C503E469-7D55-4921-A8C7-D2573436FAFF}" dt="2023-11-29T05:40:32.500" v="2277" actId="478"/>
          <ac:spMkLst>
            <pc:docMk/>
            <pc:sldMk cId="3676868740" sldId="580"/>
            <ac:spMk id="3" creationId="{01D64C34-E62C-26F0-A3D7-3CCC7419726D}"/>
          </ac:spMkLst>
        </pc:spChg>
        <pc:spChg chg="add mod topLvl">
          <ac:chgData name="Abolfazl Kazemi" userId="f956631a5b09a72f" providerId="LiveId" clId="{C503E469-7D55-4921-A8C7-D2573436FAFF}" dt="2023-11-29T05:47:01.336" v="2350" actId="164"/>
          <ac:spMkLst>
            <pc:docMk/>
            <pc:sldMk cId="3676868740" sldId="580"/>
            <ac:spMk id="9" creationId="{D66A8EA6-5C91-95D1-6FF1-85F99B542B02}"/>
          </ac:spMkLst>
        </pc:spChg>
        <pc:grpChg chg="add del mod">
          <ac:chgData name="Abolfazl Kazemi" userId="f956631a5b09a72f" providerId="LiveId" clId="{C503E469-7D55-4921-A8C7-D2573436FAFF}" dt="2023-11-29T05:46:44.183" v="2347" actId="165"/>
          <ac:grpSpMkLst>
            <pc:docMk/>
            <pc:sldMk cId="3676868740" sldId="580"/>
            <ac:grpSpMk id="10" creationId="{5572C569-098E-D5B7-0B5E-7A7A9A34BA63}"/>
          </ac:grpSpMkLst>
        </pc:grpChg>
        <pc:grpChg chg="add mod">
          <ac:chgData name="Abolfazl Kazemi" userId="f956631a5b09a72f" providerId="LiveId" clId="{C503E469-7D55-4921-A8C7-D2573436FAFF}" dt="2023-11-29T05:47:01.336" v="2350" actId="164"/>
          <ac:grpSpMkLst>
            <pc:docMk/>
            <pc:sldMk cId="3676868740" sldId="580"/>
            <ac:grpSpMk id="11" creationId="{96789201-57B3-53D5-087F-DB28F748B3DA}"/>
          </ac:grpSpMkLst>
        </pc:grpChg>
        <pc:picChg chg="add del">
          <ac:chgData name="Abolfazl Kazemi" userId="f956631a5b09a72f" providerId="LiveId" clId="{C503E469-7D55-4921-A8C7-D2573436FAFF}" dt="2023-11-29T05:40:34.384" v="2278" actId="478"/>
          <ac:picMkLst>
            <pc:docMk/>
            <pc:sldMk cId="3676868740" sldId="580"/>
            <ac:picMk id="5" creationId="{4FCE60EF-CC6E-38AE-08A2-302945FC0795}"/>
          </ac:picMkLst>
        </pc:picChg>
        <pc:picChg chg="add mod">
          <ac:chgData name="Abolfazl Kazemi" userId="f956631a5b09a72f" providerId="LiveId" clId="{C503E469-7D55-4921-A8C7-D2573436FAFF}" dt="2023-11-29T05:42:56.079" v="2303" actId="1076"/>
          <ac:picMkLst>
            <pc:docMk/>
            <pc:sldMk cId="3676868740" sldId="580"/>
            <ac:picMk id="6" creationId="{F2E92E8B-9229-18AA-C6F2-6E2541ADC976}"/>
          </ac:picMkLst>
        </pc:picChg>
        <pc:picChg chg="add mod">
          <ac:chgData name="Abolfazl Kazemi" userId="f956631a5b09a72f" providerId="LiveId" clId="{C503E469-7D55-4921-A8C7-D2573436FAFF}" dt="2023-11-29T05:42:56.079" v="2303" actId="1076"/>
          <ac:picMkLst>
            <pc:docMk/>
            <pc:sldMk cId="3676868740" sldId="580"/>
            <ac:picMk id="7" creationId="{0F1DBFB7-818E-3F49-4307-2F052B3D92AC}"/>
          </ac:picMkLst>
        </pc:picChg>
        <pc:picChg chg="add mod topLvl">
          <ac:chgData name="Abolfazl Kazemi" userId="f956631a5b09a72f" providerId="LiveId" clId="{C503E469-7D55-4921-A8C7-D2573436FAFF}" dt="2023-11-29T05:47:01.336" v="2350" actId="164"/>
          <ac:picMkLst>
            <pc:docMk/>
            <pc:sldMk cId="3676868740" sldId="580"/>
            <ac:picMk id="8" creationId="{7C88605E-98D6-5B35-E41D-5FD8B82D70FC}"/>
          </ac:picMkLst>
        </pc:picChg>
      </pc:sldChg>
      <pc:sldChg chg="addSp delSp modSp add mod">
        <pc:chgData name="Abolfazl Kazemi" userId="f956631a5b09a72f" providerId="LiveId" clId="{C503E469-7D55-4921-A8C7-D2573436FAFF}" dt="2023-11-29T05:46:28.903" v="2346" actId="1076"/>
        <pc:sldMkLst>
          <pc:docMk/>
          <pc:sldMk cId="3438612053" sldId="581"/>
        </pc:sldMkLst>
        <pc:spChg chg="mod">
          <ac:chgData name="Abolfazl Kazemi" userId="f956631a5b09a72f" providerId="LiveId" clId="{C503E469-7D55-4921-A8C7-D2573436FAFF}" dt="2023-11-29T05:46:28.903" v="2346" actId="1076"/>
          <ac:spMkLst>
            <pc:docMk/>
            <pc:sldMk cId="3438612053" sldId="581"/>
            <ac:spMk id="2" creationId="{3334B65E-CF8A-DE56-9069-47C88EA86FB2}"/>
          </ac:spMkLst>
        </pc:spChg>
        <pc:spChg chg="del">
          <ac:chgData name="Abolfazl Kazemi" userId="f956631a5b09a72f" providerId="LiveId" clId="{C503E469-7D55-4921-A8C7-D2573436FAFF}" dt="2023-11-29T05:43:26.456" v="2311" actId="478"/>
          <ac:spMkLst>
            <pc:docMk/>
            <pc:sldMk cId="3438612053" sldId="581"/>
            <ac:spMk id="3" creationId="{01D64C34-E62C-26F0-A3D7-3CCC7419726D}"/>
          </ac:spMkLst>
        </pc:spChg>
        <pc:spChg chg="add mod">
          <ac:chgData name="Abolfazl Kazemi" userId="f956631a5b09a72f" providerId="LiveId" clId="{C503E469-7D55-4921-A8C7-D2573436FAFF}" dt="2023-11-29T05:43:29.333" v="2312"/>
          <ac:spMkLst>
            <pc:docMk/>
            <pc:sldMk cId="3438612053" sldId="581"/>
            <ac:spMk id="7" creationId="{80195D76-516F-0B04-D0F2-34A868285097}"/>
          </ac:spMkLst>
        </pc:spChg>
        <pc:spChg chg="add mod">
          <ac:chgData name="Abolfazl Kazemi" userId="f956631a5b09a72f" providerId="LiveId" clId="{C503E469-7D55-4921-A8C7-D2573436FAFF}" dt="2023-11-29T05:43:29.333" v="2312"/>
          <ac:spMkLst>
            <pc:docMk/>
            <pc:sldMk cId="3438612053" sldId="581"/>
            <ac:spMk id="9" creationId="{F7DC312A-6F75-8E9D-5DE7-61E295CDA59B}"/>
          </ac:spMkLst>
        </pc:spChg>
        <pc:spChg chg="add mod">
          <ac:chgData name="Abolfazl Kazemi" userId="f956631a5b09a72f" providerId="LiveId" clId="{C503E469-7D55-4921-A8C7-D2573436FAFF}" dt="2023-11-29T05:43:29.333" v="2312"/>
          <ac:spMkLst>
            <pc:docMk/>
            <pc:sldMk cId="3438612053" sldId="581"/>
            <ac:spMk id="10" creationId="{1E4306D3-A496-8028-D1DE-C3B74D545935}"/>
          </ac:spMkLst>
        </pc:spChg>
        <pc:spChg chg="add mod">
          <ac:chgData name="Abolfazl Kazemi" userId="f956631a5b09a72f" providerId="LiveId" clId="{C503E469-7D55-4921-A8C7-D2573436FAFF}" dt="2023-11-29T05:43:29.333" v="2312"/>
          <ac:spMkLst>
            <pc:docMk/>
            <pc:sldMk cId="3438612053" sldId="581"/>
            <ac:spMk id="12" creationId="{D3B2F350-ACBB-9F7D-118F-F30C26175DEE}"/>
          </ac:spMkLst>
        </pc:spChg>
        <pc:spChg chg="add mod">
          <ac:chgData name="Abolfazl Kazemi" userId="f956631a5b09a72f" providerId="LiveId" clId="{C503E469-7D55-4921-A8C7-D2573436FAFF}" dt="2023-11-29T05:43:29.333" v="2312"/>
          <ac:spMkLst>
            <pc:docMk/>
            <pc:sldMk cId="3438612053" sldId="581"/>
            <ac:spMk id="13" creationId="{2C213AB8-CCAB-80D6-6B95-C53677B708DD}"/>
          </ac:spMkLst>
        </pc:spChg>
        <pc:spChg chg="add mod">
          <ac:chgData name="Abolfazl Kazemi" userId="f956631a5b09a72f" providerId="LiveId" clId="{C503E469-7D55-4921-A8C7-D2573436FAFF}" dt="2023-11-29T05:43:29.333" v="2312"/>
          <ac:spMkLst>
            <pc:docMk/>
            <pc:sldMk cId="3438612053" sldId="581"/>
            <ac:spMk id="14" creationId="{E956EF8C-5A2A-863C-C14A-D7A611BCEA11}"/>
          </ac:spMkLst>
        </pc:spChg>
        <pc:spChg chg="add mod">
          <ac:chgData name="Abolfazl Kazemi" userId="f956631a5b09a72f" providerId="LiveId" clId="{C503E469-7D55-4921-A8C7-D2573436FAFF}" dt="2023-11-29T05:43:29.333" v="2312"/>
          <ac:spMkLst>
            <pc:docMk/>
            <pc:sldMk cId="3438612053" sldId="581"/>
            <ac:spMk id="15" creationId="{B8E7DD34-4610-B004-814C-4DE73D812A8B}"/>
          </ac:spMkLst>
        </pc:spChg>
        <pc:spChg chg="add mod">
          <ac:chgData name="Abolfazl Kazemi" userId="f956631a5b09a72f" providerId="LiveId" clId="{C503E469-7D55-4921-A8C7-D2573436FAFF}" dt="2023-11-29T05:43:29.333" v="2312"/>
          <ac:spMkLst>
            <pc:docMk/>
            <pc:sldMk cId="3438612053" sldId="581"/>
            <ac:spMk id="16" creationId="{7420F695-FFDD-C077-6885-B3DF9CF74780}"/>
          </ac:spMkLst>
        </pc:spChg>
        <pc:spChg chg="add mod">
          <ac:chgData name="Abolfazl Kazemi" userId="f956631a5b09a72f" providerId="LiveId" clId="{C503E469-7D55-4921-A8C7-D2573436FAFF}" dt="2023-11-29T05:46:17.167" v="2343" actId="164"/>
          <ac:spMkLst>
            <pc:docMk/>
            <pc:sldMk cId="3438612053" sldId="581"/>
            <ac:spMk id="17" creationId="{11454161-ADE7-A33D-23F6-C625E01D84E9}"/>
          </ac:spMkLst>
        </pc:spChg>
        <pc:spChg chg="add mod">
          <ac:chgData name="Abolfazl Kazemi" userId="f956631a5b09a72f" providerId="LiveId" clId="{C503E469-7D55-4921-A8C7-D2573436FAFF}" dt="2023-11-29T05:46:17.167" v="2343" actId="164"/>
          <ac:spMkLst>
            <pc:docMk/>
            <pc:sldMk cId="3438612053" sldId="581"/>
            <ac:spMk id="18" creationId="{174954D8-A573-56F3-F643-D6C27DE629F0}"/>
          </ac:spMkLst>
        </pc:spChg>
        <pc:spChg chg="add mod">
          <ac:chgData name="Abolfazl Kazemi" userId="f956631a5b09a72f" providerId="LiveId" clId="{C503E469-7D55-4921-A8C7-D2573436FAFF}" dt="2023-11-29T05:46:17.167" v="2343" actId="164"/>
          <ac:spMkLst>
            <pc:docMk/>
            <pc:sldMk cId="3438612053" sldId="581"/>
            <ac:spMk id="19" creationId="{43C4D4DE-E358-52CC-5A1A-56FFB724CC59}"/>
          </ac:spMkLst>
        </pc:spChg>
        <pc:grpChg chg="add mod">
          <ac:chgData name="Abolfazl Kazemi" userId="f956631a5b09a72f" providerId="LiveId" clId="{C503E469-7D55-4921-A8C7-D2573436FAFF}" dt="2023-11-29T05:46:22.314" v="2344" actId="1076"/>
          <ac:grpSpMkLst>
            <pc:docMk/>
            <pc:sldMk cId="3438612053" sldId="581"/>
            <ac:grpSpMk id="5" creationId="{CF21D88C-E83F-510D-8B12-18FDA0EB0A83}"/>
          </ac:grpSpMkLst>
        </pc:grpChg>
        <pc:grpChg chg="add mod">
          <ac:chgData name="Abolfazl Kazemi" userId="f956631a5b09a72f" providerId="LiveId" clId="{C503E469-7D55-4921-A8C7-D2573436FAFF}" dt="2023-11-29T05:43:29.333" v="2312"/>
          <ac:grpSpMkLst>
            <pc:docMk/>
            <pc:sldMk cId="3438612053" sldId="581"/>
            <ac:grpSpMk id="6" creationId="{F2A0A720-2610-E3E6-9D3D-2EA1E5AD3446}"/>
          </ac:grpSpMkLst>
        </pc:grpChg>
        <pc:grpChg chg="add mod">
          <ac:chgData name="Abolfazl Kazemi" userId="f956631a5b09a72f" providerId="LiveId" clId="{C503E469-7D55-4921-A8C7-D2573436FAFF}" dt="2023-11-29T05:43:29.333" v="2312"/>
          <ac:grpSpMkLst>
            <pc:docMk/>
            <pc:sldMk cId="3438612053" sldId="581"/>
            <ac:grpSpMk id="8" creationId="{16F52F08-89D6-F798-9D8F-9636518A6ECC}"/>
          </ac:grpSpMkLst>
        </pc:grpChg>
        <pc:grpChg chg="add mod">
          <ac:chgData name="Abolfazl Kazemi" userId="f956631a5b09a72f" providerId="LiveId" clId="{C503E469-7D55-4921-A8C7-D2573436FAFF}" dt="2023-11-29T05:46:17.167" v="2343" actId="164"/>
          <ac:grpSpMkLst>
            <pc:docMk/>
            <pc:sldMk cId="3438612053" sldId="581"/>
            <ac:grpSpMk id="20" creationId="{7CBBC9D1-6991-884D-F0BA-D011DE478DD5}"/>
          </ac:grpSpMkLst>
        </pc:grpChg>
        <pc:picChg chg="add mod">
          <ac:chgData name="Abolfazl Kazemi" userId="f956631a5b09a72f" providerId="LiveId" clId="{C503E469-7D55-4921-A8C7-D2573436FAFF}" dt="2023-11-29T05:43:29.333" v="2312"/>
          <ac:picMkLst>
            <pc:docMk/>
            <pc:sldMk cId="3438612053" sldId="581"/>
            <ac:picMk id="11" creationId="{74FE57E8-34E5-24BF-B550-E1E650E00F2B}"/>
          </ac:picMkLst>
        </pc:picChg>
      </pc:sldChg>
      <pc:sldChg chg="addSp modSp add mod">
        <pc:chgData name="Abolfazl Kazemi" userId="f956631a5b09a72f" providerId="LiveId" clId="{C503E469-7D55-4921-A8C7-D2573436FAFF}" dt="2023-11-29T05:51:58.185" v="2411" actId="1076"/>
        <pc:sldMkLst>
          <pc:docMk/>
          <pc:sldMk cId="3301245359" sldId="582"/>
        </pc:sldMkLst>
        <pc:spChg chg="mod">
          <ac:chgData name="Abolfazl Kazemi" userId="f956631a5b09a72f" providerId="LiveId" clId="{C503E469-7D55-4921-A8C7-D2573436FAFF}" dt="2023-11-29T05:47:47.315" v="2358" actId="1076"/>
          <ac:spMkLst>
            <pc:docMk/>
            <pc:sldMk cId="3301245359" sldId="582"/>
            <ac:spMk id="2" creationId="{3334B65E-CF8A-DE56-9069-47C88EA86FB2}"/>
          </ac:spMkLst>
        </pc:spChg>
        <pc:spChg chg="mod">
          <ac:chgData name="Abolfazl Kazemi" userId="f956631a5b09a72f" providerId="LiveId" clId="{C503E469-7D55-4921-A8C7-D2573436FAFF}" dt="2023-11-29T05:49:40.295" v="2385" actId="20577"/>
          <ac:spMkLst>
            <pc:docMk/>
            <pc:sldMk cId="3301245359" sldId="582"/>
            <ac:spMk id="3" creationId="{01D64C34-E62C-26F0-A3D7-3CCC7419726D}"/>
          </ac:spMkLst>
        </pc:spChg>
        <pc:spChg chg="add mod">
          <ac:chgData name="Abolfazl Kazemi" userId="f956631a5b09a72f" providerId="LiveId" clId="{C503E469-7D55-4921-A8C7-D2573436FAFF}" dt="2023-11-29T05:51:58.185" v="2411" actId="1076"/>
          <ac:spMkLst>
            <pc:docMk/>
            <pc:sldMk cId="3301245359" sldId="582"/>
            <ac:spMk id="6" creationId="{60DC6624-5EB5-B96D-1C66-24AB948BB5FE}"/>
          </ac:spMkLst>
        </pc:spChg>
        <pc:picChg chg="add mod">
          <ac:chgData name="Abolfazl Kazemi" userId="f956631a5b09a72f" providerId="LiveId" clId="{C503E469-7D55-4921-A8C7-D2573436FAFF}" dt="2023-11-29T05:49:18.866" v="2380" actId="1076"/>
          <ac:picMkLst>
            <pc:docMk/>
            <pc:sldMk cId="3301245359" sldId="582"/>
            <ac:picMk id="5" creationId="{C4DFB7D9-69C1-65DF-AEAD-46A32906156A}"/>
          </ac:picMkLst>
        </pc:picChg>
      </pc:sldChg>
      <pc:sldChg chg="add del">
        <pc:chgData name="Abolfazl Kazemi" userId="f956631a5b09a72f" providerId="LiveId" clId="{C503E469-7D55-4921-A8C7-D2573436FAFF}" dt="2023-11-29T05:51:48.077" v="2410" actId="47"/>
        <pc:sldMkLst>
          <pc:docMk/>
          <pc:sldMk cId="963298052" sldId="583"/>
        </pc:sldMkLst>
      </pc:sldChg>
      <pc:sldChg chg="addSp delSp modSp add mod">
        <pc:chgData name="Abolfazl Kazemi" userId="f956631a5b09a72f" providerId="LiveId" clId="{C503E469-7D55-4921-A8C7-D2573436FAFF}" dt="2023-11-29T05:50:06.458" v="2392" actId="1076"/>
        <pc:sldMkLst>
          <pc:docMk/>
          <pc:sldMk cId="2535005798" sldId="584"/>
        </pc:sldMkLst>
        <pc:spChg chg="mod">
          <ac:chgData name="Abolfazl Kazemi" userId="f956631a5b09a72f" providerId="LiveId" clId="{C503E469-7D55-4921-A8C7-D2573436FAFF}" dt="2023-11-29T05:49:58.967" v="2389" actId="27636"/>
          <ac:spMkLst>
            <pc:docMk/>
            <pc:sldMk cId="2535005798" sldId="584"/>
            <ac:spMk id="2" creationId="{3334B65E-CF8A-DE56-9069-47C88EA86FB2}"/>
          </ac:spMkLst>
        </pc:spChg>
        <pc:spChg chg="del">
          <ac:chgData name="Abolfazl Kazemi" userId="f956631a5b09a72f" providerId="LiveId" clId="{C503E469-7D55-4921-A8C7-D2573436FAFF}" dt="2023-11-29T05:50:01.163" v="2390" actId="478"/>
          <ac:spMkLst>
            <pc:docMk/>
            <pc:sldMk cId="2535005798" sldId="584"/>
            <ac:spMk id="3" creationId="{01D64C34-E62C-26F0-A3D7-3CCC7419726D}"/>
          </ac:spMkLst>
        </pc:spChg>
        <pc:spChg chg="add mod">
          <ac:chgData name="Abolfazl Kazemi" userId="f956631a5b09a72f" providerId="LiveId" clId="{C503E469-7D55-4921-A8C7-D2573436FAFF}" dt="2023-11-29T05:50:04.414" v="2391"/>
          <ac:spMkLst>
            <pc:docMk/>
            <pc:sldMk cId="2535005798" sldId="584"/>
            <ac:spMk id="7" creationId="{55A3D59B-40AB-86EF-4CF3-0BBC5989ED5D}"/>
          </ac:spMkLst>
        </pc:spChg>
        <pc:spChg chg="add mod">
          <ac:chgData name="Abolfazl Kazemi" userId="f956631a5b09a72f" providerId="LiveId" clId="{C503E469-7D55-4921-A8C7-D2573436FAFF}" dt="2023-11-29T05:50:04.414" v="2391"/>
          <ac:spMkLst>
            <pc:docMk/>
            <pc:sldMk cId="2535005798" sldId="584"/>
            <ac:spMk id="8" creationId="{C2E239CC-102A-15AB-4202-FB96D1E10BD7}"/>
          </ac:spMkLst>
        </pc:spChg>
        <pc:spChg chg="add mod">
          <ac:chgData name="Abolfazl Kazemi" userId="f956631a5b09a72f" providerId="LiveId" clId="{C503E469-7D55-4921-A8C7-D2573436FAFF}" dt="2023-11-29T05:50:04.414" v="2391"/>
          <ac:spMkLst>
            <pc:docMk/>
            <pc:sldMk cId="2535005798" sldId="584"/>
            <ac:spMk id="9" creationId="{27C16681-F7C9-AA6C-ED62-9506D91AE484}"/>
          </ac:spMkLst>
        </pc:spChg>
        <pc:spChg chg="add mod">
          <ac:chgData name="Abolfazl Kazemi" userId="f956631a5b09a72f" providerId="LiveId" clId="{C503E469-7D55-4921-A8C7-D2573436FAFF}" dt="2023-11-29T05:50:04.414" v="2391"/>
          <ac:spMkLst>
            <pc:docMk/>
            <pc:sldMk cId="2535005798" sldId="584"/>
            <ac:spMk id="10" creationId="{7C7705C6-E134-63DE-A2E2-693A2F71290C}"/>
          </ac:spMkLst>
        </pc:spChg>
        <pc:spChg chg="add mod">
          <ac:chgData name="Abolfazl Kazemi" userId="f956631a5b09a72f" providerId="LiveId" clId="{C503E469-7D55-4921-A8C7-D2573436FAFF}" dt="2023-11-29T05:50:04.414" v="2391"/>
          <ac:spMkLst>
            <pc:docMk/>
            <pc:sldMk cId="2535005798" sldId="584"/>
            <ac:spMk id="11" creationId="{0B17CA6A-1CE1-EAB9-D513-D1546EA2AC69}"/>
          </ac:spMkLst>
        </pc:spChg>
        <pc:spChg chg="add mod">
          <ac:chgData name="Abolfazl Kazemi" userId="f956631a5b09a72f" providerId="LiveId" clId="{C503E469-7D55-4921-A8C7-D2573436FAFF}" dt="2023-11-29T05:50:04.414" v="2391"/>
          <ac:spMkLst>
            <pc:docMk/>
            <pc:sldMk cId="2535005798" sldId="584"/>
            <ac:spMk id="12" creationId="{8AEFECD8-B408-AD94-0C18-02E973DA5398}"/>
          </ac:spMkLst>
        </pc:spChg>
        <pc:spChg chg="add mod">
          <ac:chgData name="Abolfazl Kazemi" userId="f956631a5b09a72f" providerId="LiveId" clId="{C503E469-7D55-4921-A8C7-D2573436FAFF}" dt="2023-11-29T05:50:04.414" v="2391"/>
          <ac:spMkLst>
            <pc:docMk/>
            <pc:sldMk cId="2535005798" sldId="584"/>
            <ac:spMk id="13" creationId="{BE0C5978-78BC-43F9-F0E1-82DE52398CB2}"/>
          </ac:spMkLst>
        </pc:spChg>
        <pc:spChg chg="add mod">
          <ac:chgData name="Abolfazl Kazemi" userId="f956631a5b09a72f" providerId="LiveId" clId="{C503E469-7D55-4921-A8C7-D2573436FAFF}" dt="2023-11-29T05:50:04.414" v="2391"/>
          <ac:spMkLst>
            <pc:docMk/>
            <pc:sldMk cId="2535005798" sldId="584"/>
            <ac:spMk id="14" creationId="{B024C056-FF07-6178-37EF-DE1DB5191C36}"/>
          </ac:spMkLst>
        </pc:spChg>
        <pc:spChg chg="add mod">
          <ac:chgData name="Abolfazl Kazemi" userId="f956631a5b09a72f" providerId="LiveId" clId="{C503E469-7D55-4921-A8C7-D2573436FAFF}" dt="2023-11-29T05:50:04.414" v="2391"/>
          <ac:spMkLst>
            <pc:docMk/>
            <pc:sldMk cId="2535005798" sldId="584"/>
            <ac:spMk id="15" creationId="{7908C73D-D553-D689-9A69-C810545B39D1}"/>
          </ac:spMkLst>
        </pc:spChg>
        <pc:grpChg chg="add mod">
          <ac:chgData name="Abolfazl Kazemi" userId="f956631a5b09a72f" providerId="LiveId" clId="{C503E469-7D55-4921-A8C7-D2573436FAFF}" dt="2023-11-29T05:50:06.458" v="2392" actId="1076"/>
          <ac:grpSpMkLst>
            <pc:docMk/>
            <pc:sldMk cId="2535005798" sldId="584"/>
            <ac:grpSpMk id="5" creationId="{39C63CC2-DAA2-9C05-580B-BA3BD2EDBC6F}"/>
          </ac:grpSpMkLst>
        </pc:grpChg>
        <pc:picChg chg="add mod">
          <ac:chgData name="Abolfazl Kazemi" userId="f956631a5b09a72f" providerId="LiveId" clId="{C503E469-7D55-4921-A8C7-D2573436FAFF}" dt="2023-11-29T05:50:04.414" v="2391"/>
          <ac:picMkLst>
            <pc:docMk/>
            <pc:sldMk cId="2535005798" sldId="584"/>
            <ac:picMk id="6" creationId="{7369DB6E-6629-4D34-5AD3-3F985B4082B5}"/>
          </ac:picMkLst>
        </pc:picChg>
      </pc:sldChg>
      <pc:sldChg chg="addSp delSp modSp add mod">
        <pc:chgData name="Abolfazl Kazemi" userId="f956631a5b09a72f" providerId="LiveId" clId="{C503E469-7D55-4921-A8C7-D2573436FAFF}" dt="2023-11-29T05:51:38.184" v="2409" actId="1076"/>
        <pc:sldMkLst>
          <pc:docMk/>
          <pc:sldMk cId="3496869527" sldId="585"/>
        </pc:sldMkLst>
        <pc:spChg chg="mod">
          <ac:chgData name="Abolfazl Kazemi" userId="f956631a5b09a72f" providerId="LiveId" clId="{C503E469-7D55-4921-A8C7-D2573436FAFF}" dt="2023-11-29T05:50:43.267" v="2396" actId="27636"/>
          <ac:spMkLst>
            <pc:docMk/>
            <pc:sldMk cId="3496869527" sldId="585"/>
            <ac:spMk id="2" creationId="{3334B65E-CF8A-DE56-9069-47C88EA86FB2}"/>
          </ac:spMkLst>
        </pc:spChg>
        <pc:spChg chg="del">
          <ac:chgData name="Abolfazl Kazemi" userId="f956631a5b09a72f" providerId="LiveId" clId="{C503E469-7D55-4921-A8C7-D2573436FAFF}" dt="2023-11-29T05:50:45.667" v="2397" actId="478"/>
          <ac:spMkLst>
            <pc:docMk/>
            <pc:sldMk cId="3496869527" sldId="585"/>
            <ac:spMk id="3" creationId="{01D64C34-E62C-26F0-A3D7-3CCC7419726D}"/>
          </ac:spMkLst>
        </pc:spChg>
        <pc:spChg chg="add mod">
          <ac:chgData name="Abolfazl Kazemi" userId="f956631a5b09a72f" providerId="LiveId" clId="{C503E469-7D55-4921-A8C7-D2573436FAFF}" dt="2023-11-29T05:50:48.763" v="2398"/>
          <ac:spMkLst>
            <pc:docMk/>
            <pc:sldMk cId="3496869527" sldId="585"/>
            <ac:spMk id="7" creationId="{C032EFE5-E9C1-BA9A-E7E0-E2F83B880CF7}"/>
          </ac:spMkLst>
        </pc:spChg>
        <pc:spChg chg="add mod">
          <ac:chgData name="Abolfazl Kazemi" userId="f956631a5b09a72f" providerId="LiveId" clId="{C503E469-7D55-4921-A8C7-D2573436FAFF}" dt="2023-11-29T05:50:48.763" v="2398"/>
          <ac:spMkLst>
            <pc:docMk/>
            <pc:sldMk cId="3496869527" sldId="585"/>
            <ac:spMk id="9" creationId="{63208198-3EAB-5D00-B761-F84997ABAD58}"/>
          </ac:spMkLst>
        </pc:spChg>
        <pc:spChg chg="add mod">
          <ac:chgData name="Abolfazl Kazemi" userId="f956631a5b09a72f" providerId="LiveId" clId="{C503E469-7D55-4921-A8C7-D2573436FAFF}" dt="2023-11-29T05:50:48.763" v="2398"/>
          <ac:spMkLst>
            <pc:docMk/>
            <pc:sldMk cId="3496869527" sldId="585"/>
            <ac:spMk id="10" creationId="{FABEFF45-791F-6937-F576-E840A9AC1171}"/>
          </ac:spMkLst>
        </pc:spChg>
        <pc:spChg chg="add mod">
          <ac:chgData name="Abolfazl Kazemi" userId="f956631a5b09a72f" providerId="LiveId" clId="{C503E469-7D55-4921-A8C7-D2573436FAFF}" dt="2023-11-29T05:50:48.763" v="2398"/>
          <ac:spMkLst>
            <pc:docMk/>
            <pc:sldMk cId="3496869527" sldId="585"/>
            <ac:spMk id="11" creationId="{B1B4F708-F5AC-BB71-DB58-DB2C850AEDB2}"/>
          </ac:spMkLst>
        </pc:spChg>
        <pc:spChg chg="add mod">
          <ac:chgData name="Abolfazl Kazemi" userId="f956631a5b09a72f" providerId="LiveId" clId="{C503E469-7D55-4921-A8C7-D2573436FAFF}" dt="2023-11-29T05:50:48.763" v="2398"/>
          <ac:spMkLst>
            <pc:docMk/>
            <pc:sldMk cId="3496869527" sldId="585"/>
            <ac:spMk id="12" creationId="{8E050817-3633-289A-6C74-3FCF3197D4BC}"/>
          </ac:spMkLst>
        </pc:spChg>
        <pc:spChg chg="add mod">
          <ac:chgData name="Abolfazl Kazemi" userId="f956631a5b09a72f" providerId="LiveId" clId="{C503E469-7D55-4921-A8C7-D2573436FAFF}" dt="2023-11-29T05:50:48.763" v="2398"/>
          <ac:spMkLst>
            <pc:docMk/>
            <pc:sldMk cId="3496869527" sldId="585"/>
            <ac:spMk id="13" creationId="{2622ECF3-E6B9-ECB0-DB76-5D81F9F027B6}"/>
          </ac:spMkLst>
        </pc:spChg>
        <pc:spChg chg="add mod">
          <ac:chgData name="Abolfazl Kazemi" userId="f956631a5b09a72f" providerId="LiveId" clId="{C503E469-7D55-4921-A8C7-D2573436FAFF}" dt="2023-11-29T05:50:48.763" v="2398"/>
          <ac:spMkLst>
            <pc:docMk/>
            <pc:sldMk cId="3496869527" sldId="585"/>
            <ac:spMk id="15" creationId="{9BB66858-6396-DCAD-DC04-298D025BF05A}"/>
          </ac:spMkLst>
        </pc:spChg>
        <pc:spChg chg="add mod">
          <ac:chgData name="Abolfazl Kazemi" userId="f956631a5b09a72f" providerId="LiveId" clId="{C503E469-7D55-4921-A8C7-D2573436FAFF}" dt="2023-11-29T05:50:48.763" v="2398"/>
          <ac:spMkLst>
            <pc:docMk/>
            <pc:sldMk cId="3496869527" sldId="585"/>
            <ac:spMk id="16" creationId="{CF118B59-5F10-F992-4B6A-B9AC35FED119}"/>
          </ac:spMkLst>
        </pc:spChg>
        <pc:spChg chg="add mod">
          <ac:chgData name="Abolfazl Kazemi" userId="f956631a5b09a72f" providerId="LiveId" clId="{C503E469-7D55-4921-A8C7-D2573436FAFF}" dt="2023-11-29T05:50:48.763" v="2398"/>
          <ac:spMkLst>
            <pc:docMk/>
            <pc:sldMk cId="3496869527" sldId="585"/>
            <ac:spMk id="20" creationId="{F612F10D-74DC-4B93-07D2-9F9F066E3AFA}"/>
          </ac:spMkLst>
        </pc:spChg>
        <pc:spChg chg="add mod">
          <ac:chgData name="Abolfazl Kazemi" userId="f956631a5b09a72f" providerId="LiveId" clId="{C503E469-7D55-4921-A8C7-D2573436FAFF}" dt="2023-11-29T05:51:33.015" v="2408" actId="164"/>
          <ac:spMkLst>
            <pc:docMk/>
            <pc:sldMk cId="3496869527" sldId="585"/>
            <ac:spMk id="23" creationId="{C348D4AA-39F1-D103-5A56-3C6BDC0F7209}"/>
          </ac:spMkLst>
        </pc:spChg>
        <pc:grpChg chg="add mod">
          <ac:chgData name="Abolfazl Kazemi" userId="f956631a5b09a72f" providerId="LiveId" clId="{C503E469-7D55-4921-A8C7-D2573436FAFF}" dt="2023-11-29T05:51:33.015" v="2408" actId="164"/>
          <ac:grpSpMkLst>
            <pc:docMk/>
            <pc:sldMk cId="3496869527" sldId="585"/>
            <ac:grpSpMk id="5" creationId="{4E65DDE5-4107-3E93-7815-C5259848D76E}"/>
          </ac:grpSpMkLst>
        </pc:grpChg>
        <pc:grpChg chg="add mod">
          <ac:chgData name="Abolfazl Kazemi" userId="f956631a5b09a72f" providerId="LiveId" clId="{C503E469-7D55-4921-A8C7-D2573436FAFF}" dt="2023-11-29T05:50:48.763" v="2398"/>
          <ac:grpSpMkLst>
            <pc:docMk/>
            <pc:sldMk cId="3496869527" sldId="585"/>
            <ac:grpSpMk id="6" creationId="{43DE6993-369E-F473-D486-ED53D274A69F}"/>
          </ac:grpSpMkLst>
        </pc:grpChg>
        <pc:grpChg chg="add mod">
          <ac:chgData name="Abolfazl Kazemi" userId="f956631a5b09a72f" providerId="LiveId" clId="{C503E469-7D55-4921-A8C7-D2573436FAFF}" dt="2023-11-29T05:50:48.763" v="2398"/>
          <ac:grpSpMkLst>
            <pc:docMk/>
            <pc:sldMk cId="3496869527" sldId="585"/>
            <ac:grpSpMk id="8" creationId="{45441D38-B618-67B8-1B07-6DCD4BF2C698}"/>
          </ac:grpSpMkLst>
        </pc:grpChg>
        <pc:grpChg chg="add mod">
          <ac:chgData name="Abolfazl Kazemi" userId="f956631a5b09a72f" providerId="LiveId" clId="{C503E469-7D55-4921-A8C7-D2573436FAFF}" dt="2023-11-29T05:50:48.763" v="2398"/>
          <ac:grpSpMkLst>
            <pc:docMk/>
            <pc:sldMk cId="3496869527" sldId="585"/>
            <ac:grpSpMk id="14" creationId="{B9D39E4B-DE23-F6F8-05CE-FD8B324FF368}"/>
          </ac:grpSpMkLst>
        </pc:grpChg>
        <pc:grpChg chg="add mod">
          <ac:chgData name="Abolfazl Kazemi" userId="f956631a5b09a72f" providerId="LiveId" clId="{C503E469-7D55-4921-A8C7-D2573436FAFF}" dt="2023-11-29T05:50:48.763" v="2398"/>
          <ac:grpSpMkLst>
            <pc:docMk/>
            <pc:sldMk cId="3496869527" sldId="585"/>
            <ac:grpSpMk id="17" creationId="{F1839F94-10B8-94EE-6B21-FBE03BCA660C}"/>
          </ac:grpSpMkLst>
        </pc:grpChg>
        <pc:grpChg chg="add mod">
          <ac:chgData name="Abolfazl Kazemi" userId="f956631a5b09a72f" providerId="LiveId" clId="{C503E469-7D55-4921-A8C7-D2573436FAFF}" dt="2023-11-29T05:50:48.763" v="2398"/>
          <ac:grpSpMkLst>
            <pc:docMk/>
            <pc:sldMk cId="3496869527" sldId="585"/>
            <ac:grpSpMk id="19" creationId="{77B06113-E6E7-E9FD-6B4B-6625AFC24B35}"/>
          </ac:grpSpMkLst>
        </pc:grpChg>
        <pc:grpChg chg="add mod">
          <ac:chgData name="Abolfazl Kazemi" userId="f956631a5b09a72f" providerId="LiveId" clId="{C503E469-7D55-4921-A8C7-D2573436FAFF}" dt="2023-11-29T05:51:38.184" v="2409" actId="1076"/>
          <ac:grpSpMkLst>
            <pc:docMk/>
            <pc:sldMk cId="3496869527" sldId="585"/>
            <ac:grpSpMk id="24" creationId="{32187ADE-2945-AAF6-31BB-012A172CCD4E}"/>
          </ac:grpSpMkLst>
        </pc:grpChg>
        <pc:picChg chg="add mod">
          <ac:chgData name="Abolfazl Kazemi" userId="f956631a5b09a72f" providerId="LiveId" clId="{C503E469-7D55-4921-A8C7-D2573436FAFF}" dt="2023-11-29T05:50:48.763" v="2398"/>
          <ac:picMkLst>
            <pc:docMk/>
            <pc:sldMk cId="3496869527" sldId="585"/>
            <ac:picMk id="21" creationId="{F7DAC901-E60B-6849-5EA1-F0A5B62A4D60}"/>
          </ac:picMkLst>
        </pc:picChg>
        <pc:picChg chg="add mod">
          <ac:chgData name="Abolfazl Kazemi" userId="f956631a5b09a72f" providerId="LiveId" clId="{C503E469-7D55-4921-A8C7-D2573436FAFF}" dt="2023-11-29T05:50:48.763" v="2398"/>
          <ac:picMkLst>
            <pc:docMk/>
            <pc:sldMk cId="3496869527" sldId="585"/>
            <ac:picMk id="22" creationId="{8BA0C432-94EA-6AD2-749B-AF1AEDAE19C4}"/>
          </ac:picMkLst>
        </pc:picChg>
        <pc:cxnChg chg="add mod">
          <ac:chgData name="Abolfazl Kazemi" userId="f956631a5b09a72f" providerId="LiveId" clId="{C503E469-7D55-4921-A8C7-D2573436FAFF}" dt="2023-11-29T05:50:48.763" v="2398"/>
          <ac:cxnSpMkLst>
            <pc:docMk/>
            <pc:sldMk cId="3496869527" sldId="585"/>
            <ac:cxnSpMk id="18" creationId="{AE01FACA-3BCE-8B96-335C-105BAE04A8D6}"/>
          </ac:cxnSpMkLst>
        </pc:cxnChg>
      </pc:sldChg>
      <pc:sldChg chg="addSp modSp add mod">
        <pc:chgData name="Abolfazl Kazemi" userId="f956631a5b09a72f" providerId="LiveId" clId="{C503E469-7D55-4921-A8C7-D2573436FAFF}" dt="2023-11-29T07:47:16.583" v="2670" actId="1076"/>
        <pc:sldMkLst>
          <pc:docMk/>
          <pc:sldMk cId="2668038375" sldId="586"/>
        </pc:sldMkLst>
        <pc:spChg chg="mod">
          <ac:chgData name="Abolfazl Kazemi" userId="f956631a5b09a72f" providerId="LiveId" clId="{C503E469-7D55-4921-A8C7-D2573436FAFF}" dt="2023-11-29T07:39:19.519" v="2580" actId="1076"/>
          <ac:spMkLst>
            <pc:docMk/>
            <pc:sldMk cId="2668038375" sldId="586"/>
            <ac:spMk id="2" creationId="{3334B65E-CF8A-DE56-9069-47C88EA86FB2}"/>
          </ac:spMkLst>
        </pc:spChg>
        <pc:spChg chg="mod">
          <ac:chgData name="Abolfazl Kazemi" userId="f956631a5b09a72f" providerId="LiveId" clId="{C503E469-7D55-4921-A8C7-D2573436FAFF}" dt="2023-11-29T07:43:18.129" v="2608" actId="1076"/>
          <ac:spMkLst>
            <pc:docMk/>
            <pc:sldMk cId="2668038375" sldId="586"/>
            <ac:spMk id="3" creationId="{01D64C34-E62C-26F0-A3D7-3CCC7419726D}"/>
          </ac:spMkLst>
        </pc:spChg>
        <pc:picChg chg="add mod">
          <ac:chgData name="Abolfazl Kazemi" userId="f956631a5b09a72f" providerId="LiveId" clId="{C503E469-7D55-4921-A8C7-D2573436FAFF}" dt="2023-11-29T07:47:16.583" v="2670" actId="1076"/>
          <ac:picMkLst>
            <pc:docMk/>
            <pc:sldMk cId="2668038375" sldId="586"/>
            <ac:picMk id="6" creationId="{C6EBBCA1-2D05-E1B9-5FD8-1C644F7853CC}"/>
          </ac:picMkLst>
        </pc:picChg>
      </pc:sldChg>
      <pc:sldChg chg="addSp delSp modSp add mod">
        <pc:chgData name="Abolfazl Kazemi" userId="f956631a5b09a72f" providerId="LiveId" clId="{C503E469-7D55-4921-A8C7-D2573436FAFF}" dt="2023-11-29T07:23:15.903" v="2512" actId="14100"/>
        <pc:sldMkLst>
          <pc:docMk/>
          <pc:sldMk cId="1930677318" sldId="587"/>
        </pc:sldMkLst>
        <pc:spChg chg="mod">
          <ac:chgData name="Abolfazl Kazemi" userId="f956631a5b09a72f" providerId="LiveId" clId="{C503E469-7D55-4921-A8C7-D2573436FAFF}" dt="2023-11-29T07:20:18.214" v="2472" actId="20577"/>
          <ac:spMkLst>
            <pc:docMk/>
            <pc:sldMk cId="1930677318" sldId="587"/>
            <ac:spMk id="2" creationId="{3334B65E-CF8A-DE56-9069-47C88EA86FB2}"/>
          </ac:spMkLst>
        </pc:spChg>
        <pc:spChg chg="del">
          <ac:chgData name="Abolfazl Kazemi" userId="f956631a5b09a72f" providerId="LiveId" clId="{C503E469-7D55-4921-A8C7-D2573436FAFF}" dt="2023-11-29T07:19:58.179" v="2457" actId="931"/>
          <ac:spMkLst>
            <pc:docMk/>
            <pc:sldMk cId="1930677318" sldId="587"/>
            <ac:spMk id="3" creationId="{01D64C34-E62C-26F0-A3D7-3CCC7419726D}"/>
          </ac:spMkLst>
        </pc:spChg>
        <pc:spChg chg="add del mod">
          <ac:chgData name="Abolfazl Kazemi" userId="f956631a5b09a72f" providerId="LiveId" clId="{C503E469-7D55-4921-A8C7-D2573436FAFF}" dt="2023-11-29T07:23:15.903" v="2512" actId="14100"/>
          <ac:spMkLst>
            <pc:docMk/>
            <pc:sldMk cId="1930677318" sldId="587"/>
            <ac:spMk id="9" creationId="{CE1F1554-F6B3-4704-172A-99F6389A81E5}"/>
          </ac:spMkLst>
        </pc:spChg>
        <pc:spChg chg="add del mod">
          <ac:chgData name="Abolfazl Kazemi" userId="f956631a5b09a72f" providerId="LiveId" clId="{C503E469-7D55-4921-A8C7-D2573436FAFF}" dt="2023-11-29T07:21:19.034" v="2484"/>
          <ac:spMkLst>
            <pc:docMk/>
            <pc:sldMk cId="1930677318" sldId="587"/>
            <ac:spMk id="10" creationId="{6951F253-19F4-944E-6FE0-15309F4059A4}"/>
          </ac:spMkLst>
        </pc:spChg>
        <pc:spChg chg="add del mod">
          <ac:chgData name="Abolfazl Kazemi" userId="f956631a5b09a72f" providerId="LiveId" clId="{C503E469-7D55-4921-A8C7-D2573436FAFF}" dt="2023-11-29T07:21:33.680" v="2489"/>
          <ac:spMkLst>
            <pc:docMk/>
            <pc:sldMk cId="1930677318" sldId="587"/>
            <ac:spMk id="11" creationId="{E468855F-005F-9C45-6338-9CA82D72139B}"/>
          </ac:spMkLst>
        </pc:spChg>
        <pc:picChg chg="add del mod">
          <ac:chgData name="Abolfazl Kazemi" userId="f956631a5b09a72f" providerId="LiveId" clId="{C503E469-7D55-4921-A8C7-D2573436FAFF}" dt="2023-11-29T07:20:46.449" v="2478" actId="478"/>
          <ac:picMkLst>
            <pc:docMk/>
            <pc:sldMk cId="1930677318" sldId="587"/>
            <ac:picMk id="6" creationId="{55177FB7-0C1D-B247-15A1-8F44559CF683}"/>
          </ac:picMkLst>
        </pc:picChg>
        <pc:picChg chg="add del mod">
          <ac:chgData name="Abolfazl Kazemi" userId="f956631a5b09a72f" providerId="LiveId" clId="{C503E469-7D55-4921-A8C7-D2573436FAFF}" dt="2023-11-29T07:21:16.366" v="2481" actId="478"/>
          <ac:picMkLst>
            <pc:docMk/>
            <pc:sldMk cId="1930677318" sldId="587"/>
            <ac:picMk id="7" creationId="{D90B4236-919E-5513-FFE3-E2774A8F0BBF}"/>
          </ac:picMkLst>
        </pc:picChg>
        <pc:picChg chg="add mod">
          <ac:chgData name="Abolfazl Kazemi" userId="f956631a5b09a72f" providerId="LiveId" clId="{C503E469-7D55-4921-A8C7-D2573436FAFF}" dt="2023-11-29T07:23:11.727" v="2510" actId="1076"/>
          <ac:picMkLst>
            <pc:docMk/>
            <pc:sldMk cId="1930677318" sldId="587"/>
            <ac:picMk id="13" creationId="{D7D95904-DDC7-632F-7979-A6002A52357A}"/>
          </ac:picMkLst>
        </pc:picChg>
      </pc:sldChg>
      <pc:sldChg chg="modSp add del mod">
        <pc:chgData name="Abolfazl Kazemi" userId="f956631a5b09a72f" providerId="LiveId" clId="{C503E469-7D55-4921-A8C7-D2573436FAFF}" dt="2023-11-29T08:28:02.497" v="2770" actId="47"/>
        <pc:sldMkLst>
          <pc:docMk/>
          <pc:sldMk cId="3731404648" sldId="588"/>
        </pc:sldMkLst>
        <pc:spChg chg="mod">
          <ac:chgData name="Abolfazl Kazemi" userId="f956631a5b09a72f" providerId="LiveId" clId="{C503E469-7D55-4921-A8C7-D2573436FAFF}" dt="2023-11-29T07:07:48.333" v="2441" actId="6549"/>
          <ac:spMkLst>
            <pc:docMk/>
            <pc:sldMk cId="3731404648" sldId="588"/>
            <ac:spMk id="3" creationId="{01D64C34-E62C-26F0-A3D7-3CCC7419726D}"/>
          </ac:spMkLst>
        </pc:spChg>
      </pc:sldChg>
      <pc:sldChg chg="modSp add mod modAnim">
        <pc:chgData name="Abolfazl Kazemi" userId="f956631a5b09a72f" providerId="LiveId" clId="{C503E469-7D55-4921-A8C7-D2573436FAFF}" dt="2023-12-01T17:52:18.787" v="4194" actId="207"/>
        <pc:sldMkLst>
          <pc:docMk/>
          <pc:sldMk cId="1703438083" sldId="589"/>
        </pc:sldMkLst>
        <pc:spChg chg="mod">
          <ac:chgData name="Abolfazl Kazemi" userId="f956631a5b09a72f" providerId="LiveId" clId="{C503E469-7D55-4921-A8C7-D2573436FAFF}" dt="2023-12-01T08:38:15.505" v="3411" actId="1076"/>
          <ac:spMkLst>
            <pc:docMk/>
            <pc:sldMk cId="1703438083" sldId="589"/>
            <ac:spMk id="2" creationId="{3334B65E-CF8A-DE56-9069-47C88EA86FB2}"/>
          </ac:spMkLst>
        </pc:spChg>
        <pc:spChg chg="mod">
          <ac:chgData name="Abolfazl Kazemi" userId="f956631a5b09a72f" providerId="LiveId" clId="{C503E469-7D55-4921-A8C7-D2573436FAFF}" dt="2023-12-01T17:52:18.787" v="4194" actId="207"/>
          <ac:spMkLst>
            <pc:docMk/>
            <pc:sldMk cId="1703438083" sldId="589"/>
            <ac:spMk id="3" creationId="{01D64C34-E62C-26F0-A3D7-3CCC7419726D}"/>
          </ac:spMkLst>
        </pc:spChg>
      </pc:sldChg>
      <pc:sldChg chg="addSp modSp add mod">
        <pc:chgData name="Abolfazl Kazemi" userId="f956631a5b09a72f" providerId="LiveId" clId="{C503E469-7D55-4921-A8C7-D2573436FAFF}" dt="2023-11-29T07:54:14.666" v="2675" actId="113"/>
        <pc:sldMkLst>
          <pc:docMk/>
          <pc:sldMk cId="3197597581" sldId="590"/>
        </pc:sldMkLst>
        <pc:spChg chg="mod">
          <ac:chgData name="Abolfazl Kazemi" userId="f956631a5b09a72f" providerId="LiveId" clId="{C503E469-7D55-4921-A8C7-D2573436FAFF}" dt="2023-11-29T07:44:21.250" v="2613"/>
          <ac:spMkLst>
            <pc:docMk/>
            <pc:sldMk cId="3197597581" sldId="590"/>
            <ac:spMk id="2" creationId="{3334B65E-CF8A-DE56-9069-47C88EA86FB2}"/>
          </ac:spMkLst>
        </pc:spChg>
        <pc:spChg chg="mod">
          <ac:chgData name="Abolfazl Kazemi" userId="f956631a5b09a72f" providerId="LiveId" clId="{C503E469-7D55-4921-A8C7-D2573436FAFF}" dt="2023-11-29T07:54:14.666" v="2675" actId="113"/>
          <ac:spMkLst>
            <pc:docMk/>
            <pc:sldMk cId="3197597581" sldId="590"/>
            <ac:spMk id="3" creationId="{01D64C34-E62C-26F0-A3D7-3CCC7419726D}"/>
          </ac:spMkLst>
        </pc:spChg>
        <pc:picChg chg="add mod">
          <ac:chgData name="Abolfazl Kazemi" userId="f956631a5b09a72f" providerId="LiveId" clId="{C503E469-7D55-4921-A8C7-D2573436FAFF}" dt="2023-11-29T07:46:25.711" v="2659" actId="1076"/>
          <ac:picMkLst>
            <pc:docMk/>
            <pc:sldMk cId="3197597581" sldId="590"/>
            <ac:picMk id="6" creationId="{A868E0FD-FFF1-505E-24A5-12742F30B491}"/>
          </ac:picMkLst>
        </pc:picChg>
      </pc:sldChg>
      <pc:sldChg chg="addSp delSp modSp add mod">
        <pc:chgData name="Abolfazl Kazemi" userId="f956631a5b09a72f" providerId="LiveId" clId="{C503E469-7D55-4921-A8C7-D2573436FAFF}" dt="2023-11-29T08:05:09.711" v="2764" actId="1076"/>
        <pc:sldMkLst>
          <pc:docMk/>
          <pc:sldMk cId="2799887240" sldId="591"/>
        </pc:sldMkLst>
        <pc:spChg chg="mod">
          <ac:chgData name="Abolfazl Kazemi" userId="f956631a5b09a72f" providerId="LiveId" clId="{C503E469-7D55-4921-A8C7-D2573436FAFF}" dt="2023-11-29T08:01:44.425" v="2733" actId="1076"/>
          <ac:spMkLst>
            <pc:docMk/>
            <pc:sldMk cId="2799887240" sldId="591"/>
            <ac:spMk id="2" creationId="{3334B65E-CF8A-DE56-9069-47C88EA86FB2}"/>
          </ac:spMkLst>
        </pc:spChg>
        <pc:spChg chg="mod">
          <ac:chgData name="Abolfazl Kazemi" userId="f956631a5b09a72f" providerId="LiveId" clId="{C503E469-7D55-4921-A8C7-D2573436FAFF}" dt="2023-11-29T08:03:13.623" v="2751" actId="20577"/>
          <ac:spMkLst>
            <pc:docMk/>
            <pc:sldMk cId="2799887240" sldId="591"/>
            <ac:spMk id="3" creationId="{01D64C34-E62C-26F0-A3D7-3CCC7419726D}"/>
          </ac:spMkLst>
        </pc:spChg>
        <pc:picChg chg="add del mod">
          <ac:chgData name="Abolfazl Kazemi" userId="f956631a5b09a72f" providerId="LiveId" clId="{C503E469-7D55-4921-A8C7-D2573436FAFF}" dt="2023-11-29T08:04:45.800" v="2758" actId="478"/>
          <ac:picMkLst>
            <pc:docMk/>
            <pc:sldMk cId="2799887240" sldId="591"/>
            <ac:picMk id="6" creationId="{EF8215CC-5B94-D7BA-5583-FF26E58F9159}"/>
          </ac:picMkLst>
        </pc:picChg>
        <pc:picChg chg="add mod">
          <ac:chgData name="Abolfazl Kazemi" userId="f956631a5b09a72f" providerId="LiveId" clId="{C503E469-7D55-4921-A8C7-D2573436FAFF}" dt="2023-11-29T08:05:09.711" v="2764" actId="1076"/>
          <ac:picMkLst>
            <pc:docMk/>
            <pc:sldMk cId="2799887240" sldId="591"/>
            <ac:picMk id="8" creationId="{56A68DAA-E5C0-CFB4-F7B4-A548F66D7452}"/>
          </ac:picMkLst>
        </pc:picChg>
      </pc:sldChg>
      <pc:sldChg chg="addSp modSp add mod ord">
        <pc:chgData name="Abolfazl Kazemi" userId="f956631a5b09a72f" providerId="LiveId" clId="{C503E469-7D55-4921-A8C7-D2573436FAFF}" dt="2023-12-01T17:49:42.840" v="4172" actId="207"/>
        <pc:sldMkLst>
          <pc:docMk/>
          <pc:sldMk cId="4249729445" sldId="592"/>
        </pc:sldMkLst>
        <pc:spChg chg="mod">
          <ac:chgData name="Abolfazl Kazemi" userId="f956631a5b09a72f" providerId="LiveId" clId="{C503E469-7D55-4921-A8C7-D2573436FAFF}" dt="2023-12-01T08:29:54.136" v="3400" actId="1076"/>
          <ac:spMkLst>
            <pc:docMk/>
            <pc:sldMk cId="4249729445" sldId="592"/>
            <ac:spMk id="2" creationId="{3334B65E-CF8A-DE56-9069-47C88EA86FB2}"/>
          </ac:spMkLst>
        </pc:spChg>
        <pc:spChg chg="mod">
          <ac:chgData name="Abolfazl Kazemi" userId="f956631a5b09a72f" providerId="LiveId" clId="{C503E469-7D55-4921-A8C7-D2573436FAFF}" dt="2023-12-01T17:49:42.840" v="4172" actId="207"/>
          <ac:spMkLst>
            <pc:docMk/>
            <pc:sldMk cId="4249729445" sldId="592"/>
            <ac:spMk id="3" creationId="{01D64C34-E62C-26F0-A3D7-3CCC7419726D}"/>
          </ac:spMkLst>
        </pc:spChg>
        <pc:spChg chg="add mod">
          <ac:chgData name="Abolfazl Kazemi" userId="f956631a5b09a72f" providerId="LiveId" clId="{C503E469-7D55-4921-A8C7-D2573436FAFF}" dt="2023-12-01T08:30:56.286" v="3406" actId="3626"/>
          <ac:spMkLst>
            <pc:docMk/>
            <pc:sldMk cId="4249729445" sldId="592"/>
            <ac:spMk id="9" creationId="{8C172661-787A-F429-9915-906B938AAF12}"/>
          </ac:spMkLst>
        </pc:spChg>
        <pc:picChg chg="add mod">
          <ac:chgData name="Abolfazl Kazemi" userId="f956631a5b09a72f" providerId="LiveId" clId="{C503E469-7D55-4921-A8C7-D2573436FAFF}" dt="2023-12-01T08:29:23.398" v="3394" actId="27614"/>
          <ac:picMkLst>
            <pc:docMk/>
            <pc:sldMk cId="4249729445" sldId="592"/>
            <ac:picMk id="6" creationId="{080CB8D6-86BB-5A93-0363-EACC715A568E}"/>
          </ac:picMkLst>
        </pc:picChg>
        <pc:picChg chg="add mod">
          <ac:chgData name="Abolfazl Kazemi" userId="f956631a5b09a72f" providerId="LiveId" clId="{C503E469-7D55-4921-A8C7-D2573436FAFF}" dt="2023-12-01T08:29:48.367" v="3399" actId="1076"/>
          <ac:picMkLst>
            <pc:docMk/>
            <pc:sldMk cId="4249729445" sldId="592"/>
            <ac:picMk id="8" creationId="{71DFB9CE-A1A6-E2E8-A3A3-64673CE9CA42}"/>
          </ac:picMkLst>
        </pc:picChg>
      </pc:sldChg>
      <pc:sldChg chg="addSp delSp modSp add mod">
        <pc:chgData name="Abolfazl Kazemi" userId="f956631a5b09a72f" providerId="LiveId" clId="{C503E469-7D55-4921-A8C7-D2573436FAFF}" dt="2023-11-29T08:01:17.671" v="2732" actId="1076"/>
        <pc:sldMkLst>
          <pc:docMk/>
          <pc:sldMk cId="3815673620" sldId="593"/>
        </pc:sldMkLst>
        <pc:spChg chg="mod">
          <ac:chgData name="Abolfazl Kazemi" userId="f956631a5b09a72f" providerId="LiveId" clId="{C503E469-7D55-4921-A8C7-D2573436FAFF}" dt="2023-11-29T08:01:17.671" v="2732" actId="1076"/>
          <ac:spMkLst>
            <pc:docMk/>
            <pc:sldMk cId="3815673620" sldId="593"/>
            <ac:spMk id="2" creationId="{3334B65E-CF8A-DE56-9069-47C88EA86FB2}"/>
          </ac:spMkLst>
        </pc:spChg>
        <pc:spChg chg="del">
          <ac:chgData name="Abolfazl Kazemi" userId="f956631a5b09a72f" providerId="LiveId" clId="{C503E469-7D55-4921-A8C7-D2573436FAFF}" dt="2023-11-29T07:58:52.664" v="2707" actId="478"/>
          <ac:spMkLst>
            <pc:docMk/>
            <pc:sldMk cId="3815673620" sldId="593"/>
            <ac:spMk id="3" creationId="{01D64C34-E62C-26F0-A3D7-3CCC7419726D}"/>
          </ac:spMkLst>
        </pc:spChg>
        <pc:spChg chg="add mod">
          <ac:chgData name="Abolfazl Kazemi" userId="f956631a5b09a72f" providerId="LiveId" clId="{C503E469-7D55-4921-A8C7-D2573436FAFF}" dt="2023-11-29T08:01:03.942" v="2730" actId="1076"/>
          <ac:spMkLst>
            <pc:docMk/>
            <pc:sldMk cId="3815673620" sldId="593"/>
            <ac:spMk id="9" creationId="{84AB2954-79FD-5A06-732F-79592A4D739C}"/>
          </ac:spMkLst>
        </pc:spChg>
        <pc:picChg chg="add mod">
          <ac:chgData name="Abolfazl Kazemi" userId="f956631a5b09a72f" providerId="LiveId" clId="{C503E469-7D55-4921-A8C7-D2573436FAFF}" dt="2023-11-29T08:00:17.025" v="2725" actId="1076"/>
          <ac:picMkLst>
            <pc:docMk/>
            <pc:sldMk cId="3815673620" sldId="593"/>
            <ac:picMk id="6" creationId="{7B6559BD-8DAE-6778-8463-D7A2B103D068}"/>
          </ac:picMkLst>
        </pc:picChg>
        <pc:picChg chg="add mod">
          <ac:chgData name="Abolfazl Kazemi" userId="f956631a5b09a72f" providerId="LiveId" clId="{C503E469-7D55-4921-A8C7-D2573436FAFF}" dt="2023-11-29T08:00:11.030" v="2724" actId="1076"/>
          <ac:picMkLst>
            <pc:docMk/>
            <pc:sldMk cId="3815673620" sldId="593"/>
            <ac:picMk id="8" creationId="{699FA3A0-F173-04F5-1EE4-01EDA32A4241}"/>
          </ac:picMkLst>
        </pc:picChg>
      </pc:sldChg>
      <pc:sldChg chg="addSp delSp modSp add mod">
        <pc:chgData name="Abolfazl Kazemi" userId="f956631a5b09a72f" providerId="LiveId" clId="{C503E469-7D55-4921-A8C7-D2573436FAFF}" dt="2023-11-29T09:14:16.615" v="2786" actId="1076"/>
        <pc:sldMkLst>
          <pc:docMk/>
          <pc:sldMk cId="2997677758" sldId="594"/>
        </pc:sldMkLst>
        <pc:spChg chg="mod">
          <ac:chgData name="Abolfazl Kazemi" userId="f956631a5b09a72f" providerId="LiveId" clId="{C503E469-7D55-4921-A8C7-D2573436FAFF}" dt="2023-11-29T09:12:24.511" v="2775" actId="20577"/>
          <ac:spMkLst>
            <pc:docMk/>
            <pc:sldMk cId="2997677758" sldId="594"/>
            <ac:spMk id="2" creationId="{3334B65E-CF8A-DE56-9069-47C88EA86FB2}"/>
          </ac:spMkLst>
        </pc:spChg>
        <pc:spChg chg="del">
          <ac:chgData name="Abolfazl Kazemi" userId="f956631a5b09a72f" providerId="LiveId" clId="{C503E469-7D55-4921-A8C7-D2573436FAFF}" dt="2023-11-29T09:13:28.231" v="2776" actId="478"/>
          <ac:spMkLst>
            <pc:docMk/>
            <pc:sldMk cId="2997677758" sldId="594"/>
            <ac:spMk id="3" creationId="{01D64C34-E62C-26F0-A3D7-3CCC7419726D}"/>
          </ac:spMkLst>
        </pc:spChg>
        <pc:spChg chg="add mod">
          <ac:chgData name="Abolfazl Kazemi" userId="f956631a5b09a72f" providerId="LiveId" clId="{C503E469-7D55-4921-A8C7-D2573436FAFF}" dt="2023-11-29T09:14:16.615" v="2786" actId="1076"/>
          <ac:spMkLst>
            <pc:docMk/>
            <pc:sldMk cId="2997677758" sldId="594"/>
            <ac:spMk id="7" creationId="{A9584C63-DD20-6E0C-CD86-032E0F464AC3}"/>
          </ac:spMkLst>
        </pc:spChg>
        <pc:picChg chg="add mod">
          <ac:chgData name="Abolfazl Kazemi" userId="f956631a5b09a72f" providerId="LiveId" clId="{C503E469-7D55-4921-A8C7-D2573436FAFF}" dt="2023-11-29T09:13:54.679" v="2782" actId="1076"/>
          <ac:picMkLst>
            <pc:docMk/>
            <pc:sldMk cId="2997677758" sldId="594"/>
            <ac:picMk id="6" creationId="{4ABBA12B-A3D8-B8FA-6403-5DE5490136EC}"/>
          </ac:picMkLst>
        </pc:picChg>
      </pc:sldChg>
      <pc:sldChg chg="add del">
        <pc:chgData name="Abolfazl Kazemi" userId="f956631a5b09a72f" providerId="LiveId" clId="{C503E469-7D55-4921-A8C7-D2573436FAFF}" dt="2023-11-29T08:01:10.984" v="2731" actId="47"/>
        <pc:sldMkLst>
          <pc:docMk/>
          <pc:sldMk cId="2080687738" sldId="595"/>
        </pc:sldMkLst>
      </pc:sldChg>
      <pc:sldChg chg="addSp modSp add mod">
        <pc:chgData name="Abolfazl Kazemi" userId="f956631a5b09a72f" providerId="LiveId" clId="{C503E469-7D55-4921-A8C7-D2573436FAFF}" dt="2023-11-29T09:27:19.717" v="2837" actId="207"/>
        <pc:sldMkLst>
          <pc:docMk/>
          <pc:sldMk cId="2463830424" sldId="595"/>
        </pc:sldMkLst>
        <pc:spChg chg="mod">
          <ac:chgData name="Abolfazl Kazemi" userId="f956631a5b09a72f" providerId="LiveId" clId="{C503E469-7D55-4921-A8C7-D2573436FAFF}" dt="2023-11-29T09:27:02.582" v="2829" actId="1076"/>
          <ac:spMkLst>
            <pc:docMk/>
            <pc:sldMk cId="2463830424" sldId="595"/>
            <ac:spMk id="2" creationId="{3334B65E-CF8A-DE56-9069-47C88EA86FB2}"/>
          </ac:spMkLst>
        </pc:spChg>
        <pc:spChg chg="mod">
          <ac:chgData name="Abolfazl Kazemi" userId="f956631a5b09a72f" providerId="LiveId" clId="{C503E469-7D55-4921-A8C7-D2573436FAFF}" dt="2023-11-29T09:27:19.717" v="2837" actId="207"/>
          <ac:spMkLst>
            <pc:docMk/>
            <pc:sldMk cId="2463830424" sldId="595"/>
            <ac:spMk id="3" creationId="{01D64C34-E62C-26F0-A3D7-3CCC7419726D}"/>
          </ac:spMkLst>
        </pc:spChg>
        <pc:picChg chg="add mod">
          <ac:chgData name="Abolfazl Kazemi" userId="f956631a5b09a72f" providerId="LiveId" clId="{C503E469-7D55-4921-A8C7-D2573436FAFF}" dt="2023-11-29T09:27:13.239" v="2836" actId="1076"/>
          <ac:picMkLst>
            <pc:docMk/>
            <pc:sldMk cId="2463830424" sldId="595"/>
            <ac:picMk id="6" creationId="{AE1E92BF-EFD0-D900-FEFE-053E715AFA3E}"/>
          </ac:picMkLst>
        </pc:picChg>
      </pc:sldChg>
      <pc:sldChg chg="modSp add mod">
        <pc:chgData name="Abolfazl Kazemi" userId="f956631a5b09a72f" providerId="LiveId" clId="{C503E469-7D55-4921-A8C7-D2573436FAFF}" dt="2023-11-29T09:38:21.367" v="2876" actId="1076"/>
        <pc:sldMkLst>
          <pc:docMk/>
          <pc:sldMk cId="4009654236" sldId="596"/>
        </pc:sldMkLst>
        <pc:spChg chg="mod">
          <ac:chgData name="Abolfazl Kazemi" userId="f956631a5b09a72f" providerId="LiveId" clId="{C503E469-7D55-4921-A8C7-D2573436FAFF}" dt="2023-11-29T09:34:47.174" v="2843" actId="14100"/>
          <ac:spMkLst>
            <pc:docMk/>
            <pc:sldMk cId="4009654236" sldId="596"/>
            <ac:spMk id="2" creationId="{3334B65E-CF8A-DE56-9069-47C88EA86FB2}"/>
          </ac:spMkLst>
        </pc:spChg>
        <pc:spChg chg="mod">
          <ac:chgData name="Abolfazl Kazemi" userId="f956631a5b09a72f" providerId="LiveId" clId="{C503E469-7D55-4921-A8C7-D2573436FAFF}" dt="2023-11-29T09:38:21.367" v="2876" actId="1076"/>
          <ac:spMkLst>
            <pc:docMk/>
            <pc:sldMk cId="4009654236" sldId="596"/>
            <ac:spMk id="3" creationId="{01D64C34-E62C-26F0-A3D7-3CCC7419726D}"/>
          </ac:spMkLst>
        </pc:spChg>
      </pc:sldChg>
      <pc:sldChg chg="modSp add mod ord">
        <pc:chgData name="Abolfazl Kazemi" userId="f956631a5b09a72f" providerId="LiveId" clId="{C503E469-7D55-4921-A8C7-D2573436FAFF}" dt="2023-12-01T16:57:03.455" v="4054"/>
        <pc:sldMkLst>
          <pc:docMk/>
          <pc:sldMk cId="4016229632" sldId="597"/>
        </pc:sldMkLst>
        <pc:spChg chg="mod">
          <ac:chgData name="Abolfazl Kazemi" userId="f956631a5b09a72f" providerId="LiveId" clId="{C503E469-7D55-4921-A8C7-D2573436FAFF}" dt="2023-12-01T15:27:58.784" v="3799" actId="20577"/>
          <ac:spMkLst>
            <pc:docMk/>
            <pc:sldMk cId="4016229632" sldId="597"/>
            <ac:spMk id="2" creationId="{3334B65E-CF8A-DE56-9069-47C88EA86FB2}"/>
          </ac:spMkLst>
        </pc:spChg>
        <pc:spChg chg="mod">
          <ac:chgData name="Abolfazl Kazemi" userId="f956631a5b09a72f" providerId="LiveId" clId="{C503E469-7D55-4921-A8C7-D2573436FAFF}" dt="2023-12-01T15:28:19.969" v="3800" actId="207"/>
          <ac:spMkLst>
            <pc:docMk/>
            <pc:sldMk cId="4016229632" sldId="597"/>
            <ac:spMk id="3" creationId="{01D64C34-E62C-26F0-A3D7-3CCC7419726D}"/>
          </ac:spMkLst>
        </pc:spChg>
      </pc:sldChg>
      <pc:sldChg chg="addSp delSp modSp add del mod">
        <pc:chgData name="Abolfazl Kazemi" userId="f956631a5b09a72f" providerId="LiveId" clId="{C503E469-7D55-4921-A8C7-D2573436FAFF}" dt="2023-12-06T11:13:28.786" v="4578" actId="47"/>
        <pc:sldMkLst>
          <pc:docMk/>
          <pc:sldMk cId="3907835876" sldId="598"/>
        </pc:sldMkLst>
        <pc:spChg chg="del">
          <ac:chgData name="Abolfazl Kazemi" userId="f956631a5b09a72f" providerId="LiveId" clId="{C503E469-7D55-4921-A8C7-D2573436FAFF}" dt="2023-12-01T13:07:10.912" v="3724" actId="478"/>
          <ac:spMkLst>
            <pc:docMk/>
            <pc:sldMk cId="3907835876" sldId="598"/>
            <ac:spMk id="2" creationId="{3334B65E-CF8A-DE56-9069-47C88EA86FB2}"/>
          </ac:spMkLst>
        </pc:spChg>
        <pc:spChg chg="del">
          <ac:chgData name="Abolfazl Kazemi" userId="f956631a5b09a72f" providerId="LiveId" clId="{C503E469-7D55-4921-A8C7-D2573436FAFF}" dt="2023-12-01T13:07:11.631" v="3725" actId="478"/>
          <ac:spMkLst>
            <pc:docMk/>
            <pc:sldMk cId="3907835876" sldId="598"/>
            <ac:spMk id="3" creationId="{01D64C34-E62C-26F0-A3D7-3CCC7419726D}"/>
          </ac:spMkLst>
        </pc:spChg>
        <pc:picChg chg="add mod">
          <ac:chgData name="Abolfazl Kazemi" userId="f956631a5b09a72f" providerId="LiveId" clId="{C503E469-7D55-4921-A8C7-D2573436FAFF}" dt="2023-12-01T13:16:07.968" v="3735" actId="14100"/>
          <ac:picMkLst>
            <pc:docMk/>
            <pc:sldMk cId="3907835876" sldId="598"/>
            <ac:picMk id="6" creationId="{3F31769C-177C-B37B-4930-6686B7E5FCB3}"/>
          </ac:picMkLst>
        </pc:picChg>
        <pc:picChg chg="add mod">
          <ac:chgData name="Abolfazl Kazemi" userId="f956631a5b09a72f" providerId="LiveId" clId="{C503E469-7D55-4921-A8C7-D2573436FAFF}" dt="2023-12-01T13:17:36.472" v="3737" actId="1076"/>
          <ac:picMkLst>
            <pc:docMk/>
            <pc:sldMk cId="3907835876" sldId="598"/>
            <ac:picMk id="8" creationId="{27D31D1A-60C3-9160-A15C-D77FF3E1E4FF}"/>
          </ac:picMkLst>
        </pc:picChg>
        <pc:picChg chg="add mod">
          <ac:chgData name="Abolfazl Kazemi" userId="f956631a5b09a72f" providerId="LiveId" clId="{C503E469-7D55-4921-A8C7-D2573436FAFF}" dt="2023-12-01T13:17:55.408" v="3739" actId="1076"/>
          <ac:picMkLst>
            <pc:docMk/>
            <pc:sldMk cId="3907835876" sldId="598"/>
            <ac:picMk id="10" creationId="{CB18B6B3-80A5-01B2-0B00-6014DB625D72}"/>
          </ac:picMkLst>
        </pc:picChg>
        <pc:picChg chg="add mod">
          <ac:chgData name="Abolfazl Kazemi" userId="f956631a5b09a72f" providerId="LiveId" clId="{C503E469-7D55-4921-A8C7-D2573436FAFF}" dt="2023-12-01T13:33:37.144" v="3746" actId="1076"/>
          <ac:picMkLst>
            <pc:docMk/>
            <pc:sldMk cId="3907835876" sldId="598"/>
            <ac:picMk id="12" creationId="{039A4BBF-4AC1-5BC1-076C-75D2458BEA64}"/>
          </ac:picMkLst>
        </pc:picChg>
        <pc:picChg chg="add mod">
          <ac:chgData name="Abolfazl Kazemi" userId="f956631a5b09a72f" providerId="LiveId" clId="{C503E469-7D55-4921-A8C7-D2573436FAFF}" dt="2023-12-01T13:33:34.391" v="3745" actId="1076"/>
          <ac:picMkLst>
            <pc:docMk/>
            <pc:sldMk cId="3907835876" sldId="598"/>
            <ac:picMk id="14" creationId="{C92F6F3E-9BE9-2DCD-74BA-21DCC6607FF3}"/>
          </ac:picMkLst>
        </pc:picChg>
      </pc:sldChg>
      <pc:sldChg chg="addSp delSp modSp add mod modTransition">
        <pc:chgData name="Abolfazl Kazemi" userId="f956631a5b09a72f" providerId="LiveId" clId="{C503E469-7D55-4921-A8C7-D2573436FAFF}" dt="2023-11-29T09:40:58.967" v="2920"/>
        <pc:sldMkLst>
          <pc:docMk/>
          <pc:sldMk cId="2477318715" sldId="599"/>
        </pc:sldMkLst>
        <pc:spChg chg="del">
          <ac:chgData name="Abolfazl Kazemi" userId="f956631a5b09a72f" providerId="LiveId" clId="{C503E469-7D55-4921-A8C7-D2573436FAFF}" dt="2023-11-29T09:38:30.863" v="2877" actId="478"/>
          <ac:spMkLst>
            <pc:docMk/>
            <pc:sldMk cId="2477318715" sldId="599"/>
            <ac:spMk id="2" creationId="{3334B65E-CF8A-DE56-9069-47C88EA86FB2}"/>
          </ac:spMkLst>
        </pc:spChg>
        <pc:spChg chg="del">
          <ac:chgData name="Abolfazl Kazemi" userId="f956631a5b09a72f" providerId="LiveId" clId="{C503E469-7D55-4921-A8C7-D2573436FAFF}" dt="2023-11-29T09:38:32.392" v="2878" actId="478"/>
          <ac:spMkLst>
            <pc:docMk/>
            <pc:sldMk cId="2477318715" sldId="599"/>
            <ac:spMk id="3" creationId="{01D64C34-E62C-26F0-A3D7-3CCC7419726D}"/>
          </ac:spMkLst>
        </pc:spChg>
        <pc:spChg chg="add mod">
          <ac:chgData name="Abolfazl Kazemi" userId="f956631a5b09a72f" providerId="LiveId" clId="{C503E469-7D55-4921-A8C7-D2573436FAFF}" dt="2023-11-29T09:38:33.422" v="2879"/>
          <ac:spMkLst>
            <pc:docMk/>
            <pc:sldMk cId="2477318715" sldId="599"/>
            <ac:spMk id="5" creationId="{1FA0B41D-ADAC-C1D5-DCDA-5B90EF409B7B}"/>
          </ac:spMkLst>
        </pc:spChg>
        <pc:spChg chg="add mod">
          <ac:chgData name="Abolfazl Kazemi" userId="f956631a5b09a72f" providerId="LiveId" clId="{C503E469-7D55-4921-A8C7-D2573436FAFF}" dt="2023-11-29T09:40:09.022" v="2904" actId="17032"/>
          <ac:spMkLst>
            <pc:docMk/>
            <pc:sldMk cId="2477318715" sldId="599"/>
            <ac:spMk id="10" creationId="{45A5FA8B-7F77-9970-4495-E202853401C5}"/>
          </ac:spMkLst>
        </pc:spChg>
        <pc:picChg chg="add del mod modCrop">
          <ac:chgData name="Abolfazl Kazemi" userId="f956631a5b09a72f" providerId="LiveId" clId="{C503E469-7D55-4921-A8C7-D2573436FAFF}" dt="2023-11-29T09:39:02.615" v="2890" actId="478"/>
          <ac:picMkLst>
            <pc:docMk/>
            <pc:sldMk cId="2477318715" sldId="599"/>
            <ac:picMk id="7" creationId="{C5DB3BD4-DD2F-E358-9D6B-C34684229353}"/>
          </ac:picMkLst>
        </pc:picChg>
        <pc:picChg chg="add mod">
          <ac:chgData name="Abolfazl Kazemi" userId="f956631a5b09a72f" providerId="LiveId" clId="{C503E469-7D55-4921-A8C7-D2573436FAFF}" dt="2023-11-29T09:39:30.463" v="2898" actId="1076"/>
          <ac:picMkLst>
            <pc:docMk/>
            <pc:sldMk cId="2477318715" sldId="599"/>
            <ac:picMk id="9" creationId="{EC5A5E3A-E976-28B3-68EC-B5ECC051919E}"/>
          </ac:picMkLst>
        </pc:picChg>
      </pc:sldChg>
      <pc:sldChg chg="addSp delSp modSp add mod">
        <pc:chgData name="Abolfazl Kazemi" userId="f956631a5b09a72f" providerId="LiveId" clId="{C503E469-7D55-4921-A8C7-D2573436FAFF}" dt="2023-11-29T09:44:34.744" v="2950" actId="1076"/>
        <pc:sldMkLst>
          <pc:docMk/>
          <pc:sldMk cId="736226358" sldId="600"/>
        </pc:sldMkLst>
        <pc:spChg chg="mod">
          <ac:chgData name="Abolfazl Kazemi" userId="f956631a5b09a72f" providerId="LiveId" clId="{C503E469-7D55-4921-A8C7-D2573436FAFF}" dt="2023-11-29T09:44:34.744" v="2950" actId="1076"/>
          <ac:spMkLst>
            <pc:docMk/>
            <pc:sldMk cId="736226358" sldId="600"/>
            <ac:spMk id="2" creationId="{3334B65E-CF8A-DE56-9069-47C88EA86FB2}"/>
          </ac:spMkLst>
        </pc:spChg>
        <pc:spChg chg="del">
          <ac:chgData name="Abolfazl Kazemi" userId="f956631a5b09a72f" providerId="LiveId" clId="{C503E469-7D55-4921-A8C7-D2573436FAFF}" dt="2023-11-29T09:42:33.552" v="2940" actId="478"/>
          <ac:spMkLst>
            <pc:docMk/>
            <pc:sldMk cId="736226358" sldId="600"/>
            <ac:spMk id="3" creationId="{01D64C34-E62C-26F0-A3D7-3CCC7419726D}"/>
          </ac:spMkLst>
        </pc:spChg>
        <pc:picChg chg="add mod">
          <ac:chgData name="Abolfazl Kazemi" userId="f956631a5b09a72f" providerId="LiveId" clId="{C503E469-7D55-4921-A8C7-D2573436FAFF}" dt="2023-11-29T09:44:32.079" v="2949" actId="1076"/>
          <ac:picMkLst>
            <pc:docMk/>
            <pc:sldMk cId="736226358" sldId="600"/>
            <ac:picMk id="6" creationId="{3227DB2F-6325-592D-AE95-7A0D727DB5C1}"/>
          </ac:picMkLst>
        </pc:picChg>
      </pc:sldChg>
      <pc:sldChg chg="add del">
        <pc:chgData name="Abolfazl Kazemi" userId="f956631a5b09a72f" providerId="LiveId" clId="{C503E469-7D55-4921-A8C7-D2573436FAFF}" dt="2023-11-29T09:38:42.104" v="2883" actId="47"/>
        <pc:sldMkLst>
          <pc:docMk/>
          <pc:sldMk cId="2367440253" sldId="601"/>
        </pc:sldMkLst>
      </pc:sldChg>
      <pc:sldChg chg="add del">
        <pc:chgData name="Abolfazl Kazemi" userId="f956631a5b09a72f" providerId="LiveId" clId="{C503E469-7D55-4921-A8C7-D2573436FAFF}" dt="2023-11-29T09:40:12.249" v="2905" actId="47"/>
        <pc:sldMkLst>
          <pc:docMk/>
          <pc:sldMk cId="3840385997" sldId="601"/>
        </pc:sldMkLst>
      </pc:sldChg>
      <pc:sldChg chg="addSp modSp add mod modTransition">
        <pc:chgData name="Abolfazl Kazemi" userId="f956631a5b09a72f" providerId="LiveId" clId="{C503E469-7D55-4921-A8C7-D2573436FAFF}" dt="2023-11-29T09:40:58.967" v="2920"/>
        <pc:sldMkLst>
          <pc:docMk/>
          <pc:sldMk cId="4005352709" sldId="601"/>
        </pc:sldMkLst>
        <pc:spChg chg="add mod">
          <ac:chgData name="Abolfazl Kazemi" userId="f956631a5b09a72f" providerId="LiveId" clId="{C503E469-7D55-4921-A8C7-D2573436FAFF}" dt="2023-11-29T09:40:42.063" v="2914" actId="14100"/>
          <ac:spMkLst>
            <pc:docMk/>
            <pc:sldMk cId="4005352709" sldId="601"/>
            <ac:spMk id="2" creationId="{0A2DB138-6B7C-994B-A254-C701EE00804E}"/>
          </ac:spMkLst>
        </pc:spChg>
        <pc:spChg chg="mod">
          <ac:chgData name="Abolfazl Kazemi" userId="f956631a5b09a72f" providerId="LiveId" clId="{C503E469-7D55-4921-A8C7-D2573436FAFF}" dt="2023-11-29T09:40:23.904" v="2909" actId="14100"/>
          <ac:spMkLst>
            <pc:docMk/>
            <pc:sldMk cId="4005352709" sldId="601"/>
            <ac:spMk id="10" creationId="{45A5FA8B-7F77-9970-4495-E202853401C5}"/>
          </ac:spMkLst>
        </pc:spChg>
      </pc:sldChg>
      <pc:sldChg chg="add del">
        <pc:chgData name="Abolfazl Kazemi" userId="f956631a5b09a72f" providerId="LiveId" clId="{C503E469-7D55-4921-A8C7-D2573436FAFF}" dt="2023-11-29T09:38:42.592" v="2884" actId="47"/>
        <pc:sldMkLst>
          <pc:docMk/>
          <pc:sldMk cId="2561885395" sldId="602"/>
        </pc:sldMkLst>
      </pc:sldChg>
      <pc:sldChg chg="add del">
        <pc:chgData name="Abolfazl Kazemi" userId="f956631a5b09a72f" providerId="LiveId" clId="{C503E469-7D55-4921-A8C7-D2573436FAFF}" dt="2023-11-29T09:40:12.714" v="2906" actId="47"/>
        <pc:sldMkLst>
          <pc:docMk/>
          <pc:sldMk cId="2771051707" sldId="602"/>
        </pc:sldMkLst>
      </pc:sldChg>
      <pc:sldChg chg="modSp add mod ord modTransition">
        <pc:chgData name="Abolfazl Kazemi" userId="f956631a5b09a72f" providerId="LiveId" clId="{C503E469-7D55-4921-A8C7-D2573436FAFF}" dt="2023-11-29T09:40:58.967" v="2920"/>
        <pc:sldMkLst>
          <pc:docMk/>
          <pc:sldMk cId="3626967258" sldId="602"/>
        </pc:sldMkLst>
        <pc:spChg chg="mod">
          <ac:chgData name="Abolfazl Kazemi" userId="f956631a5b09a72f" providerId="LiveId" clId="{C503E469-7D55-4921-A8C7-D2573436FAFF}" dt="2023-11-29T09:40:54.128" v="2919" actId="14100"/>
          <ac:spMkLst>
            <pc:docMk/>
            <pc:sldMk cId="3626967258" sldId="602"/>
            <ac:spMk id="10" creationId="{45A5FA8B-7F77-9970-4495-E202853401C5}"/>
          </ac:spMkLst>
        </pc:spChg>
      </pc:sldChg>
      <pc:sldChg chg="add del">
        <pc:chgData name="Abolfazl Kazemi" userId="f956631a5b09a72f" providerId="LiveId" clId="{C503E469-7D55-4921-A8C7-D2573436FAFF}" dt="2023-11-29T09:38:43.274" v="2885" actId="47"/>
        <pc:sldMkLst>
          <pc:docMk/>
          <pc:sldMk cId="589695216" sldId="603"/>
        </pc:sldMkLst>
      </pc:sldChg>
      <pc:sldChg chg="addSp modSp add mod modAnim">
        <pc:chgData name="Abolfazl Kazemi" userId="f956631a5b09a72f" providerId="LiveId" clId="{C503E469-7D55-4921-A8C7-D2573436FAFF}" dt="2023-11-29T10:54:45.833" v="3129" actId="1076"/>
        <pc:sldMkLst>
          <pc:docMk/>
          <pc:sldMk cId="1628055092" sldId="603"/>
        </pc:sldMkLst>
        <pc:spChg chg="mod">
          <ac:chgData name="Abolfazl Kazemi" userId="f956631a5b09a72f" providerId="LiveId" clId="{C503E469-7D55-4921-A8C7-D2573436FAFF}" dt="2023-11-29T10:53:49.368" v="3119" actId="1076"/>
          <ac:spMkLst>
            <pc:docMk/>
            <pc:sldMk cId="1628055092" sldId="603"/>
            <ac:spMk id="2" creationId="{3334B65E-CF8A-DE56-9069-47C88EA86FB2}"/>
          </ac:spMkLst>
        </pc:spChg>
        <pc:spChg chg="mod">
          <ac:chgData name="Abolfazl Kazemi" userId="f956631a5b09a72f" providerId="LiveId" clId="{C503E469-7D55-4921-A8C7-D2573436FAFF}" dt="2023-11-29T10:54:40.824" v="3128" actId="14100"/>
          <ac:spMkLst>
            <pc:docMk/>
            <pc:sldMk cId="1628055092" sldId="603"/>
            <ac:spMk id="3" creationId="{01D64C34-E62C-26F0-A3D7-3CCC7419726D}"/>
          </ac:spMkLst>
        </pc:spChg>
        <pc:picChg chg="add mod">
          <ac:chgData name="Abolfazl Kazemi" userId="f956631a5b09a72f" providerId="LiveId" clId="{C503E469-7D55-4921-A8C7-D2573436FAFF}" dt="2023-11-29T10:54:45.833" v="3129" actId="1076"/>
          <ac:picMkLst>
            <pc:docMk/>
            <pc:sldMk cId="1628055092" sldId="603"/>
            <ac:picMk id="6" creationId="{5C3CB79F-7C02-7C33-B6D1-8379850CB66E}"/>
          </ac:picMkLst>
        </pc:picChg>
      </pc:sldChg>
      <pc:sldChg chg="modSp add mod modAnim">
        <pc:chgData name="Abolfazl Kazemi" userId="f956631a5b09a72f" providerId="LiveId" clId="{C503E469-7D55-4921-A8C7-D2573436FAFF}" dt="2023-11-29T09:57:10.263" v="2991" actId="108"/>
        <pc:sldMkLst>
          <pc:docMk/>
          <pc:sldMk cId="3007573088" sldId="604"/>
        </pc:sldMkLst>
        <pc:spChg chg="mod">
          <ac:chgData name="Abolfazl Kazemi" userId="f956631a5b09a72f" providerId="LiveId" clId="{C503E469-7D55-4921-A8C7-D2573436FAFF}" dt="2023-11-29T09:54:48.911" v="2968" actId="1076"/>
          <ac:spMkLst>
            <pc:docMk/>
            <pc:sldMk cId="3007573088" sldId="604"/>
            <ac:spMk id="2" creationId="{3334B65E-CF8A-DE56-9069-47C88EA86FB2}"/>
          </ac:spMkLst>
        </pc:spChg>
        <pc:spChg chg="mod">
          <ac:chgData name="Abolfazl Kazemi" userId="f956631a5b09a72f" providerId="LiveId" clId="{C503E469-7D55-4921-A8C7-D2573436FAFF}" dt="2023-11-29T09:57:10.263" v="2991" actId="108"/>
          <ac:spMkLst>
            <pc:docMk/>
            <pc:sldMk cId="3007573088" sldId="604"/>
            <ac:spMk id="3" creationId="{01D64C34-E62C-26F0-A3D7-3CCC7419726D}"/>
          </ac:spMkLst>
        </pc:spChg>
      </pc:sldChg>
      <pc:sldChg chg="addSp modSp add mod">
        <pc:chgData name="Abolfazl Kazemi" userId="f956631a5b09a72f" providerId="LiveId" clId="{C503E469-7D55-4921-A8C7-D2573436FAFF}" dt="2023-12-01T08:30:16.846" v="3403" actId="1076"/>
        <pc:sldMkLst>
          <pc:docMk/>
          <pc:sldMk cId="2580922825" sldId="605"/>
        </pc:sldMkLst>
        <pc:spChg chg="mod">
          <ac:chgData name="Abolfazl Kazemi" userId="f956631a5b09a72f" providerId="LiveId" clId="{C503E469-7D55-4921-A8C7-D2573436FAFF}" dt="2023-11-29T11:02:45.607" v="3214" actId="1076"/>
          <ac:spMkLst>
            <pc:docMk/>
            <pc:sldMk cId="2580922825" sldId="605"/>
            <ac:spMk id="2" creationId="{3334B65E-CF8A-DE56-9069-47C88EA86FB2}"/>
          </ac:spMkLst>
        </pc:spChg>
        <pc:spChg chg="mod">
          <ac:chgData name="Abolfazl Kazemi" userId="f956631a5b09a72f" providerId="LiveId" clId="{C503E469-7D55-4921-A8C7-D2573436FAFF}" dt="2023-11-29T11:02:48.519" v="3215" actId="14100"/>
          <ac:spMkLst>
            <pc:docMk/>
            <pc:sldMk cId="2580922825" sldId="605"/>
            <ac:spMk id="3" creationId="{01D64C34-E62C-26F0-A3D7-3CCC7419726D}"/>
          </ac:spMkLst>
        </pc:spChg>
        <pc:spChg chg="add mod">
          <ac:chgData name="Abolfazl Kazemi" userId="f956631a5b09a72f" providerId="LiveId" clId="{C503E469-7D55-4921-A8C7-D2573436FAFF}" dt="2023-12-01T08:30:14.590" v="3402" actId="1076"/>
          <ac:spMkLst>
            <pc:docMk/>
            <pc:sldMk cId="2580922825" sldId="605"/>
            <ac:spMk id="5" creationId="{E427690A-1484-4A35-01D4-7CFD41921A9A}"/>
          </ac:spMkLst>
        </pc:spChg>
        <pc:picChg chg="add mod">
          <ac:chgData name="Abolfazl Kazemi" userId="f956631a5b09a72f" providerId="LiveId" clId="{C503E469-7D55-4921-A8C7-D2573436FAFF}" dt="2023-12-01T08:30:16.846" v="3403" actId="1076"/>
          <ac:picMkLst>
            <pc:docMk/>
            <pc:sldMk cId="2580922825" sldId="605"/>
            <ac:picMk id="6" creationId="{640D2DF3-7F05-4218-C8A5-4A73D4624517}"/>
          </ac:picMkLst>
        </pc:picChg>
      </pc:sldChg>
      <pc:sldChg chg="modSp add mod modAnim">
        <pc:chgData name="Abolfazl Kazemi" userId="f956631a5b09a72f" providerId="LiveId" clId="{C503E469-7D55-4921-A8C7-D2573436FAFF}" dt="2023-11-29T09:59:36.279" v="3018" actId="14100"/>
        <pc:sldMkLst>
          <pc:docMk/>
          <pc:sldMk cId="1364555045" sldId="606"/>
        </pc:sldMkLst>
        <pc:spChg chg="mod">
          <ac:chgData name="Abolfazl Kazemi" userId="f956631a5b09a72f" providerId="LiveId" clId="{C503E469-7D55-4921-A8C7-D2573436FAFF}" dt="2023-11-29T09:58:17.951" v="3003" actId="1076"/>
          <ac:spMkLst>
            <pc:docMk/>
            <pc:sldMk cId="1364555045" sldId="606"/>
            <ac:spMk id="2" creationId="{3334B65E-CF8A-DE56-9069-47C88EA86FB2}"/>
          </ac:spMkLst>
        </pc:spChg>
        <pc:spChg chg="mod">
          <ac:chgData name="Abolfazl Kazemi" userId="f956631a5b09a72f" providerId="LiveId" clId="{C503E469-7D55-4921-A8C7-D2573436FAFF}" dt="2023-11-29T09:59:36.279" v="3018" actId="14100"/>
          <ac:spMkLst>
            <pc:docMk/>
            <pc:sldMk cId="1364555045" sldId="606"/>
            <ac:spMk id="3" creationId="{01D64C34-E62C-26F0-A3D7-3CCC7419726D}"/>
          </ac:spMkLst>
        </pc:spChg>
      </pc:sldChg>
      <pc:sldChg chg="addSp delSp modSp add mod">
        <pc:chgData name="Abolfazl Kazemi" userId="f956631a5b09a72f" providerId="LiveId" clId="{C503E469-7D55-4921-A8C7-D2573436FAFF}" dt="2023-12-01T13:01:00.731" v="3723" actId="114"/>
        <pc:sldMkLst>
          <pc:docMk/>
          <pc:sldMk cId="3203315950" sldId="607"/>
        </pc:sldMkLst>
        <pc:spChg chg="mod">
          <ac:chgData name="Abolfazl Kazemi" userId="f956631a5b09a72f" providerId="LiveId" clId="{C503E469-7D55-4921-A8C7-D2573436FAFF}" dt="2023-12-01T12:47:37.927" v="3622" actId="1076"/>
          <ac:spMkLst>
            <pc:docMk/>
            <pc:sldMk cId="3203315950" sldId="607"/>
            <ac:spMk id="2" creationId="{3334B65E-CF8A-DE56-9069-47C88EA86FB2}"/>
          </ac:spMkLst>
        </pc:spChg>
        <pc:spChg chg="mod">
          <ac:chgData name="Abolfazl Kazemi" userId="f956631a5b09a72f" providerId="LiveId" clId="{C503E469-7D55-4921-A8C7-D2573436FAFF}" dt="2023-12-01T13:01:00.731" v="3723" actId="114"/>
          <ac:spMkLst>
            <pc:docMk/>
            <pc:sldMk cId="3203315950" sldId="607"/>
            <ac:spMk id="3" creationId="{01D64C34-E62C-26F0-A3D7-3CCC7419726D}"/>
          </ac:spMkLst>
        </pc:spChg>
        <pc:spChg chg="add del">
          <ac:chgData name="Abolfazl Kazemi" userId="f956631a5b09a72f" providerId="LiveId" clId="{C503E469-7D55-4921-A8C7-D2573436FAFF}" dt="2023-12-01T08:12:42.845" v="3270"/>
          <ac:spMkLst>
            <pc:docMk/>
            <pc:sldMk cId="3203315950" sldId="607"/>
            <ac:spMk id="5" creationId="{67908EDE-8935-E43C-53A6-AD495150C6B9}"/>
          </ac:spMkLst>
        </pc:spChg>
      </pc:sldChg>
      <pc:sldChg chg="addSp delSp modSp add mod modTransition delAnim">
        <pc:chgData name="Abolfazl Kazemi" userId="f956631a5b09a72f" providerId="LiveId" clId="{C503E469-7D55-4921-A8C7-D2573436FAFF}" dt="2023-11-29T10:49:37.872" v="3116"/>
        <pc:sldMkLst>
          <pc:docMk/>
          <pc:sldMk cId="3736652457" sldId="608"/>
        </pc:sldMkLst>
        <pc:spChg chg="mod">
          <ac:chgData name="Abolfazl Kazemi" userId="f956631a5b09a72f" providerId="LiveId" clId="{C503E469-7D55-4921-A8C7-D2573436FAFF}" dt="2023-11-29T10:48:10.864" v="3096" actId="20577"/>
          <ac:spMkLst>
            <pc:docMk/>
            <pc:sldMk cId="3736652457" sldId="608"/>
            <ac:spMk id="2" creationId="{3334B65E-CF8A-DE56-9069-47C88EA86FB2}"/>
          </ac:spMkLst>
        </pc:spChg>
        <pc:spChg chg="del">
          <ac:chgData name="Abolfazl Kazemi" userId="f956631a5b09a72f" providerId="LiveId" clId="{C503E469-7D55-4921-A8C7-D2573436FAFF}" dt="2023-11-29T10:46:53.206" v="3069" actId="478"/>
          <ac:spMkLst>
            <pc:docMk/>
            <pc:sldMk cId="3736652457" sldId="608"/>
            <ac:spMk id="3" creationId="{01D64C34-E62C-26F0-A3D7-3CCC7419726D}"/>
          </ac:spMkLst>
        </pc:spChg>
        <pc:spChg chg="add del mod">
          <ac:chgData name="Abolfazl Kazemi" userId="f956631a5b09a72f" providerId="LiveId" clId="{C503E469-7D55-4921-A8C7-D2573436FAFF}" dt="2023-11-29T10:46:54.899" v="3070" actId="478"/>
          <ac:spMkLst>
            <pc:docMk/>
            <pc:sldMk cId="3736652457" sldId="608"/>
            <ac:spMk id="6" creationId="{14504755-CAB6-8F8E-E57D-F5841290494D}"/>
          </ac:spMkLst>
        </pc:spChg>
        <pc:spChg chg="add mod">
          <ac:chgData name="Abolfazl Kazemi" userId="f956631a5b09a72f" providerId="LiveId" clId="{C503E469-7D55-4921-A8C7-D2573436FAFF}" dt="2023-11-29T10:48:49.049" v="3101" actId="17032"/>
          <ac:spMkLst>
            <pc:docMk/>
            <pc:sldMk cId="3736652457" sldId="608"/>
            <ac:spMk id="9" creationId="{4BBEDD5E-9B82-CEAA-4608-4EDAEDE4E447}"/>
          </ac:spMkLst>
        </pc:spChg>
        <pc:picChg chg="add mod">
          <ac:chgData name="Abolfazl Kazemi" userId="f956631a5b09a72f" providerId="LiveId" clId="{C503E469-7D55-4921-A8C7-D2573436FAFF}" dt="2023-11-29T10:47:48.456" v="3079" actId="14100"/>
          <ac:picMkLst>
            <pc:docMk/>
            <pc:sldMk cId="3736652457" sldId="608"/>
            <ac:picMk id="8" creationId="{203439DA-69B8-2ABF-6E5F-CB5743CF6654}"/>
          </ac:picMkLst>
        </pc:picChg>
      </pc:sldChg>
      <pc:sldChg chg="modSp add mod modTransition">
        <pc:chgData name="Abolfazl Kazemi" userId="f956631a5b09a72f" providerId="LiveId" clId="{C503E469-7D55-4921-A8C7-D2573436FAFF}" dt="2023-11-29T10:49:37.872" v="3116"/>
        <pc:sldMkLst>
          <pc:docMk/>
          <pc:sldMk cId="20622539" sldId="609"/>
        </pc:sldMkLst>
        <pc:spChg chg="mod">
          <ac:chgData name="Abolfazl Kazemi" userId="f956631a5b09a72f" providerId="LiveId" clId="{C503E469-7D55-4921-A8C7-D2573436FAFF}" dt="2023-11-29T10:49:15.071" v="3111" actId="14100"/>
          <ac:spMkLst>
            <pc:docMk/>
            <pc:sldMk cId="20622539" sldId="609"/>
            <ac:spMk id="9" creationId="{4BBEDD5E-9B82-CEAA-4608-4EDAEDE4E447}"/>
          </ac:spMkLst>
        </pc:spChg>
      </pc:sldChg>
      <pc:sldChg chg="add del">
        <pc:chgData name="Abolfazl Kazemi" userId="f956631a5b09a72f" providerId="LiveId" clId="{C503E469-7D55-4921-A8C7-D2573436FAFF}" dt="2023-11-29T10:48:51.946" v="3102" actId="47"/>
        <pc:sldMkLst>
          <pc:docMk/>
          <pc:sldMk cId="846171059" sldId="609"/>
        </pc:sldMkLst>
      </pc:sldChg>
      <pc:sldChg chg="modSp add mod modTransition">
        <pc:chgData name="Abolfazl Kazemi" userId="f956631a5b09a72f" providerId="LiveId" clId="{C503E469-7D55-4921-A8C7-D2573436FAFF}" dt="2023-11-29T10:49:37.872" v="3116"/>
        <pc:sldMkLst>
          <pc:docMk/>
          <pc:sldMk cId="1163731153" sldId="610"/>
        </pc:sldMkLst>
        <pc:spChg chg="mod">
          <ac:chgData name="Abolfazl Kazemi" userId="f956631a5b09a72f" providerId="LiveId" clId="{C503E469-7D55-4921-A8C7-D2573436FAFF}" dt="2023-11-29T10:49:29.911" v="3115" actId="14100"/>
          <ac:spMkLst>
            <pc:docMk/>
            <pc:sldMk cId="1163731153" sldId="610"/>
            <ac:spMk id="9" creationId="{4BBEDD5E-9B82-CEAA-4608-4EDAEDE4E447}"/>
          </ac:spMkLst>
        </pc:spChg>
      </pc:sldChg>
      <pc:sldChg chg="add del">
        <pc:chgData name="Abolfazl Kazemi" userId="f956631a5b09a72f" providerId="LiveId" clId="{C503E469-7D55-4921-A8C7-D2573436FAFF}" dt="2023-11-29T10:48:52.267" v="3103" actId="47"/>
        <pc:sldMkLst>
          <pc:docMk/>
          <pc:sldMk cId="1446377731" sldId="610"/>
        </pc:sldMkLst>
      </pc:sldChg>
      <pc:sldChg chg="add del">
        <pc:chgData name="Abolfazl Kazemi" userId="f956631a5b09a72f" providerId="LiveId" clId="{C503E469-7D55-4921-A8C7-D2573436FAFF}" dt="2023-11-29T10:48:52.826" v="3104" actId="47"/>
        <pc:sldMkLst>
          <pc:docMk/>
          <pc:sldMk cId="2242176570" sldId="611"/>
        </pc:sldMkLst>
      </pc:sldChg>
      <pc:sldChg chg="addSp delSp modSp add mod">
        <pc:chgData name="Abolfazl Kazemi" userId="f956631a5b09a72f" providerId="LiveId" clId="{C503E469-7D55-4921-A8C7-D2573436FAFF}" dt="2023-12-01T08:26:56.760" v="3364" actId="14100"/>
        <pc:sldMkLst>
          <pc:docMk/>
          <pc:sldMk cId="3778556826" sldId="611"/>
        </pc:sldMkLst>
        <pc:spChg chg="mod">
          <ac:chgData name="Abolfazl Kazemi" userId="f956631a5b09a72f" providerId="LiveId" clId="{C503E469-7D55-4921-A8C7-D2573436FAFF}" dt="2023-12-01T08:21:59.782" v="3320" actId="1076"/>
          <ac:spMkLst>
            <pc:docMk/>
            <pc:sldMk cId="3778556826" sldId="611"/>
            <ac:spMk id="2" creationId="{3334B65E-CF8A-DE56-9069-47C88EA86FB2}"/>
          </ac:spMkLst>
        </pc:spChg>
        <pc:spChg chg="add del mod">
          <ac:chgData name="Abolfazl Kazemi" userId="f956631a5b09a72f" providerId="LiveId" clId="{C503E469-7D55-4921-A8C7-D2573436FAFF}" dt="2023-12-01T08:26:56.760" v="3364" actId="14100"/>
          <ac:spMkLst>
            <pc:docMk/>
            <pc:sldMk cId="3778556826" sldId="611"/>
            <ac:spMk id="3" creationId="{01D64C34-E62C-26F0-A3D7-3CCC7419726D}"/>
          </ac:spMkLst>
        </pc:spChg>
        <pc:spChg chg="add del mod">
          <ac:chgData name="Abolfazl Kazemi" userId="f956631a5b09a72f" providerId="LiveId" clId="{C503E469-7D55-4921-A8C7-D2573436FAFF}" dt="2023-12-01T08:20:36.248" v="3296"/>
          <ac:spMkLst>
            <pc:docMk/>
            <pc:sldMk cId="3778556826" sldId="611"/>
            <ac:spMk id="5" creationId="{A03F7D33-1EE6-10B1-1BBD-7567907F0126}"/>
          </ac:spMkLst>
        </pc:spChg>
        <pc:picChg chg="add mod">
          <ac:chgData name="Abolfazl Kazemi" userId="f956631a5b09a72f" providerId="LiveId" clId="{C503E469-7D55-4921-A8C7-D2573436FAFF}" dt="2023-12-01T08:26:53.480" v="3363" actId="1076"/>
          <ac:picMkLst>
            <pc:docMk/>
            <pc:sldMk cId="3778556826" sldId="611"/>
            <ac:picMk id="7" creationId="{A47551CA-8222-DC81-72E4-C5BA5851F7B1}"/>
          </ac:picMkLst>
        </pc:picChg>
        <pc:picChg chg="add del mod">
          <ac:chgData name="Abolfazl Kazemi" userId="f956631a5b09a72f" providerId="LiveId" clId="{C503E469-7D55-4921-A8C7-D2573436FAFF}" dt="2023-12-01T08:25:29.462" v="3328" actId="478"/>
          <ac:picMkLst>
            <pc:docMk/>
            <pc:sldMk cId="3778556826" sldId="611"/>
            <ac:picMk id="9" creationId="{D7ECA9CD-79B8-F87D-DEF8-320E72D3CD44}"/>
          </ac:picMkLst>
        </pc:picChg>
        <pc:picChg chg="add del mod">
          <ac:chgData name="Abolfazl Kazemi" userId="f956631a5b09a72f" providerId="LiveId" clId="{C503E469-7D55-4921-A8C7-D2573436FAFF}" dt="2023-12-01T08:26:36.223" v="3359" actId="478"/>
          <ac:picMkLst>
            <pc:docMk/>
            <pc:sldMk cId="3778556826" sldId="611"/>
            <ac:picMk id="11" creationId="{155DC3DA-9A55-729F-5557-EE6C3CEA0440}"/>
          </ac:picMkLst>
        </pc:picChg>
      </pc:sldChg>
      <pc:sldChg chg="addSp modSp add mod">
        <pc:chgData name="Abolfazl Kazemi" userId="f956631a5b09a72f" providerId="LiveId" clId="{C503E469-7D55-4921-A8C7-D2573436FAFF}" dt="2023-11-29T11:03:42.096" v="3225" actId="207"/>
        <pc:sldMkLst>
          <pc:docMk/>
          <pc:sldMk cId="1630374" sldId="612"/>
        </pc:sldMkLst>
        <pc:spChg chg="mod">
          <ac:chgData name="Abolfazl Kazemi" userId="f956631a5b09a72f" providerId="LiveId" clId="{C503E469-7D55-4921-A8C7-D2573436FAFF}" dt="2023-11-29T11:03:42.096" v="3225" actId="207"/>
          <ac:spMkLst>
            <pc:docMk/>
            <pc:sldMk cId="1630374" sldId="612"/>
            <ac:spMk id="3" creationId="{01D64C34-E62C-26F0-A3D7-3CCC7419726D}"/>
          </ac:spMkLst>
        </pc:spChg>
        <pc:picChg chg="add mod">
          <ac:chgData name="Abolfazl Kazemi" userId="f956631a5b09a72f" providerId="LiveId" clId="{C503E469-7D55-4921-A8C7-D2573436FAFF}" dt="2023-11-29T11:03:31.527" v="3222" actId="1076"/>
          <ac:picMkLst>
            <pc:docMk/>
            <pc:sldMk cId="1630374" sldId="612"/>
            <ac:picMk id="6" creationId="{3757D627-C2C4-EE20-988C-27D964FFC8D5}"/>
          </ac:picMkLst>
        </pc:picChg>
      </pc:sldChg>
      <pc:sldChg chg="delSp modSp add mod">
        <pc:chgData name="Abolfazl Kazemi" userId="f956631a5b09a72f" providerId="LiveId" clId="{C503E469-7D55-4921-A8C7-D2573436FAFF}" dt="2023-12-01T08:27:24.968" v="3378" actId="1076"/>
        <pc:sldMkLst>
          <pc:docMk/>
          <pc:sldMk cId="3188337816" sldId="613"/>
        </pc:sldMkLst>
        <pc:spChg chg="mod">
          <ac:chgData name="Abolfazl Kazemi" userId="f956631a5b09a72f" providerId="LiveId" clId="{C503E469-7D55-4921-A8C7-D2573436FAFF}" dt="2023-12-01T08:27:24.968" v="3378" actId="1076"/>
          <ac:spMkLst>
            <pc:docMk/>
            <pc:sldMk cId="3188337816" sldId="613"/>
            <ac:spMk id="2" creationId="{3334B65E-CF8A-DE56-9069-47C88EA86FB2}"/>
          </ac:spMkLst>
        </pc:spChg>
        <pc:spChg chg="del mod">
          <ac:chgData name="Abolfazl Kazemi" userId="f956631a5b09a72f" providerId="LiveId" clId="{C503E469-7D55-4921-A8C7-D2573436FAFF}" dt="2023-12-01T08:26:14.911" v="3351" actId="478"/>
          <ac:spMkLst>
            <pc:docMk/>
            <pc:sldMk cId="3188337816" sldId="613"/>
            <ac:spMk id="3" creationId="{01D64C34-E62C-26F0-A3D7-3CCC7419726D}"/>
          </ac:spMkLst>
        </pc:spChg>
        <pc:picChg chg="del">
          <ac:chgData name="Abolfazl Kazemi" userId="f956631a5b09a72f" providerId="LiveId" clId="{C503E469-7D55-4921-A8C7-D2573436FAFF}" dt="2023-12-01T08:26:17.484" v="3353" actId="478"/>
          <ac:picMkLst>
            <pc:docMk/>
            <pc:sldMk cId="3188337816" sldId="613"/>
            <ac:picMk id="7" creationId="{A47551CA-8222-DC81-72E4-C5BA5851F7B1}"/>
          </ac:picMkLst>
        </pc:picChg>
        <pc:picChg chg="mod">
          <ac:chgData name="Abolfazl Kazemi" userId="f956631a5b09a72f" providerId="LiveId" clId="{C503E469-7D55-4921-A8C7-D2573436FAFF}" dt="2023-12-01T08:26:31.984" v="3358" actId="1076"/>
          <ac:picMkLst>
            <pc:docMk/>
            <pc:sldMk cId="3188337816" sldId="613"/>
            <ac:picMk id="11" creationId="{155DC3DA-9A55-729F-5557-EE6C3CEA0440}"/>
          </ac:picMkLst>
        </pc:picChg>
      </pc:sldChg>
      <pc:sldChg chg="addSp delSp modSp add mod">
        <pc:chgData name="Abolfazl Kazemi" userId="f956631a5b09a72f" providerId="LiveId" clId="{C503E469-7D55-4921-A8C7-D2573436FAFF}" dt="2023-12-01T08:41:12.697" v="3439" actId="1076"/>
        <pc:sldMkLst>
          <pc:docMk/>
          <pc:sldMk cId="735123189" sldId="614"/>
        </pc:sldMkLst>
        <pc:spChg chg="del">
          <ac:chgData name="Abolfazl Kazemi" userId="f956631a5b09a72f" providerId="LiveId" clId="{C503E469-7D55-4921-A8C7-D2573436FAFF}" dt="2023-12-01T08:39:45.651" v="3421" actId="478"/>
          <ac:spMkLst>
            <pc:docMk/>
            <pc:sldMk cId="735123189" sldId="614"/>
            <ac:spMk id="2" creationId="{3334B65E-CF8A-DE56-9069-47C88EA86FB2}"/>
          </ac:spMkLst>
        </pc:spChg>
        <pc:spChg chg="del">
          <ac:chgData name="Abolfazl Kazemi" userId="f956631a5b09a72f" providerId="LiveId" clId="{C503E469-7D55-4921-A8C7-D2573436FAFF}" dt="2023-12-01T08:39:51.938" v="3430" actId="478"/>
          <ac:spMkLst>
            <pc:docMk/>
            <pc:sldMk cId="735123189" sldId="614"/>
            <ac:spMk id="3" creationId="{01D64C34-E62C-26F0-A3D7-3CCC7419726D}"/>
          </ac:spMkLst>
        </pc:spChg>
        <pc:spChg chg="add mod">
          <ac:chgData name="Abolfazl Kazemi" userId="f956631a5b09a72f" providerId="LiveId" clId="{C503E469-7D55-4921-A8C7-D2573436FAFF}" dt="2023-12-01T08:39:49.409" v="3429" actId="20577"/>
          <ac:spMkLst>
            <pc:docMk/>
            <pc:sldMk cId="735123189" sldId="614"/>
            <ac:spMk id="5" creationId="{03E82883-DD3E-A800-9C0A-BBE6F3496F37}"/>
          </ac:spMkLst>
        </pc:spChg>
        <pc:picChg chg="add mod">
          <ac:chgData name="Abolfazl Kazemi" userId="f956631a5b09a72f" providerId="LiveId" clId="{C503E469-7D55-4921-A8C7-D2573436FAFF}" dt="2023-12-01T08:41:12.697" v="3439" actId="1076"/>
          <ac:picMkLst>
            <pc:docMk/>
            <pc:sldMk cId="735123189" sldId="614"/>
            <ac:picMk id="7" creationId="{34612AEE-AA05-D21E-4DD1-E34948CE59F8}"/>
          </ac:picMkLst>
        </pc:picChg>
      </pc:sldChg>
      <pc:sldChg chg="modSp add mod">
        <pc:chgData name="Abolfazl Kazemi" userId="f956631a5b09a72f" providerId="LiveId" clId="{C503E469-7D55-4921-A8C7-D2573436FAFF}" dt="2023-12-01T08:47:02.449" v="3469" actId="1076"/>
        <pc:sldMkLst>
          <pc:docMk/>
          <pc:sldMk cId="2423719022" sldId="615"/>
        </pc:sldMkLst>
        <pc:spChg chg="mod">
          <ac:chgData name="Abolfazl Kazemi" userId="f956631a5b09a72f" providerId="LiveId" clId="{C503E469-7D55-4921-A8C7-D2573436FAFF}" dt="2023-12-01T08:47:02.449" v="3469" actId="1076"/>
          <ac:spMkLst>
            <pc:docMk/>
            <pc:sldMk cId="2423719022" sldId="615"/>
            <ac:spMk id="2" creationId="{3334B65E-CF8A-DE56-9069-47C88EA86FB2}"/>
          </ac:spMkLst>
        </pc:spChg>
        <pc:spChg chg="mod">
          <ac:chgData name="Abolfazl Kazemi" userId="f956631a5b09a72f" providerId="LiveId" clId="{C503E469-7D55-4921-A8C7-D2573436FAFF}" dt="2023-12-01T08:46:49.833" v="3465" actId="14100"/>
          <ac:spMkLst>
            <pc:docMk/>
            <pc:sldMk cId="2423719022" sldId="615"/>
            <ac:spMk id="3" creationId="{01D64C34-E62C-26F0-A3D7-3CCC7419726D}"/>
          </ac:spMkLst>
        </pc:spChg>
      </pc:sldChg>
      <pc:sldChg chg="addSp delSp modSp add mod">
        <pc:chgData name="Abolfazl Kazemi" userId="f956631a5b09a72f" providerId="LiveId" clId="{C503E469-7D55-4921-A8C7-D2573436FAFF}" dt="2023-12-01T08:43:07.513" v="3447" actId="1076"/>
        <pc:sldMkLst>
          <pc:docMk/>
          <pc:sldMk cId="2123524968" sldId="616"/>
        </pc:sldMkLst>
        <pc:spChg chg="mod">
          <ac:chgData name="Abolfazl Kazemi" userId="f956631a5b09a72f" providerId="LiveId" clId="{C503E469-7D55-4921-A8C7-D2573436FAFF}" dt="2023-12-01T08:43:07.513" v="3447" actId="1076"/>
          <ac:spMkLst>
            <pc:docMk/>
            <pc:sldMk cId="2123524968" sldId="616"/>
            <ac:spMk id="5" creationId="{03E82883-DD3E-A800-9C0A-BBE6F3496F37}"/>
          </ac:spMkLst>
        </pc:spChg>
        <pc:picChg chg="add mod">
          <ac:chgData name="Abolfazl Kazemi" userId="f956631a5b09a72f" providerId="LiveId" clId="{C503E469-7D55-4921-A8C7-D2573436FAFF}" dt="2023-12-01T08:43:04.264" v="3446" actId="1076"/>
          <ac:picMkLst>
            <pc:docMk/>
            <pc:sldMk cId="2123524968" sldId="616"/>
            <ac:picMk id="3" creationId="{6B2B6DAE-521E-FEBE-B316-683251C6629D}"/>
          </ac:picMkLst>
        </pc:picChg>
        <pc:picChg chg="del">
          <ac:chgData name="Abolfazl Kazemi" userId="f956631a5b09a72f" providerId="LiveId" clId="{C503E469-7D55-4921-A8C7-D2573436FAFF}" dt="2023-12-01T08:41:17.551" v="3441" actId="478"/>
          <ac:picMkLst>
            <pc:docMk/>
            <pc:sldMk cId="2123524968" sldId="616"/>
            <ac:picMk id="7" creationId="{34612AEE-AA05-D21E-4DD1-E34948CE59F8}"/>
          </ac:picMkLst>
        </pc:picChg>
      </pc:sldChg>
      <pc:sldChg chg="addSp delSp modSp add mod">
        <pc:chgData name="Abolfazl Kazemi" userId="f956631a5b09a72f" providerId="LiveId" clId="{C503E469-7D55-4921-A8C7-D2573436FAFF}" dt="2023-12-01T12:51:12.678" v="3653" actId="962"/>
        <pc:sldMkLst>
          <pc:docMk/>
          <pc:sldMk cId="1723807647" sldId="617"/>
        </pc:sldMkLst>
        <pc:spChg chg="mod">
          <ac:chgData name="Abolfazl Kazemi" userId="f956631a5b09a72f" providerId="LiveId" clId="{C503E469-7D55-4921-A8C7-D2573436FAFF}" dt="2023-12-01T12:50:38.053" v="3647" actId="1076"/>
          <ac:spMkLst>
            <pc:docMk/>
            <pc:sldMk cId="1723807647" sldId="617"/>
            <ac:spMk id="2" creationId="{3334B65E-CF8A-DE56-9069-47C88EA86FB2}"/>
          </ac:spMkLst>
        </pc:spChg>
        <pc:spChg chg="mod">
          <ac:chgData name="Abolfazl Kazemi" userId="f956631a5b09a72f" providerId="LiveId" clId="{C503E469-7D55-4921-A8C7-D2573436FAFF}" dt="2023-12-01T12:51:12.678" v="3653" actId="962"/>
          <ac:spMkLst>
            <pc:docMk/>
            <pc:sldMk cId="1723807647" sldId="617"/>
            <ac:spMk id="3" creationId="{01D64C34-E62C-26F0-A3D7-3CCC7419726D}"/>
          </ac:spMkLst>
        </pc:spChg>
        <pc:graphicFrameChg chg="add del mod">
          <ac:chgData name="Abolfazl Kazemi" userId="f956631a5b09a72f" providerId="LiveId" clId="{C503E469-7D55-4921-A8C7-D2573436FAFF}" dt="2023-12-01T12:49:17.640" v="3633" actId="478"/>
          <ac:graphicFrameMkLst>
            <pc:docMk/>
            <pc:sldMk cId="1723807647" sldId="617"/>
            <ac:graphicFrameMk id="5" creationId="{EC7985FB-B6CF-2910-35DE-D4147C28DE0C}"/>
          </ac:graphicFrameMkLst>
        </pc:graphicFrameChg>
        <pc:picChg chg="add mod">
          <ac:chgData name="Abolfazl Kazemi" userId="f956631a5b09a72f" providerId="LiveId" clId="{C503E469-7D55-4921-A8C7-D2573436FAFF}" dt="2023-12-01T12:51:12.678" v="3652" actId="27614"/>
          <ac:picMkLst>
            <pc:docMk/>
            <pc:sldMk cId="1723807647" sldId="617"/>
            <ac:picMk id="7" creationId="{4E3D1B39-8B23-0883-02D6-989FD696AEE3}"/>
          </ac:picMkLst>
        </pc:picChg>
      </pc:sldChg>
      <pc:sldChg chg="add del">
        <pc:chgData name="Abolfazl Kazemi" userId="f956631a5b09a72f" providerId="LiveId" clId="{C503E469-7D55-4921-A8C7-D2573436FAFF}" dt="2023-12-01T12:47:14.936" v="3611" actId="2696"/>
        <pc:sldMkLst>
          <pc:docMk/>
          <pc:sldMk cId="2593535291" sldId="617"/>
        </pc:sldMkLst>
      </pc:sldChg>
      <pc:sldChg chg="modSp add mod">
        <pc:chgData name="Abolfazl Kazemi" userId="f956631a5b09a72f" providerId="LiveId" clId="{C503E469-7D55-4921-A8C7-D2573436FAFF}" dt="2023-12-04T08:23:54.380" v="4244" actId="20577"/>
        <pc:sldMkLst>
          <pc:docMk/>
          <pc:sldMk cId="274492758" sldId="618"/>
        </pc:sldMkLst>
        <pc:spChg chg="mod">
          <ac:chgData name="Abolfazl Kazemi" userId="f956631a5b09a72f" providerId="LiveId" clId="{C503E469-7D55-4921-A8C7-D2573436FAFF}" dt="2023-12-01T17:37:02.234" v="4126" actId="1076"/>
          <ac:spMkLst>
            <pc:docMk/>
            <pc:sldMk cId="274492758" sldId="618"/>
            <ac:spMk id="2" creationId="{3334B65E-CF8A-DE56-9069-47C88EA86FB2}"/>
          </ac:spMkLst>
        </pc:spChg>
        <pc:spChg chg="mod">
          <ac:chgData name="Abolfazl Kazemi" userId="f956631a5b09a72f" providerId="LiveId" clId="{C503E469-7D55-4921-A8C7-D2573436FAFF}" dt="2023-12-04T08:23:54.380" v="4244" actId="20577"/>
          <ac:spMkLst>
            <pc:docMk/>
            <pc:sldMk cId="274492758" sldId="618"/>
            <ac:spMk id="3" creationId="{01D64C34-E62C-26F0-A3D7-3CCC7419726D}"/>
          </ac:spMkLst>
        </pc:spChg>
      </pc:sldChg>
      <pc:sldChg chg="addSp delSp modSp add mod">
        <pc:chgData name="Abolfazl Kazemi" userId="f956631a5b09a72f" providerId="LiveId" clId="{C503E469-7D55-4921-A8C7-D2573436FAFF}" dt="2023-12-01T08:49:11.952" v="3491" actId="1076"/>
        <pc:sldMkLst>
          <pc:docMk/>
          <pc:sldMk cId="3840686291" sldId="619"/>
        </pc:sldMkLst>
        <pc:spChg chg="del">
          <ac:chgData name="Abolfazl Kazemi" userId="f956631a5b09a72f" providerId="LiveId" clId="{C503E469-7D55-4921-A8C7-D2573436FAFF}" dt="2023-12-01T08:47:05.954" v="3470" actId="478"/>
          <ac:spMkLst>
            <pc:docMk/>
            <pc:sldMk cId="3840686291" sldId="619"/>
            <ac:spMk id="3" creationId="{01D64C34-E62C-26F0-A3D7-3CCC7419726D}"/>
          </ac:spMkLst>
        </pc:spChg>
        <pc:spChg chg="add del mod">
          <ac:chgData name="Abolfazl Kazemi" userId="f956631a5b09a72f" providerId="LiveId" clId="{C503E469-7D55-4921-A8C7-D2573436FAFF}" dt="2023-12-01T08:47:08.482" v="3471" actId="478"/>
          <ac:spMkLst>
            <pc:docMk/>
            <pc:sldMk cId="3840686291" sldId="619"/>
            <ac:spMk id="6" creationId="{13FEEB64-3DE3-AF75-82F4-0C24CF86F955}"/>
          </ac:spMkLst>
        </pc:spChg>
        <pc:spChg chg="add mod">
          <ac:chgData name="Abolfazl Kazemi" userId="f956631a5b09a72f" providerId="LiveId" clId="{C503E469-7D55-4921-A8C7-D2573436FAFF}" dt="2023-12-01T08:49:11.952" v="3491" actId="1076"/>
          <ac:spMkLst>
            <pc:docMk/>
            <pc:sldMk cId="3840686291" sldId="619"/>
            <ac:spMk id="9" creationId="{2F82D5F3-9581-ABDA-74E9-EDFF6FD59AB4}"/>
          </ac:spMkLst>
        </pc:spChg>
        <pc:picChg chg="add mod">
          <ac:chgData name="Abolfazl Kazemi" userId="f956631a5b09a72f" providerId="LiveId" clId="{C503E469-7D55-4921-A8C7-D2573436FAFF}" dt="2023-12-01T08:47:39.656" v="3475" actId="1076"/>
          <ac:picMkLst>
            <pc:docMk/>
            <pc:sldMk cId="3840686291" sldId="619"/>
            <ac:picMk id="8" creationId="{F345D940-34B6-E0A1-5EFA-799E1A73B942}"/>
          </ac:picMkLst>
        </pc:picChg>
      </pc:sldChg>
      <pc:sldChg chg="add del">
        <pc:chgData name="Abolfazl Kazemi" userId="f956631a5b09a72f" providerId="LiveId" clId="{C503E469-7D55-4921-A8C7-D2573436FAFF}" dt="2023-12-01T08:46:58.687" v="3468" actId="47"/>
        <pc:sldMkLst>
          <pc:docMk/>
          <pc:sldMk cId="2163729121" sldId="620"/>
        </pc:sldMkLst>
      </pc:sldChg>
      <pc:sldChg chg="addSp delSp modSp add mod">
        <pc:chgData name="Abolfazl Kazemi" userId="f956631a5b09a72f" providerId="LiveId" clId="{C503E469-7D55-4921-A8C7-D2573436FAFF}" dt="2023-12-01T08:48:39.127" v="3489" actId="20577"/>
        <pc:sldMkLst>
          <pc:docMk/>
          <pc:sldMk cId="4142441134" sldId="620"/>
        </pc:sldMkLst>
        <pc:spChg chg="mod">
          <ac:chgData name="Abolfazl Kazemi" userId="f956631a5b09a72f" providerId="LiveId" clId="{C503E469-7D55-4921-A8C7-D2573436FAFF}" dt="2023-12-01T08:48:39.127" v="3489" actId="20577"/>
          <ac:spMkLst>
            <pc:docMk/>
            <pc:sldMk cId="4142441134" sldId="620"/>
            <ac:spMk id="2" creationId="{3334B65E-CF8A-DE56-9069-47C88EA86FB2}"/>
          </ac:spMkLst>
        </pc:spChg>
        <pc:picChg chg="add mod">
          <ac:chgData name="Abolfazl Kazemi" userId="f956631a5b09a72f" providerId="LiveId" clId="{C503E469-7D55-4921-A8C7-D2573436FAFF}" dt="2023-12-01T08:48:17.942" v="3484" actId="1076"/>
          <ac:picMkLst>
            <pc:docMk/>
            <pc:sldMk cId="4142441134" sldId="620"/>
            <ac:picMk id="5" creationId="{56BA8EE8-C7C0-F79B-6F2A-ABE75E724A00}"/>
          </ac:picMkLst>
        </pc:picChg>
        <pc:picChg chg="del">
          <ac:chgData name="Abolfazl Kazemi" userId="f956631a5b09a72f" providerId="LiveId" clId="{C503E469-7D55-4921-A8C7-D2573436FAFF}" dt="2023-12-01T08:47:46.721" v="3477" actId="478"/>
          <ac:picMkLst>
            <pc:docMk/>
            <pc:sldMk cId="4142441134" sldId="620"/>
            <ac:picMk id="8" creationId="{F345D940-34B6-E0A1-5EFA-799E1A73B942}"/>
          </ac:picMkLst>
        </pc:picChg>
      </pc:sldChg>
      <pc:sldChg chg="modSp add mod modAnim">
        <pc:chgData name="Abolfazl Kazemi" userId="f956631a5b09a72f" providerId="LiveId" clId="{C503E469-7D55-4921-A8C7-D2573436FAFF}" dt="2023-12-01T17:54:56.918" v="4214"/>
        <pc:sldMkLst>
          <pc:docMk/>
          <pc:sldMk cId="1682422171" sldId="621"/>
        </pc:sldMkLst>
        <pc:spChg chg="mod">
          <ac:chgData name="Abolfazl Kazemi" userId="f956631a5b09a72f" providerId="LiveId" clId="{C503E469-7D55-4921-A8C7-D2573436FAFF}" dt="2023-12-01T17:44:59.649" v="4129" actId="1076"/>
          <ac:spMkLst>
            <pc:docMk/>
            <pc:sldMk cId="1682422171" sldId="621"/>
            <ac:spMk id="2" creationId="{3334B65E-CF8A-DE56-9069-47C88EA86FB2}"/>
          </ac:spMkLst>
        </pc:spChg>
        <pc:spChg chg="mod">
          <ac:chgData name="Abolfazl Kazemi" userId="f956631a5b09a72f" providerId="LiveId" clId="{C503E469-7D55-4921-A8C7-D2573436FAFF}" dt="2023-12-01T17:54:24.376" v="4212" actId="108"/>
          <ac:spMkLst>
            <pc:docMk/>
            <pc:sldMk cId="1682422171" sldId="621"/>
            <ac:spMk id="3" creationId="{01D64C34-E62C-26F0-A3D7-3CCC7419726D}"/>
          </ac:spMkLst>
        </pc:spChg>
      </pc:sldChg>
      <pc:sldChg chg="addSp modSp add mod">
        <pc:chgData name="Abolfazl Kazemi" userId="f956631a5b09a72f" providerId="LiveId" clId="{C503E469-7D55-4921-A8C7-D2573436FAFF}" dt="2023-12-01T12:56:36.886" v="3685" actId="1076"/>
        <pc:sldMkLst>
          <pc:docMk/>
          <pc:sldMk cId="4123620810" sldId="622"/>
        </pc:sldMkLst>
        <pc:spChg chg="mod">
          <ac:chgData name="Abolfazl Kazemi" userId="f956631a5b09a72f" providerId="LiveId" clId="{C503E469-7D55-4921-A8C7-D2573436FAFF}" dt="2023-12-01T12:56:36.886" v="3685" actId="1076"/>
          <ac:spMkLst>
            <pc:docMk/>
            <pc:sldMk cId="4123620810" sldId="622"/>
            <ac:spMk id="2" creationId="{3334B65E-CF8A-DE56-9069-47C88EA86FB2}"/>
          </ac:spMkLst>
        </pc:spChg>
        <pc:spChg chg="mod">
          <ac:chgData name="Abolfazl Kazemi" userId="f956631a5b09a72f" providerId="LiveId" clId="{C503E469-7D55-4921-A8C7-D2573436FAFF}" dt="2023-12-01T12:56:33.969" v="3684" actId="1076"/>
          <ac:spMkLst>
            <pc:docMk/>
            <pc:sldMk cId="4123620810" sldId="622"/>
            <ac:spMk id="3" creationId="{01D64C34-E62C-26F0-A3D7-3CCC7419726D}"/>
          </ac:spMkLst>
        </pc:spChg>
        <pc:picChg chg="add mod">
          <ac:chgData name="Abolfazl Kazemi" userId="f956631a5b09a72f" providerId="LiveId" clId="{C503E469-7D55-4921-A8C7-D2573436FAFF}" dt="2023-12-01T12:56:20.962" v="3682" actId="1076"/>
          <ac:picMkLst>
            <pc:docMk/>
            <pc:sldMk cId="4123620810" sldId="622"/>
            <ac:picMk id="6" creationId="{2F4FB279-0609-9F71-9BC3-655287757A86}"/>
          </ac:picMkLst>
        </pc:picChg>
        <pc:picChg chg="add mod">
          <ac:chgData name="Abolfazl Kazemi" userId="f956631a5b09a72f" providerId="LiveId" clId="{C503E469-7D55-4921-A8C7-D2573436FAFF}" dt="2023-12-01T12:56:23.175" v="3683" actId="1076"/>
          <ac:picMkLst>
            <pc:docMk/>
            <pc:sldMk cId="4123620810" sldId="622"/>
            <ac:picMk id="8" creationId="{7D72C5B7-DF34-7EDB-B99B-FD38262664A5}"/>
          </ac:picMkLst>
        </pc:picChg>
      </pc:sldChg>
      <pc:sldChg chg="addSp modSp add mod">
        <pc:chgData name="Abolfazl Kazemi" userId="f956631a5b09a72f" providerId="LiveId" clId="{C503E469-7D55-4921-A8C7-D2573436FAFF}" dt="2023-12-01T13:00:44.276" v="3721" actId="1076"/>
        <pc:sldMkLst>
          <pc:docMk/>
          <pc:sldMk cId="2207827950" sldId="623"/>
        </pc:sldMkLst>
        <pc:spChg chg="mod">
          <ac:chgData name="Abolfazl Kazemi" userId="f956631a5b09a72f" providerId="LiveId" clId="{C503E469-7D55-4921-A8C7-D2573436FAFF}" dt="2023-12-01T13:00:34.464" v="3718" actId="1076"/>
          <ac:spMkLst>
            <pc:docMk/>
            <pc:sldMk cId="2207827950" sldId="623"/>
            <ac:spMk id="2" creationId="{3334B65E-CF8A-DE56-9069-47C88EA86FB2}"/>
          </ac:spMkLst>
        </pc:spChg>
        <pc:spChg chg="mod">
          <ac:chgData name="Abolfazl Kazemi" userId="f956631a5b09a72f" providerId="LiveId" clId="{C503E469-7D55-4921-A8C7-D2573436FAFF}" dt="2023-12-01T13:00:35.893" v="3719" actId="1076"/>
          <ac:spMkLst>
            <pc:docMk/>
            <pc:sldMk cId="2207827950" sldId="623"/>
            <ac:spMk id="3" creationId="{01D64C34-E62C-26F0-A3D7-3CCC7419726D}"/>
          </ac:spMkLst>
        </pc:spChg>
        <pc:picChg chg="add mod">
          <ac:chgData name="Abolfazl Kazemi" userId="f956631a5b09a72f" providerId="LiveId" clId="{C503E469-7D55-4921-A8C7-D2573436FAFF}" dt="2023-12-01T13:00:39.778" v="3720" actId="1076"/>
          <ac:picMkLst>
            <pc:docMk/>
            <pc:sldMk cId="2207827950" sldId="623"/>
            <ac:picMk id="6" creationId="{818ECF47-1E22-A7DE-1DA7-3F8CCDE939FF}"/>
          </ac:picMkLst>
        </pc:picChg>
        <pc:picChg chg="add mod">
          <ac:chgData name="Abolfazl Kazemi" userId="f956631a5b09a72f" providerId="LiveId" clId="{C503E469-7D55-4921-A8C7-D2573436FAFF}" dt="2023-12-01T13:00:44.276" v="3721" actId="1076"/>
          <ac:picMkLst>
            <pc:docMk/>
            <pc:sldMk cId="2207827950" sldId="623"/>
            <ac:picMk id="8" creationId="{3F607EB4-97EE-4A34-DBAE-132E088B864B}"/>
          </ac:picMkLst>
        </pc:picChg>
      </pc:sldChg>
      <pc:sldChg chg="add del">
        <pc:chgData name="Abolfazl Kazemi" userId="f956631a5b09a72f" providerId="LiveId" clId="{C503E469-7D55-4921-A8C7-D2573436FAFF}" dt="2023-12-01T15:20:52.618" v="3761" actId="47"/>
        <pc:sldMkLst>
          <pc:docMk/>
          <pc:sldMk cId="1825281314" sldId="624"/>
        </pc:sldMkLst>
      </pc:sldChg>
      <pc:sldChg chg="addSp modSp add del mod">
        <pc:chgData name="Abolfazl Kazemi" userId="f956631a5b09a72f" providerId="LiveId" clId="{C503E469-7D55-4921-A8C7-D2573436FAFF}" dt="2023-12-06T11:13:31.202" v="4579" actId="47"/>
        <pc:sldMkLst>
          <pc:docMk/>
          <pc:sldMk cId="2139047276" sldId="625"/>
        </pc:sldMkLst>
        <pc:picChg chg="add mod">
          <ac:chgData name="Abolfazl Kazemi" userId="f956631a5b09a72f" providerId="LiveId" clId="{C503E469-7D55-4921-A8C7-D2573436FAFF}" dt="2023-12-01T14:59:33.644" v="3750" actId="27614"/>
          <ac:picMkLst>
            <pc:docMk/>
            <pc:sldMk cId="2139047276" sldId="625"/>
            <ac:picMk id="3" creationId="{7731A479-04D7-B04A-ED24-E406AB4035C2}"/>
          </ac:picMkLst>
        </pc:picChg>
        <pc:picChg chg="add mod">
          <ac:chgData name="Abolfazl Kazemi" userId="f956631a5b09a72f" providerId="LiveId" clId="{C503E469-7D55-4921-A8C7-D2573436FAFF}" dt="2023-12-01T15:00:04.392" v="3755" actId="1076"/>
          <ac:picMkLst>
            <pc:docMk/>
            <pc:sldMk cId="2139047276" sldId="625"/>
            <ac:picMk id="6" creationId="{42EBAAE4-E09E-3279-8390-96C5972713D2}"/>
          </ac:picMkLst>
        </pc:picChg>
        <pc:picChg chg="add mod">
          <ac:chgData name="Abolfazl Kazemi" userId="f956631a5b09a72f" providerId="LiveId" clId="{C503E469-7D55-4921-A8C7-D2573436FAFF}" dt="2023-12-01T15:00:28.041" v="3760" actId="14100"/>
          <ac:picMkLst>
            <pc:docMk/>
            <pc:sldMk cId="2139047276" sldId="625"/>
            <ac:picMk id="8" creationId="{74199E9E-02B5-FCD0-7443-3F6D2027F153}"/>
          </ac:picMkLst>
        </pc:picChg>
      </pc:sldChg>
      <pc:sldChg chg="addSp delSp modSp add mod">
        <pc:chgData name="Abolfazl Kazemi" userId="f956631a5b09a72f" providerId="LiveId" clId="{C503E469-7D55-4921-A8C7-D2573436FAFF}" dt="2023-12-06T11:36:22.274" v="4787" actId="478"/>
        <pc:sldMkLst>
          <pc:docMk/>
          <pc:sldMk cId="2395971321" sldId="626"/>
        </pc:sldMkLst>
        <pc:spChg chg="add del mod">
          <ac:chgData name="Abolfazl Kazemi" userId="f956631a5b09a72f" providerId="LiveId" clId="{C503E469-7D55-4921-A8C7-D2573436FAFF}" dt="2023-12-01T16:19:37.065" v="3923" actId="478"/>
          <ac:spMkLst>
            <pc:docMk/>
            <pc:sldMk cId="2395971321" sldId="626"/>
            <ac:spMk id="5" creationId="{4F671DF8-F36E-46F6-52F0-25B626295456}"/>
          </ac:spMkLst>
        </pc:spChg>
        <pc:spChg chg="add del mod">
          <ac:chgData name="Abolfazl Kazemi" userId="f956631a5b09a72f" providerId="LiveId" clId="{C503E469-7D55-4921-A8C7-D2573436FAFF}" dt="2023-12-01T16:20:14.400" v="3931" actId="478"/>
          <ac:spMkLst>
            <pc:docMk/>
            <pc:sldMk cId="2395971321" sldId="626"/>
            <ac:spMk id="6" creationId="{F0CEF825-A925-F846-BEFA-FCD4A0CEE5D2}"/>
          </ac:spMkLst>
        </pc:spChg>
        <pc:spChg chg="add del">
          <ac:chgData name="Abolfazl Kazemi" userId="f956631a5b09a72f" providerId="LiveId" clId="{C503E469-7D55-4921-A8C7-D2573436FAFF}" dt="2023-12-01T16:27:51.913" v="3948" actId="478"/>
          <ac:spMkLst>
            <pc:docMk/>
            <pc:sldMk cId="2395971321" sldId="626"/>
            <ac:spMk id="14" creationId="{F49222F3-5997-9691-4279-8292E8B878CA}"/>
          </ac:spMkLst>
        </pc:spChg>
        <pc:spChg chg="add del mod">
          <ac:chgData name="Abolfazl Kazemi" userId="f956631a5b09a72f" providerId="LiveId" clId="{C503E469-7D55-4921-A8C7-D2573436FAFF}" dt="2023-12-01T16:27:50.097" v="3947" actId="478"/>
          <ac:spMkLst>
            <pc:docMk/>
            <pc:sldMk cId="2395971321" sldId="626"/>
            <ac:spMk id="15" creationId="{F063AE74-DFCE-4A5C-AFF8-354DB68A68AE}"/>
          </ac:spMkLst>
        </pc:spChg>
        <pc:spChg chg="add del mod">
          <ac:chgData name="Abolfazl Kazemi" userId="f956631a5b09a72f" providerId="LiveId" clId="{C503E469-7D55-4921-A8C7-D2573436FAFF}" dt="2023-12-01T16:28:16.273" v="3952" actId="478"/>
          <ac:spMkLst>
            <pc:docMk/>
            <pc:sldMk cId="2395971321" sldId="626"/>
            <ac:spMk id="16" creationId="{F8DD268C-ECA2-9521-59FF-8089946AC804}"/>
          </ac:spMkLst>
        </pc:spChg>
        <pc:spChg chg="add del mod topLvl">
          <ac:chgData name="Abolfazl Kazemi" userId="f956631a5b09a72f" providerId="LiveId" clId="{C503E469-7D55-4921-A8C7-D2573436FAFF}" dt="2023-12-06T11:36:22.274" v="4787" actId="478"/>
          <ac:spMkLst>
            <pc:docMk/>
            <pc:sldMk cId="2395971321" sldId="626"/>
            <ac:spMk id="17" creationId="{4BB03258-7670-664D-6732-874C5BA41766}"/>
          </ac:spMkLst>
        </pc:spChg>
        <pc:grpChg chg="mod">
          <ac:chgData name="Abolfazl Kazemi" userId="f956631a5b09a72f" providerId="LiveId" clId="{C503E469-7D55-4921-A8C7-D2573436FAFF}" dt="2023-12-01T16:21:32.672" v="3935"/>
          <ac:grpSpMkLst>
            <pc:docMk/>
            <pc:sldMk cId="2395971321" sldId="626"/>
            <ac:grpSpMk id="10" creationId="{F78476DB-B1FB-CD59-4008-C31346C09241}"/>
          </ac:grpSpMkLst>
        </pc:grpChg>
        <pc:grpChg chg="add del mod">
          <ac:chgData name="Abolfazl Kazemi" userId="f956631a5b09a72f" providerId="LiveId" clId="{C503E469-7D55-4921-A8C7-D2573436FAFF}" dt="2023-12-01T16:29:30.428" v="3962" actId="165"/>
          <ac:grpSpMkLst>
            <pc:docMk/>
            <pc:sldMk cId="2395971321" sldId="626"/>
            <ac:grpSpMk id="18" creationId="{139CC5C1-5891-C5F7-3A66-C56077FD23AE}"/>
          </ac:grpSpMkLst>
        </pc:grpChg>
        <pc:grpChg chg="add del mod">
          <ac:chgData name="Abolfazl Kazemi" userId="f956631a5b09a72f" providerId="LiveId" clId="{C503E469-7D55-4921-A8C7-D2573436FAFF}" dt="2023-12-06T11:36:18.095" v="4786" actId="165"/>
          <ac:grpSpMkLst>
            <pc:docMk/>
            <pc:sldMk cId="2395971321" sldId="626"/>
            <ac:grpSpMk id="19" creationId="{E490C188-5DF4-4F80-3B44-00DA52369E64}"/>
          </ac:grpSpMkLst>
        </pc:grpChg>
        <pc:picChg chg="add del mod">
          <ac:chgData name="Abolfazl Kazemi" userId="f956631a5b09a72f" providerId="LiveId" clId="{C503E469-7D55-4921-A8C7-D2573436FAFF}" dt="2023-12-01T16:21:37.560" v="3937" actId="478"/>
          <ac:picMkLst>
            <pc:docMk/>
            <pc:sldMk cId="2395971321" sldId="626"/>
            <ac:picMk id="3" creationId="{B41231D2-9D84-F499-CA0C-9419E3DA6E51}"/>
          </ac:picMkLst>
        </pc:picChg>
        <pc:picChg chg="add mod topLvl">
          <ac:chgData name="Abolfazl Kazemi" userId="f956631a5b09a72f" providerId="LiveId" clId="{C503E469-7D55-4921-A8C7-D2573436FAFF}" dt="2023-12-06T11:36:18.095" v="4786" actId="165"/>
          <ac:picMkLst>
            <pc:docMk/>
            <pc:sldMk cId="2395971321" sldId="626"/>
            <ac:picMk id="13" creationId="{673D223B-4ABC-E3BF-B93B-ED969526662D}"/>
          </ac:picMkLst>
        </pc:picChg>
        <pc:inkChg chg="add">
          <ac:chgData name="Abolfazl Kazemi" userId="f956631a5b09a72f" providerId="LiveId" clId="{C503E469-7D55-4921-A8C7-D2573436FAFF}" dt="2023-12-01T16:21:23.793" v="3932" actId="9405"/>
          <ac:inkMkLst>
            <pc:docMk/>
            <pc:sldMk cId="2395971321" sldId="626"/>
            <ac:inkMk id="7" creationId="{1074A4DC-29E3-B42C-6F1E-FEDCFEC1D3C8}"/>
          </ac:inkMkLst>
        </pc:inkChg>
        <pc:inkChg chg="add mod">
          <ac:chgData name="Abolfazl Kazemi" userId="f956631a5b09a72f" providerId="LiveId" clId="{C503E469-7D55-4921-A8C7-D2573436FAFF}" dt="2023-12-01T16:21:32.672" v="3935"/>
          <ac:inkMkLst>
            <pc:docMk/>
            <pc:sldMk cId="2395971321" sldId="626"/>
            <ac:inkMk id="8" creationId="{EAC12E13-10E7-16BA-0E7C-29D2DB071F03}"/>
          </ac:inkMkLst>
        </pc:inkChg>
        <pc:inkChg chg="add mod">
          <ac:chgData name="Abolfazl Kazemi" userId="f956631a5b09a72f" providerId="LiveId" clId="{C503E469-7D55-4921-A8C7-D2573436FAFF}" dt="2023-12-01T16:21:32.672" v="3935"/>
          <ac:inkMkLst>
            <pc:docMk/>
            <pc:sldMk cId="2395971321" sldId="626"/>
            <ac:inkMk id="9" creationId="{728DDD97-E7AF-0213-4763-DD92032C8428}"/>
          </ac:inkMkLst>
        </pc:inkChg>
        <pc:inkChg chg="add">
          <ac:chgData name="Abolfazl Kazemi" userId="f956631a5b09a72f" providerId="LiveId" clId="{C503E469-7D55-4921-A8C7-D2573436FAFF}" dt="2023-12-01T16:21:34.672" v="3936" actId="9405"/>
          <ac:inkMkLst>
            <pc:docMk/>
            <pc:sldMk cId="2395971321" sldId="626"/>
            <ac:inkMk id="11" creationId="{E43A8B84-8211-2C38-99D6-6B6C581793DD}"/>
          </ac:inkMkLst>
        </pc:inkChg>
      </pc:sldChg>
      <pc:sldChg chg="add del ord">
        <pc:chgData name="Abolfazl Kazemi" userId="f956631a5b09a72f" providerId="LiveId" clId="{C503E469-7D55-4921-A8C7-D2573436FAFF}" dt="2023-12-06T07:59:14.441" v="4298" actId="47"/>
        <pc:sldMkLst>
          <pc:docMk/>
          <pc:sldMk cId="3846286562" sldId="627"/>
        </pc:sldMkLst>
      </pc:sldChg>
      <pc:sldChg chg="addSp delSp modSp add mod ord">
        <pc:chgData name="Abolfazl Kazemi" userId="f956631a5b09a72f" providerId="LiveId" clId="{C503E469-7D55-4921-A8C7-D2573436FAFF}" dt="2023-12-01T16:47:37.361" v="4034" actId="1076"/>
        <pc:sldMkLst>
          <pc:docMk/>
          <pc:sldMk cId="1223133335" sldId="628"/>
        </pc:sldMkLst>
        <pc:spChg chg="mod">
          <ac:chgData name="Abolfazl Kazemi" userId="f956631a5b09a72f" providerId="LiveId" clId="{C503E469-7D55-4921-A8C7-D2573436FAFF}" dt="2023-12-01T16:47:37.361" v="4034" actId="1076"/>
          <ac:spMkLst>
            <pc:docMk/>
            <pc:sldMk cId="1223133335" sldId="628"/>
            <ac:spMk id="2" creationId="{3334B65E-CF8A-DE56-9069-47C88EA86FB2}"/>
          </ac:spMkLst>
        </pc:spChg>
        <pc:spChg chg="del mod">
          <ac:chgData name="Abolfazl Kazemi" userId="f956631a5b09a72f" providerId="LiveId" clId="{C503E469-7D55-4921-A8C7-D2573436FAFF}" dt="2023-12-01T16:46:17.680" v="4024" actId="478"/>
          <ac:spMkLst>
            <pc:docMk/>
            <pc:sldMk cId="1223133335" sldId="628"/>
            <ac:spMk id="3" creationId="{01D64C34-E62C-26F0-A3D7-3CCC7419726D}"/>
          </ac:spMkLst>
        </pc:spChg>
        <pc:picChg chg="add mod modCrop">
          <ac:chgData name="Abolfazl Kazemi" userId="f956631a5b09a72f" providerId="LiveId" clId="{C503E469-7D55-4921-A8C7-D2573436FAFF}" dt="2023-12-01T16:47:34.520" v="4033" actId="1076"/>
          <ac:picMkLst>
            <pc:docMk/>
            <pc:sldMk cId="1223133335" sldId="628"/>
            <ac:picMk id="6" creationId="{9F1F9535-F11C-B7E5-46AB-4ED7D29ABC73}"/>
          </ac:picMkLst>
        </pc:picChg>
      </pc:sldChg>
      <pc:sldChg chg="modSp add mod ord">
        <pc:chgData name="Abolfazl Kazemi" userId="f956631a5b09a72f" providerId="LiveId" clId="{C503E469-7D55-4921-A8C7-D2573436FAFF}" dt="2023-12-01T17:59:29.216" v="4219"/>
        <pc:sldMkLst>
          <pc:docMk/>
          <pc:sldMk cId="4122025076" sldId="629"/>
        </pc:sldMkLst>
        <pc:spChg chg="mod">
          <ac:chgData name="Abolfazl Kazemi" userId="f956631a5b09a72f" providerId="LiveId" clId="{C503E469-7D55-4921-A8C7-D2573436FAFF}" dt="2023-12-01T17:59:13.865" v="4217" actId="20577"/>
          <ac:spMkLst>
            <pc:docMk/>
            <pc:sldMk cId="4122025076" sldId="629"/>
            <ac:spMk id="2" creationId="{3334B65E-CF8A-DE56-9069-47C88EA86FB2}"/>
          </ac:spMkLst>
        </pc:spChg>
        <pc:spChg chg="mod">
          <ac:chgData name="Abolfazl Kazemi" userId="f956631a5b09a72f" providerId="LiveId" clId="{C503E469-7D55-4921-A8C7-D2573436FAFF}" dt="2023-12-01T17:36:37.697" v="4121" actId="20577"/>
          <ac:spMkLst>
            <pc:docMk/>
            <pc:sldMk cId="4122025076" sldId="629"/>
            <ac:spMk id="3" creationId="{01D64C34-E62C-26F0-A3D7-3CCC7419726D}"/>
          </ac:spMkLst>
        </pc:spChg>
      </pc:sldChg>
      <pc:sldChg chg="addSp delSp modSp add mod ord">
        <pc:chgData name="Abolfazl Kazemi" userId="f956631a5b09a72f" providerId="LiveId" clId="{C503E469-7D55-4921-A8C7-D2573436FAFF}" dt="2023-12-04T12:12:31.603" v="4289" actId="1076"/>
        <pc:sldMkLst>
          <pc:docMk/>
          <pc:sldMk cId="3390116134" sldId="630"/>
        </pc:sldMkLst>
        <pc:spChg chg="mod">
          <ac:chgData name="Abolfazl Kazemi" userId="f956631a5b09a72f" providerId="LiveId" clId="{C503E469-7D55-4921-A8C7-D2573436FAFF}" dt="2023-12-04T12:12:31.603" v="4289" actId="1076"/>
          <ac:spMkLst>
            <pc:docMk/>
            <pc:sldMk cId="3390116134" sldId="630"/>
            <ac:spMk id="2" creationId="{3334B65E-CF8A-DE56-9069-47C88EA86FB2}"/>
          </ac:spMkLst>
        </pc:spChg>
        <pc:spChg chg="del">
          <ac:chgData name="Abolfazl Kazemi" userId="f956631a5b09a72f" providerId="LiveId" clId="{C503E469-7D55-4921-A8C7-D2573436FAFF}" dt="2023-12-04T12:11:55.703" v="4269" actId="478"/>
          <ac:spMkLst>
            <pc:docMk/>
            <pc:sldMk cId="3390116134" sldId="630"/>
            <ac:spMk id="3" creationId="{01D64C34-E62C-26F0-A3D7-3CCC7419726D}"/>
          </ac:spMkLst>
        </pc:spChg>
        <pc:picChg chg="add mod">
          <ac:chgData name="Abolfazl Kazemi" userId="f956631a5b09a72f" providerId="LiveId" clId="{C503E469-7D55-4921-A8C7-D2573436FAFF}" dt="2023-12-04T12:12:24.134" v="4286" actId="1076"/>
          <ac:picMkLst>
            <pc:docMk/>
            <pc:sldMk cId="3390116134" sldId="630"/>
            <ac:picMk id="6" creationId="{6DEB58FF-2394-0DE2-AAAA-3F02343CEB09}"/>
          </ac:picMkLst>
        </pc:picChg>
      </pc:sldChg>
      <pc:sldChg chg="add del">
        <pc:chgData name="Abolfazl Kazemi" userId="f956631a5b09a72f" providerId="LiveId" clId="{C503E469-7D55-4921-A8C7-D2573436FAFF}" dt="2023-12-06T07:59:15.178" v="4299" actId="47"/>
        <pc:sldMkLst>
          <pc:docMk/>
          <pc:sldMk cId="4106249686" sldId="631"/>
        </pc:sldMkLst>
      </pc:sldChg>
      <pc:sldChg chg="new del">
        <pc:chgData name="Abolfazl Kazemi" userId="f956631a5b09a72f" providerId="LiveId" clId="{C503E469-7D55-4921-A8C7-D2573436FAFF}" dt="2023-12-01T17:07:11.940" v="4057" actId="680"/>
        <pc:sldMkLst>
          <pc:docMk/>
          <pc:sldMk cId="419108847" sldId="632"/>
        </pc:sldMkLst>
      </pc:sldChg>
      <pc:sldChg chg="modSp add mod ord modAnim">
        <pc:chgData name="Abolfazl Kazemi" userId="f956631a5b09a72f" providerId="LiveId" clId="{C503E469-7D55-4921-A8C7-D2573436FAFF}" dt="2023-12-06T11:47:23.773" v="4796" actId="207"/>
        <pc:sldMkLst>
          <pc:docMk/>
          <pc:sldMk cId="926139905" sldId="632"/>
        </pc:sldMkLst>
        <pc:spChg chg="mod">
          <ac:chgData name="Abolfazl Kazemi" userId="f956631a5b09a72f" providerId="LiveId" clId="{C503E469-7D55-4921-A8C7-D2573436FAFF}" dt="2023-12-06T10:56:15.662" v="4422" actId="1076"/>
          <ac:spMkLst>
            <pc:docMk/>
            <pc:sldMk cId="926139905" sldId="632"/>
            <ac:spMk id="2" creationId="{3334B65E-CF8A-DE56-9069-47C88EA86FB2}"/>
          </ac:spMkLst>
        </pc:spChg>
        <pc:spChg chg="mod">
          <ac:chgData name="Abolfazl Kazemi" userId="f956631a5b09a72f" providerId="LiveId" clId="{C503E469-7D55-4921-A8C7-D2573436FAFF}" dt="2023-12-06T11:47:23.773" v="4796" actId="207"/>
          <ac:spMkLst>
            <pc:docMk/>
            <pc:sldMk cId="926139905" sldId="632"/>
            <ac:spMk id="3" creationId="{01D64C34-E62C-26F0-A3D7-3CCC7419726D}"/>
          </ac:spMkLst>
        </pc:spChg>
      </pc:sldChg>
      <pc:sldChg chg="modSp add mod modAnim">
        <pc:chgData name="Abolfazl Kazemi" userId="f956631a5b09a72f" providerId="LiveId" clId="{C503E469-7D55-4921-A8C7-D2573436FAFF}" dt="2023-12-06T11:50:02.944" v="4809" actId="207"/>
        <pc:sldMkLst>
          <pc:docMk/>
          <pc:sldMk cId="1803256225" sldId="633"/>
        </pc:sldMkLst>
        <pc:spChg chg="mod">
          <ac:chgData name="Abolfazl Kazemi" userId="f956631a5b09a72f" providerId="LiveId" clId="{C503E469-7D55-4921-A8C7-D2573436FAFF}" dt="2023-12-06T10:59:48.692" v="4463" actId="20577"/>
          <ac:spMkLst>
            <pc:docMk/>
            <pc:sldMk cId="1803256225" sldId="633"/>
            <ac:spMk id="2" creationId="{3334B65E-CF8A-DE56-9069-47C88EA86FB2}"/>
          </ac:spMkLst>
        </pc:spChg>
        <pc:spChg chg="mod">
          <ac:chgData name="Abolfazl Kazemi" userId="f956631a5b09a72f" providerId="LiveId" clId="{C503E469-7D55-4921-A8C7-D2573436FAFF}" dt="2023-12-06T11:50:02.944" v="4809" actId="207"/>
          <ac:spMkLst>
            <pc:docMk/>
            <pc:sldMk cId="1803256225" sldId="633"/>
            <ac:spMk id="3" creationId="{01D64C34-E62C-26F0-A3D7-3CCC7419726D}"/>
          </ac:spMkLst>
        </pc:spChg>
      </pc:sldChg>
      <pc:sldChg chg="addSp delSp modSp add mod modTransition">
        <pc:chgData name="Abolfazl Kazemi" userId="f956631a5b09a72f" providerId="LiveId" clId="{C503E469-7D55-4921-A8C7-D2573436FAFF}" dt="2023-12-06T11:35:07.741" v="4783"/>
        <pc:sldMkLst>
          <pc:docMk/>
          <pc:sldMk cId="3941494042" sldId="634"/>
        </pc:sldMkLst>
        <pc:spChg chg="del">
          <ac:chgData name="Abolfazl Kazemi" userId="f956631a5b09a72f" providerId="LiveId" clId="{C503E469-7D55-4921-A8C7-D2573436FAFF}" dt="2023-12-06T11:13:22.183" v="4574" actId="478"/>
          <ac:spMkLst>
            <pc:docMk/>
            <pc:sldMk cId="3941494042" sldId="634"/>
            <ac:spMk id="2" creationId="{3334B65E-CF8A-DE56-9069-47C88EA86FB2}"/>
          </ac:spMkLst>
        </pc:spChg>
        <pc:spChg chg="del">
          <ac:chgData name="Abolfazl Kazemi" userId="f956631a5b09a72f" providerId="LiveId" clId="{C503E469-7D55-4921-A8C7-D2573436FAFF}" dt="2023-12-06T11:13:24.608" v="4576" actId="478"/>
          <ac:spMkLst>
            <pc:docMk/>
            <pc:sldMk cId="3941494042" sldId="634"/>
            <ac:spMk id="3" creationId="{01D64C34-E62C-26F0-A3D7-3CCC7419726D}"/>
          </ac:spMkLst>
        </pc:spChg>
        <pc:spChg chg="add del mod">
          <ac:chgData name="Abolfazl Kazemi" userId="f956631a5b09a72f" providerId="LiveId" clId="{C503E469-7D55-4921-A8C7-D2573436FAFF}" dt="2023-12-06T11:13:23.600" v="4575" actId="478"/>
          <ac:spMkLst>
            <pc:docMk/>
            <pc:sldMk cId="3941494042" sldId="634"/>
            <ac:spMk id="6" creationId="{E420A0E1-3C5B-9A9D-4951-460301774DFE}"/>
          </ac:spMkLst>
        </pc:spChg>
        <pc:spChg chg="add mod">
          <ac:chgData name="Abolfazl Kazemi" userId="f956631a5b09a72f" providerId="LiveId" clId="{C503E469-7D55-4921-A8C7-D2573436FAFF}" dt="2023-12-06T11:20:18.603" v="4648" actId="20577"/>
          <ac:spMkLst>
            <pc:docMk/>
            <pc:sldMk cId="3941494042" sldId="634"/>
            <ac:spMk id="7" creationId="{0AE21997-3516-8651-985A-5F9498AF6760}"/>
          </ac:spMkLst>
        </pc:spChg>
        <pc:spChg chg="add mod">
          <ac:chgData name="Abolfazl Kazemi" userId="f956631a5b09a72f" providerId="LiveId" clId="{C503E469-7D55-4921-A8C7-D2573436FAFF}" dt="2023-12-06T11:21:02.207" v="4652" actId="1076"/>
          <ac:spMkLst>
            <pc:docMk/>
            <pc:sldMk cId="3941494042" sldId="634"/>
            <ac:spMk id="12" creationId="{DCC5084E-E37E-03B1-6422-C9678BE3A8C5}"/>
          </ac:spMkLst>
        </pc:spChg>
        <pc:spChg chg="add mod">
          <ac:chgData name="Abolfazl Kazemi" userId="f956631a5b09a72f" providerId="LiveId" clId="{C503E469-7D55-4921-A8C7-D2573436FAFF}" dt="2023-12-06T11:32:55.854" v="4767" actId="208"/>
          <ac:spMkLst>
            <pc:docMk/>
            <pc:sldMk cId="3941494042" sldId="634"/>
            <ac:spMk id="13" creationId="{FAB2DE68-0906-751B-E762-69FFE729F30C}"/>
          </ac:spMkLst>
        </pc:spChg>
        <pc:spChg chg="add mod">
          <ac:chgData name="Abolfazl Kazemi" userId="f956631a5b09a72f" providerId="LiveId" clId="{C503E469-7D55-4921-A8C7-D2573436FAFF}" dt="2023-12-06T11:33:12.959" v="4772" actId="14100"/>
          <ac:spMkLst>
            <pc:docMk/>
            <pc:sldMk cId="3941494042" sldId="634"/>
            <ac:spMk id="14" creationId="{877857F0-00B6-9C30-2553-A61FDCBF1A8E}"/>
          </ac:spMkLst>
        </pc:spChg>
        <pc:picChg chg="add del mod">
          <ac:chgData name="Abolfazl Kazemi" userId="f956631a5b09a72f" providerId="LiveId" clId="{C503E469-7D55-4921-A8C7-D2573436FAFF}" dt="2023-12-06T11:14:33.283" v="4586" actId="478"/>
          <ac:picMkLst>
            <pc:docMk/>
            <pc:sldMk cId="3941494042" sldId="634"/>
            <ac:picMk id="9" creationId="{6444AEED-F811-1355-D360-30765DD37C4C}"/>
          </ac:picMkLst>
        </pc:picChg>
        <pc:picChg chg="add mod">
          <ac:chgData name="Abolfazl Kazemi" userId="f956631a5b09a72f" providerId="LiveId" clId="{C503E469-7D55-4921-A8C7-D2573436FAFF}" dt="2023-12-06T11:21:02.207" v="4652" actId="1076"/>
          <ac:picMkLst>
            <pc:docMk/>
            <pc:sldMk cId="3941494042" sldId="634"/>
            <ac:picMk id="11" creationId="{6AC2432A-F416-AA7A-C0FB-735142BFAF96}"/>
          </ac:picMkLst>
        </pc:picChg>
      </pc:sldChg>
      <pc:sldChg chg="modSp add mod modAnim">
        <pc:chgData name="Abolfazl Kazemi" userId="f956631a5b09a72f" providerId="LiveId" clId="{C503E469-7D55-4921-A8C7-D2573436FAFF}" dt="2023-12-06T11:48:43.061" v="4803" actId="207"/>
        <pc:sldMkLst>
          <pc:docMk/>
          <pc:sldMk cId="645155644" sldId="635"/>
        </pc:sldMkLst>
        <pc:spChg chg="mod">
          <ac:chgData name="Abolfazl Kazemi" userId="f956631a5b09a72f" providerId="LiveId" clId="{C503E469-7D55-4921-A8C7-D2573436FAFF}" dt="2023-12-06T10:56:07.028" v="4420" actId="1076"/>
          <ac:spMkLst>
            <pc:docMk/>
            <pc:sldMk cId="645155644" sldId="635"/>
            <ac:spMk id="2" creationId="{3334B65E-CF8A-DE56-9069-47C88EA86FB2}"/>
          </ac:spMkLst>
        </pc:spChg>
        <pc:spChg chg="mod">
          <ac:chgData name="Abolfazl Kazemi" userId="f956631a5b09a72f" providerId="LiveId" clId="{C503E469-7D55-4921-A8C7-D2573436FAFF}" dt="2023-12-06T11:48:43.061" v="4803" actId="207"/>
          <ac:spMkLst>
            <pc:docMk/>
            <pc:sldMk cId="645155644" sldId="635"/>
            <ac:spMk id="3" creationId="{01D64C34-E62C-26F0-A3D7-3CCC7419726D}"/>
          </ac:spMkLst>
        </pc:spChg>
      </pc:sldChg>
      <pc:sldChg chg="addSp delSp modSp add mod">
        <pc:chgData name="Abolfazl Kazemi" userId="f956631a5b09a72f" providerId="LiveId" clId="{C503E469-7D55-4921-A8C7-D2573436FAFF}" dt="2023-12-06T10:56:50.234" v="4426" actId="3626"/>
        <pc:sldMkLst>
          <pc:docMk/>
          <pc:sldMk cId="2125018633" sldId="636"/>
        </pc:sldMkLst>
        <pc:spChg chg="del">
          <ac:chgData name="Abolfazl Kazemi" userId="f956631a5b09a72f" providerId="LiveId" clId="{C503E469-7D55-4921-A8C7-D2573436FAFF}" dt="2023-12-06T10:55:10.409" v="4406" actId="478"/>
          <ac:spMkLst>
            <pc:docMk/>
            <pc:sldMk cId="2125018633" sldId="636"/>
            <ac:spMk id="3" creationId="{01D64C34-E62C-26F0-A3D7-3CCC7419726D}"/>
          </ac:spMkLst>
        </pc:spChg>
        <pc:spChg chg="add del mod">
          <ac:chgData name="Abolfazl Kazemi" userId="f956631a5b09a72f" providerId="LiveId" clId="{C503E469-7D55-4921-A8C7-D2573436FAFF}" dt="2023-12-06T10:55:12.733" v="4407" actId="478"/>
          <ac:spMkLst>
            <pc:docMk/>
            <pc:sldMk cId="2125018633" sldId="636"/>
            <ac:spMk id="6" creationId="{675C184C-2AAD-C8A3-C5E0-73839E2A0B83}"/>
          </ac:spMkLst>
        </pc:spChg>
        <pc:spChg chg="add mod">
          <ac:chgData name="Abolfazl Kazemi" userId="f956631a5b09a72f" providerId="LiveId" clId="{C503E469-7D55-4921-A8C7-D2573436FAFF}" dt="2023-12-06T10:56:50.234" v="4426" actId="3626"/>
          <ac:spMkLst>
            <pc:docMk/>
            <pc:sldMk cId="2125018633" sldId="636"/>
            <ac:spMk id="9" creationId="{5A92B0BB-522C-58E9-0E84-FFE53AC0C5EA}"/>
          </ac:spMkLst>
        </pc:spChg>
        <pc:picChg chg="add mod">
          <ac:chgData name="Abolfazl Kazemi" userId="f956631a5b09a72f" providerId="LiveId" clId="{C503E469-7D55-4921-A8C7-D2573436FAFF}" dt="2023-12-06T10:55:41.644" v="4413" actId="1076"/>
          <ac:picMkLst>
            <pc:docMk/>
            <pc:sldMk cId="2125018633" sldId="636"/>
            <ac:picMk id="8" creationId="{F9A02E8F-A5BB-2699-BA37-005E0260D027}"/>
          </ac:picMkLst>
        </pc:picChg>
      </pc:sldChg>
      <pc:sldChg chg="add del">
        <pc:chgData name="Abolfazl Kazemi" userId="f956631a5b09a72f" providerId="LiveId" clId="{C503E469-7D55-4921-A8C7-D2573436FAFF}" dt="2023-12-06T11:19:43.688" v="4619" actId="47"/>
        <pc:sldMkLst>
          <pc:docMk/>
          <pc:sldMk cId="921272574" sldId="637"/>
        </pc:sldMkLst>
      </pc:sldChg>
      <pc:sldChg chg="addSp delSp modSp add mod modTransition">
        <pc:chgData name="Abolfazl Kazemi" userId="f956631a5b09a72f" providerId="LiveId" clId="{C503E469-7D55-4921-A8C7-D2573436FAFF}" dt="2023-12-06T11:35:07.741" v="4783"/>
        <pc:sldMkLst>
          <pc:docMk/>
          <pc:sldMk cId="2014038813" sldId="637"/>
        </pc:sldMkLst>
        <pc:spChg chg="mod">
          <ac:chgData name="Abolfazl Kazemi" userId="f956631a5b09a72f" providerId="LiveId" clId="{C503E469-7D55-4921-A8C7-D2573436FAFF}" dt="2023-12-06T11:22:55.535" v="4668" actId="1076"/>
          <ac:spMkLst>
            <pc:docMk/>
            <pc:sldMk cId="2014038813" sldId="637"/>
            <ac:spMk id="12" creationId="{DCC5084E-E37E-03B1-6422-C9678BE3A8C5}"/>
          </ac:spMkLst>
        </pc:spChg>
        <pc:spChg chg="del">
          <ac:chgData name="Abolfazl Kazemi" userId="f956631a5b09a72f" providerId="LiveId" clId="{C503E469-7D55-4921-A8C7-D2573436FAFF}" dt="2023-12-06T11:21:24.591" v="4656" actId="478"/>
          <ac:spMkLst>
            <pc:docMk/>
            <pc:sldMk cId="2014038813" sldId="637"/>
            <ac:spMk id="13" creationId="{FAB2DE68-0906-751B-E762-69FFE729F30C}"/>
          </ac:spMkLst>
        </pc:spChg>
        <pc:spChg chg="mod">
          <ac:chgData name="Abolfazl Kazemi" userId="f956631a5b09a72f" providerId="LiveId" clId="{C503E469-7D55-4921-A8C7-D2573436FAFF}" dt="2023-12-06T11:31:26.691" v="4750" actId="1076"/>
          <ac:spMkLst>
            <pc:docMk/>
            <pc:sldMk cId="2014038813" sldId="637"/>
            <ac:spMk id="14" creationId="{877857F0-00B6-9C30-2553-A61FDCBF1A8E}"/>
          </ac:spMkLst>
        </pc:spChg>
        <pc:picChg chg="add mod ord">
          <ac:chgData name="Abolfazl Kazemi" userId="f956631a5b09a72f" providerId="LiveId" clId="{C503E469-7D55-4921-A8C7-D2573436FAFF}" dt="2023-12-06T11:23:01.449" v="4669" actId="167"/>
          <ac:picMkLst>
            <pc:docMk/>
            <pc:sldMk cId="2014038813" sldId="637"/>
            <ac:picMk id="3" creationId="{50663C12-340B-4896-4F2A-30D2BA8AED13}"/>
          </ac:picMkLst>
        </pc:picChg>
        <pc:picChg chg="mod">
          <ac:chgData name="Abolfazl Kazemi" userId="f956631a5b09a72f" providerId="LiveId" clId="{C503E469-7D55-4921-A8C7-D2573436FAFF}" dt="2023-12-06T11:21:17.185" v="4654" actId="1076"/>
          <ac:picMkLst>
            <pc:docMk/>
            <pc:sldMk cId="2014038813" sldId="637"/>
            <ac:picMk id="11" creationId="{6AC2432A-F416-AA7A-C0FB-735142BFAF96}"/>
          </ac:picMkLst>
        </pc:picChg>
      </pc:sldChg>
      <pc:sldChg chg="modSp add mod modTransition">
        <pc:chgData name="Abolfazl Kazemi" userId="f956631a5b09a72f" providerId="LiveId" clId="{C503E469-7D55-4921-A8C7-D2573436FAFF}" dt="2023-12-06T11:35:07.741" v="4783"/>
        <pc:sldMkLst>
          <pc:docMk/>
          <pc:sldMk cId="1345051887" sldId="638"/>
        </pc:sldMkLst>
        <pc:picChg chg="mod">
          <ac:chgData name="Abolfazl Kazemi" userId="f956631a5b09a72f" providerId="LiveId" clId="{C503E469-7D55-4921-A8C7-D2573436FAFF}" dt="2023-12-06T11:23:38.883" v="4673" actId="1076"/>
          <ac:picMkLst>
            <pc:docMk/>
            <pc:sldMk cId="1345051887" sldId="638"/>
            <ac:picMk id="3" creationId="{50663C12-340B-4896-4F2A-30D2BA8AED13}"/>
          </ac:picMkLst>
        </pc:picChg>
        <pc:picChg chg="mod">
          <ac:chgData name="Abolfazl Kazemi" userId="f956631a5b09a72f" providerId="LiveId" clId="{C503E469-7D55-4921-A8C7-D2573436FAFF}" dt="2023-12-06T11:23:33.973" v="4672" actId="1076"/>
          <ac:picMkLst>
            <pc:docMk/>
            <pc:sldMk cId="1345051887" sldId="638"/>
            <ac:picMk id="11" creationId="{6AC2432A-F416-AA7A-C0FB-735142BFAF96}"/>
          </ac:picMkLst>
        </pc:picChg>
      </pc:sldChg>
      <pc:sldChg chg="add del">
        <pc:chgData name="Abolfazl Kazemi" userId="f956631a5b09a72f" providerId="LiveId" clId="{C503E469-7D55-4921-A8C7-D2573436FAFF}" dt="2023-12-06T11:19:44.834" v="4620" actId="47"/>
        <pc:sldMkLst>
          <pc:docMk/>
          <pc:sldMk cId="3924925596" sldId="638"/>
        </pc:sldMkLst>
      </pc:sldChg>
      <pc:sldChg chg="addSp modSp add mod modTransition">
        <pc:chgData name="Abolfazl Kazemi" userId="f956631a5b09a72f" providerId="LiveId" clId="{C503E469-7D55-4921-A8C7-D2573436FAFF}" dt="2023-12-06T11:35:07.741" v="4783"/>
        <pc:sldMkLst>
          <pc:docMk/>
          <pc:sldMk cId="3614149478" sldId="639"/>
        </pc:sldMkLst>
        <pc:spChg chg="mod">
          <ac:chgData name="Abolfazl Kazemi" userId="f956631a5b09a72f" providerId="LiveId" clId="{C503E469-7D55-4921-A8C7-D2573436FAFF}" dt="2023-12-06T11:26:02.545" v="4691" actId="14100"/>
          <ac:spMkLst>
            <pc:docMk/>
            <pc:sldMk cId="3614149478" sldId="639"/>
            <ac:spMk id="12" creationId="{DCC5084E-E37E-03B1-6422-C9678BE3A8C5}"/>
          </ac:spMkLst>
        </pc:spChg>
        <pc:spChg chg="mod">
          <ac:chgData name="Abolfazl Kazemi" userId="f956631a5b09a72f" providerId="LiveId" clId="{C503E469-7D55-4921-A8C7-D2573436FAFF}" dt="2023-12-06T11:23:58.003" v="4678" actId="1076"/>
          <ac:spMkLst>
            <pc:docMk/>
            <pc:sldMk cId="3614149478" sldId="639"/>
            <ac:spMk id="14" creationId="{877857F0-00B6-9C30-2553-A61FDCBF1A8E}"/>
          </ac:spMkLst>
        </pc:spChg>
        <pc:grpChg chg="add mod">
          <ac:chgData name="Abolfazl Kazemi" userId="f956631a5b09a72f" providerId="LiveId" clId="{C503E469-7D55-4921-A8C7-D2573436FAFF}" dt="2023-12-06T11:25:23.192" v="4688" actId="164"/>
          <ac:grpSpMkLst>
            <pc:docMk/>
            <pc:sldMk cId="3614149478" sldId="639"/>
            <ac:grpSpMk id="2" creationId="{D2544534-DED2-2A26-2F11-27C754A5580A}"/>
          </ac:grpSpMkLst>
        </pc:grpChg>
        <pc:grpChg chg="add mod">
          <ac:chgData name="Abolfazl Kazemi" userId="f956631a5b09a72f" providerId="LiveId" clId="{C503E469-7D55-4921-A8C7-D2573436FAFF}" dt="2023-12-06T11:25:23.192" v="4688" actId="164"/>
          <ac:grpSpMkLst>
            <pc:docMk/>
            <pc:sldMk cId="3614149478" sldId="639"/>
            <ac:grpSpMk id="8" creationId="{5B4D5334-D468-4BAA-A65E-0631E86DE418}"/>
          </ac:grpSpMkLst>
        </pc:grpChg>
        <pc:picChg chg="mod">
          <ac:chgData name="Abolfazl Kazemi" userId="f956631a5b09a72f" providerId="LiveId" clId="{C503E469-7D55-4921-A8C7-D2573436FAFF}" dt="2023-12-06T11:24:13.406" v="4680" actId="164"/>
          <ac:picMkLst>
            <pc:docMk/>
            <pc:sldMk cId="3614149478" sldId="639"/>
            <ac:picMk id="3" creationId="{50663C12-340B-4896-4F2A-30D2BA8AED13}"/>
          </ac:picMkLst>
        </pc:picChg>
        <pc:picChg chg="add mod ord">
          <ac:chgData name="Abolfazl Kazemi" userId="f956631a5b09a72f" providerId="LiveId" clId="{C503E469-7D55-4921-A8C7-D2573436FAFF}" dt="2023-12-06T11:25:23.192" v="4688" actId="164"/>
          <ac:picMkLst>
            <pc:docMk/>
            <pc:sldMk cId="3614149478" sldId="639"/>
            <ac:picMk id="6" creationId="{5EB435BC-93E4-07F0-6603-F71B42F93026}"/>
          </ac:picMkLst>
        </pc:picChg>
        <pc:picChg chg="mod">
          <ac:chgData name="Abolfazl Kazemi" userId="f956631a5b09a72f" providerId="LiveId" clId="{C503E469-7D55-4921-A8C7-D2573436FAFF}" dt="2023-12-06T11:24:13.406" v="4680" actId="164"/>
          <ac:picMkLst>
            <pc:docMk/>
            <pc:sldMk cId="3614149478" sldId="639"/>
            <ac:picMk id="11" creationId="{6AC2432A-F416-AA7A-C0FB-735142BFAF96}"/>
          </ac:picMkLst>
        </pc:picChg>
      </pc:sldChg>
      <pc:sldChg chg="modSp add mod modTransition">
        <pc:chgData name="Abolfazl Kazemi" userId="f956631a5b09a72f" providerId="LiveId" clId="{C503E469-7D55-4921-A8C7-D2573436FAFF}" dt="2023-12-06T11:35:07.741" v="4783"/>
        <pc:sldMkLst>
          <pc:docMk/>
          <pc:sldMk cId="1825607016" sldId="640"/>
        </pc:sldMkLst>
        <pc:spChg chg="mod">
          <ac:chgData name="Abolfazl Kazemi" userId="f956631a5b09a72f" providerId="LiveId" clId="{C503E469-7D55-4921-A8C7-D2573436FAFF}" dt="2023-12-06T11:26:15.137" v="4693" actId="14100"/>
          <ac:spMkLst>
            <pc:docMk/>
            <pc:sldMk cId="1825607016" sldId="640"/>
            <ac:spMk id="12" creationId="{DCC5084E-E37E-03B1-6422-C9678BE3A8C5}"/>
          </ac:spMkLst>
        </pc:spChg>
        <pc:grpChg chg="mod">
          <ac:chgData name="Abolfazl Kazemi" userId="f956631a5b09a72f" providerId="LiveId" clId="{C503E469-7D55-4921-A8C7-D2573436FAFF}" dt="2023-12-06T11:26:22.222" v="4695" actId="1076"/>
          <ac:grpSpMkLst>
            <pc:docMk/>
            <pc:sldMk cId="1825607016" sldId="640"/>
            <ac:grpSpMk id="8" creationId="{5B4D5334-D468-4BAA-A65E-0631E86DE418}"/>
          </ac:grpSpMkLst>
        </pc:grpChg>
      </pc:sldChg>
      <pc:sldChg chg="modSp add mod modTransition">
        <pc:chgData name="Abolfazl Kazemi" userId="f956631a5b09a72f" providerId="LiveId" clId="{C503E469-7D55-4921-A8C7-D2573436FAFF}" dt="2023-12-06T11:35:07.741" v="4783"/>
        <pc:sldMkLst>
          <pc:docMk/>
          <pc:sldMk cId="2804100782" sldId="641"/>
        </pc:sldMkLst>
        <pc:spChg chg="mod">
          <ac:chgData name="Abolfazl Kazemi" userId="f956631a5b09a72f" providerId="LiveId" clId="{C503E469-7D55-4921-A8C7-D2573436FAFF}" dt="2023-12-06T11:26:46.613" v="4700" actId="14100"/>
          <ac:spMkLst>
            <pc:docMk/>
            <pc:sldMk cId="2804100782" sldId="641"/>
            <ac:spMk id="12" creationId="{DCC5084E-E37E-03B1-6422-C9678BE3A8C5}"/>
          </ac:spMkLst>
        </pc:spChg>
        <pc:grpChg chg="mod">
          <ac:chgData name="Abolfazl Kazemi" userId="f956631a5b09a72f" providerId="LiveId" clId="{C503E469-7D55-4921-A8C7-D2573436FAFF}" dt="2023-12-06T11:26:34.643" v="4699" actId="1076"/>
          <ac:grpSpMkLst>
            <pc:docMk/>
            <pc:sldMk cId="2804100782" sldId="641"/>
            <ac:grpSpMk id="8" creationId="{5B4D5334-D468-4BAA-A65E-0631E86DE418}"/>
          </ac:grpSpMkLst>
        </pc:grpChg>
      </pc:sldChg>
      <pc:sldChg chg="addSp delSp modSp add mod modTransition">
        <pc:chgData name="Abolfazl Kazemi" userId="f956631a5b09a72f" providerId="LiveId" clId="{C503E469-7D55-4921-A8C7-D2573436FAFF}" dt="2023-12-06T11:35:07.741" v="4783"/>
        <pc:sldMkLst>
          <pc:docMk/>
          <pc:sldMk cId="1883689872" sldId="642"/>
        </pc:sldMkLst>
        <pc:spChg chg="add mod ord topLvl">
          <ac:chgData name="Abolfazl Kazemi" userId="f956631a5b09a72f" providerId="LiveId" clId="{C503E469-7D55-4921-A8C7-D2573436FAFF}" dt="2023-12-06T11:34:54.464" v="4781" actId="165"/>
          <ac:spMkLst>
            <pc:docMk/>
            <pc:sldMk cId="1883689872" sldId="642"/>
            <ac:spMk id="5" creationId="{2FE76F17-2E59-BCC5-68C3-FDB213EA2CBF}"/>
          </ac:spMkLst>
        </pc:spChg>
        <pc:spChg chg="mod">
          <ac:chgData name="Abolfazl Kazemi" userId="f956631a5b09a72f" providerId="LiveId" clId="{C503E469-7D55-4921-A8C7-D2573436FAFF}" dt="2023-12-06T11:34:58.656" v="4782" actId="1076"/>
          <ac:spMkLst>
            <pc:docMk/>
            <pc:sldMk cId="1883689872" sldId="642"/>
            <ac:spMk id="12" creationId="{DCC5084E-E37E-03B1-6422-C9678BE3A8C5}"/>
          </ac:spMkLst>
        </pc:spChg>
        <pc:grpChg chg="mod">
          <ac:chgData name="Abolfazl Kazemi" userId="f956631a5b09a72f" providerId="LiveId" clId="{C503E469-7D55-4921-A8C7-D2573436FAFF}" dt="2023-12-06T11:34:54.464" v="4781" actId="165"/>
          <ac:grpSpMkLst>
            <pc:docMk/>
            <pc:sldMk cId="1883689872" sldId="642"/>
            <ac:grpSpMk id="2" creationId="{D2544534-DED2-2A26-2F11-27C754A5580A}"/>
          </ac:grpSpMkLst>
        </pc:grpChg>
        <pc:grpChg chg="mod topLvl">
          <ac:chgData name="Abolfazl Kazemi" userId="f956631a5b09a72f" providerId="LiveId" clId="{C503E469-7D55-4921-A8C7-D2573436FAFF}" dt="2023-12-06T11:34:54.464" v="4781" actId="165"/>
          <ac:grpSpMkLst>
            <pc:docMk/>
            <pc:sldMk cId="1883689872" sldId="642"/>
            <ac:grpSpMk id="8" creationId="{5B4D5334-D468-4BAA-A65E-0631E86DE418}"/>
          </ac:grpSpMkLst>
        </pc:grpChg>
        <pc:grpChg chg="add del mod">
          <ac:chgData name="Abolfazl Kazemi" userId="f956631a5b09a72f" providerId="LiveId" clId="{C503E469-7D55-4921-A8C7-D2573436FAFF}" dt="2023-12-06T11:34:54.464" v="4781" actId="165"/>
          <ac:grpSpMkLst>
            <pc:docMk/>
            <pc:sldMk cId="1883689872" sldId="642"/>
            <ac:grpSpMk id="9" creationId="{450CED10-2F8A-FFC1-D5F3-B152E02FEB27}"/>
          </ac:grpSpMkLst>
        </pc:grpChg>
        <pc:picChg chg="mod">
          <ac:chgData name="Abolfazl Kazemi" userId="f956631a5b09a72f" providerId="LiveId" clId="{C503E469-7D55-4921-A8C7-D2573436FAFF}" dt="2023-12-06T11:34:54.464" v="4781" actId="165"/>
          <ac:picMkLst>
            <pc:docMk/>
            <pc:sldMk cId="1883689872" sldId="642"/>
            <ac:picMk id="3" creationId="{50663C12-340B-4896-4F2A-30D2BA8AED13}"/>
          </ac:picMkLst>
        </pc:picChg>
        <pc:picChg chg="mod">
          <ac:chgData name="Abolfazl Kazemi" userId="f956631a5b09a72f" providerId="LiveId" clId="{C503E469-7D55-4921-A8C7-D2573436FAFF}" dt="2023-12-06T11:34:54.464" v="4781" actId="165"/>
          <ac:picMkLst>
            <pc:docMk/>
            <pc:sldMk cId="1883689872" sldId="642"/>
            <ac:picMk id="6" creationId="{5EB435BC-93E4-07F0-6603-F71B42F93026}"/>
          </ac:picMkLst>
        </pc:picChg>
        <pc:picChg chg="mod">
          <ac:chgData name="Abolfazl Kazemi" userId="f956631a5b09a72f" providerId="LiveId" clId="{C503E469-7D55-4921-A8C7-D2573436FAFF}" dt="2023-12-06T11:34:54.464" v="4781" actId="165"/>
          <ac:picMkLst>
            <pc:docMk/>
            <pc:sldMk cId="1883689872" sldId="642"/>
            <ac:picMk id="11" creationId="{6AC2432A-F416-AA7A-C0FB-735142BFAF96}"/>
          </ac:picMkLst>
        </pc:picChg>
      </pc:sldChg>
      <pc:sldChg chg="addSp delSp modSp add mod modTransition">
        <pc:chgData name="Abolfazl Kazemi" userId="f956631a5b09a72f" providerId="LiveId" clId="{C503E469-7D55-4921-A8C7-D2573436FAFF}" dt="2023-12-06T11:35:07.741" v="4783"/>
        <pc:sldMkLst>
          <pc:docMk/>
          <pc:sldMk cId="3823620492" sldId="643"/>
        </pc:sldMkLst>
        <pc:spChg chg="add mod">
          <ac:chgData name="Abolfazl Kazemi" userId="f956631a5b09a72f" providerId="LiveId" clId="{C503E469-7D55-4921-A8C7-D2573436FAFF}" dt="2023-12-06T11:34:48.163" v="4779" actId="1076"/>
          <ac:spMkLst>
            <pc:docMk/>
            <pc:sldMk cId="3823620492" sldId="643"/>
            <ac:spMk id="5" creationId="{A0259C77-23F8-3441-0C94-09A09319BE2A}"/>
          </ac:spMkLst>
        </pc:spChg>
        <pc:spChg chg="mod topLvl">
          <ac:chgData name="Abolfazl Kazemi" userId="f956631a5b09a72f" providerId="LiveId" clId="{C503E469-7D55-4921-A8C7-D2573436FAFF}" dt="2023-12-06T11:34:44.420" v="4778" actId="165"/>
          <ac:spMkLst>
            <pc:docMk/>
            <pc:sldMk cId="3823620492" sldId="643"/>
            <ac:spMk id="12" creationId="{DCC5084E-E37E-03B1-6422-C9678BE3A8C5}"/>
          </ac:spMkLst>
        </pc:spChg>
        <pc:grpChg chg="mod">
          <ac:chgData name="Abolfazl Kazemi" userId="f956631a5b09a72f" providerId="LiveId" clId="{C503E469-7D55-4921-A8C7-D2573436FAFF}" dt="2023-12-06T11:34:44.420" v="4778" actId="165"/>
          <ac:grpSpMkLst>
            <pc:docMk/>
            <pc:sldMk cId="3823620492" sldId="643"/>
            <ac:grpSpMk id="2" creationId="{D2544534-DED2-2A26-2F11-27C754A5580A}"/>
          </ac:grpSpMkLst>
        </pc:grpChg>
        <pc:grpChg chg="mod topLvl">
          <ac:chgData name="Abolfazl Kazemi" userId="f956631a5b09a72f" providerId="LiveId" clId="{C503E469-7D55-4921-A8C7-D2573436FAFF}" dt="2023-12-06T11:34:44.420" v="4778" actId="165"/>
          <ac:grpSpMkLst>
            <pc:docMk/>
            <pc:sldMk cId="3823620492" sldId="643"/>
            <ac:grpSpMk id="8" creationId="{5B4D5334-D468-4BAA-A65E-0631E86DE418}"/>
          </ac:grpSpMkLst>
        </pc:grpChg>
        <pc:grpChg chg="add del mod">
          <ac:chgData name="Abolfazl Kazemi" userId="f956631a5b09a72f" providerId="LiveId" clId="{C503E469-7D55-4921-A8C7-D2573436FAFF}" dt="2023-12-06T11:34:44.420" v="4778" actId="165"/>
          <ac:grpSpMkLst>
            <pc:docMk/>
            <pc:sldMk cId="3823620492" sldId="643"/>
            <ac:grpSpMk id="9" creationId="{8C45A4A3-E8CE-715B-BAF3-8AAC5F8AA8FE}"/>
          </ac:grpSpMkLst>
        </pc:grpChg>
        <pc:picChg chg="mod">
          <ac:chgData name="Abolfazl Kazemi" userId="f956631a5b09a72f" providerId="LiveId" clId="{C503E469-7D55-4921-A8C7-D2573436FAFF}" dt="2023-12-06T11:34:44.420" v="4778" actId="165"/>
          <ac:picMkLst>
            <pc:docMk/>
            <pc:sldMk cId="3823620492" sldId="643"/>
            <ac:picMk id="3" creationId="{50663C12-340B-4896-4F2A-30D2BA8AED13}"/>
          </ac:picMkLst>
        </pc:picChg>
        <pc:picChg chg="mod">
          <ac:chgData name="Abolfazl Kazemi" userId="f956631a5b09a72f" providerId="LiveId" clId="{C503E469-7D55-4921-A8C7-D2573436FAFF}" dt="2023-12-06T11:34:44.420" v="4778" actId="165"/>
          <ac:picMkLst>
            <pc:docMk/>
            <pc:sldMk cId="3823620492" sldId="643"/>
            <ac:picMk id="6" creationId="{5EB435BC-93E4-07F0-6603-F71B42F93026}"/>
          </ac:picMkLst>
        </pc:picChg>
        <pc:picChg chg="mod">
          <ac:chgData name="Abolfazl Kazemi" userId="f956631a5b09a72f" providerId="LiveId" clId="{C503E469-7D55-4921-A8C7-D2573436FAFF}" dt="2023-12-06T11:34:44.420" v="4778" actId="165"/>
          <ac:picMkLst>
            <pc:docMk/>
            <pc:sldMk cId="3823620492" sldId="643"/>
            <ac:picMk id="11" creationId="{6AC2432A-F416-AA7A-C0FB-735142BFAF96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2B48F5-BACC-47D6-A0F7-82FBF9C6BC85}" type="datetimeFigureOut">
              <a:rPr lang="en-US"/>
              <a:t>10/15/2026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ACAF8E-318A-4EFE-8633-D9E72ABCE0ED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065597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B1CD00-5424-4675-AB18-2C419B060449}" type="datetimeFigureOut">
              <a:rPr lang="en-US"/>
              <a:t>10/15/2026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E2CF44-2B13-41B4-A334-1CDF534EEBB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453856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E2CF44-2B13-41B4-A334-1CDF534EEBBF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56790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Attribution:</a:t>
            </a:r>
            <a:r>
              <a:rPr lang="en-US" dirty="0"/>
              <a:t> GRU (Russian General Staff Main Intelligence Directorate), 85th Main Special Service Center (</a:t>
            </a:r>
            <a:r>
              <a:rPr lang="en-US" dirty="0" err="1"/>
              <a:t>GTsSS</a:t>
            </a:r>
            <a:r>
              <a:rPr lang="en-US" dirty="0"/>
              <a:t>). </a:t>
            </a:r>
          </a:p>
          <a:p>
            <a:r>
              <a:rPr lang="en-US" b="1" dirty="0"/>
              <a:t>Public Exposure:</a:t>
            </a:r>
            <a:r>
              <a:rPr lang="en-US" dirty="0"/>
              <a:t> August 2020 joint advisory by the NSA and FBI. </a:t>
            </a:r>
          </a:p>
          <a:p>
            <a:r>
              <a:rPr lang="en-US" b="1" dirty="0"/>
              <a:t>Intent:</a:t>
            </a:r>
            <a:r>
              <a:rPr lang="en-US" dirty="0"/>
              <a:t> Long-term stealth espionage and covert backdoor access to enterprise Linux environments.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E2CF44-2B13-41B4-A334-1CDF534EEBBF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9282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Active since at least 2017–2018, publicly dissected by PwC and Kevin Beaumont in May 2022. Attributed to a China-nexus espionage actor targeting telecom, financial, and government infrastructure across APAC, the Middle East, and Europe.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E2CF44-2B13-41B4-A334-1CDF534EEBBF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2787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Abolfazl Kazemi (@akazemi67)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4441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Abolfazl Kazemi (@akazemi67)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839878C-39FB-25CC-D3FF-FF0EA1650609}"/>
              </a:ext>
            </a:extLst>
          </p:cNvPr>
          <p:cNvSpPr/>
          <p:nvPr userDrawn="1"/>
        </p:nvSpPr>
        <p:spPr>
          <a:xfrm>
            <a:off x="533400" y="762000"/>
            <a:ext cx="11201400" cy="53340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0801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0" y="180974"/>
            <a:ext cx="10737012" cy="82867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1295400"/>
            <a:ext cx="10820400" cy="480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69190" y="6362700"/>
            <a:ext cx="7636364" cy="2571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Abolfazl Kazemi (@akazemi67)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68000" y="6362700"/>
            <a:ext cx="838200" cy="2571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fld id="{E31375A4-56A4-47D6-9801-1991572033F7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EA25367-4AA8-F421-31F7-1053776B1943}"/>
              </a:ext>
            </a:extLst>
          </p:cNvPr>
          <p:cNvCxnSpPr/>
          <p:nvPr userDrawn="1"/>
        </p:nvCxnSpPr>
        <p:spPr>
          <a:xfrm>
            <a:off x="571500" y="1009650"/>
            <a:ext cx="11049000" cy="0"/>
          </a:xfrm>
          <a:prstGeom prst="line">
            <a:avLst/>
          </a:pr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4325986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3600" b="1" i="0" kern="1200" dirty="0">
          <a:solidFill>
            <a:srgbClr val="FFFF00"/>
          </a:solidFill>
          <a:effectLst/>
          <a:latin typeface="Avenir Next LT Pro Light" panose="020B03040202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800"/>
        </a:spcBef>
        <a:buClr>
          <a:srgbClr val="0070C0"/>
        </a:buClr>
        <a:buFont typeface="Arial" pitchFamily="34" charset="0"/>
        <a:buChar char="•"/>
        <a:defRPr sz="2000" kern="1200">
          <a:solidFill>
            <a:schemeClr val="tx1">
              <a:lumMod val="85000"/>
            </a:schemeClr>
          </a:solidFill>
          <a:latin typeface="+mn-lt"/>
          <a:ea typeface="+mn-ea"/>
          <a:cs typeface="+mn-cs"/>
        </a:defRPr>
      </a:lvl1pPr>
      <a:lvl2pPr marL="59436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2">
            <a:lumMod val="75000"/>
          </a:schemeClr>
        </a:buClr>
        <a:buFont typeface="Arial" pitchFamily="34" charset="0"/>
        <a:buChar char="•"/>
        <a:defRPr sz="1800" kern="1200">
          <a:solidFill>
            <a:schemeClr val="tx1">
              <a:lumMod val="85000"/>
            </a:schemeClr>
          </a:solidFill>
          <a:latin typeface="+mn-lt"/>
          <a:ea typeface="+mn-ea"/>
          <a:cs typeface="+mn-cs"/>
        </a:defRPr>
      </a:lvl2pPr>
      <a:lvl3pPr marL="91440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5">
            <a:lumMod val="75000"/>
          </a:schemeClr>
        </a:buClr>
        <a:buFont typeface="Arial" pitchFamily="34" charset="0"/>
        <a:buChar char="•"/>
        <a:defRPr sz="1600" kern="1200">
          <a:solidFill>
            <a:schemeClr val="tx1">
              <a:lumMod val="85000"/>
            </a:schemeClr>
          </a:solidFill>
          <a:latin typeface="+mn-lt"/>
          <a:ea typeface="+mn-ea"/>
          <a:cs typeface="+mn-cs"/>
        </a:defRPr>
      </a:lvl3pPr>
      <a:lvl4pPr marL="123444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5">
            <a:lumMod val="75000"/>
          </a:schemeClr>
        </a:buClr>
        <a:buFont typeface="Arial" pitchFamily="34" charset="0"/>
        <a:buChar char="•"/>
        <a:defRPr sz="1400" kern="1200">
          <a:solidFill>
            <a:schemeClr val="tx1">
              <a:lumMod val="85000"/>
            </a:schemeClr>
          </a:solidFill>
          <a:latin typeface="+mn-lt"/>
          <a:ea typeface="+mn-ea"/>
          <a:cs typeface="+mn-cs"/>
        </a:defRPr>
      </a:lvl4pPr>
      <a:lvl5pPr marL="150876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5">
            <a:lumMod val="75000"/>
          </a:schemeClr>
        </a:buClr>
        <a:buFont typeface="Arial" pitchFamily="34" charset="0"/>
        <a:buChar char="•"/>
        <a:defRPr sz="1400" kern="1200">
          <a:solidFill>
            <a:schemeClr val="tx1">
              <a:lumMod val="85000"/>
            </a:schemeClr>
          </a:solidFill>
          <a:latin typeface="+mn-lt"/>
          <a:ea typeface="+mn-ea"/>
          <a:cs typeface="+mn-cs"/>
        </a:defRPr>
      </a:lvl5pPr>
      <a:lvl6pPr marL="178308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33172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60604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38AC670-7125-AACD-3AFC-D4FBCEEDBF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AD29186-860A-92EC-8091-AC4CDA51BE29}"/>
              </a:ext>
            </a:extLst>
          </p:cNvPr>
          <p:cNvSpPr txBox="1"/>
          <p:nvPr/>
        </p:nvSpPr>
        <p:spPr>
          <a:xfrm>
            <a:off x="1219200" y="3352800"/>
            <a:ext cx="2803909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2">
                    <a:lumMod val="50000"/>
                  </a:schemeClr>
                </a:solidFill>
                <a:latin typeface="Arial Black" panose="020B0A04020102020204" pitchFamily="34" charset="0"/>
              </a:rPr>
              <a:t>LinuxFest 2026</a:t>
            </a:r>
          </a:p>
          <a:p>
            <a:r>
              <a:rPr lang="en-US" sz="1400" i="0" dirty="0">
                <a:solidFill>
                  <a:schemeClr val="accent2">
                    <a:lumMod val="50000"/>
                  </a:schemeClr>
                </a:solidFill>
                <a:effectLst/>
                <a:latin typeface="Corbel" panose="020B0503020204020204" pitchFamily="34" charset="0"/>
                <a:ea typeface="Cambria" panose="02040503050406030204" pitchFamily="18" charset="0"/>
              </a:rPr>
              <a:t>AmirKabir University of Technology</a:t>
            </a:r>
            <a:endParaRPr lang="en-US" sz="1400" dirty="0">
              <a:solidFill>
                <a:schemeClr val="accent2">
                  <a:lumMod val="50000"/>
                </a:schemeClr>
              </a:solidFill>
              <a:latin typeface="Corbel" panose="020B0503020204020204" pitchFamily="34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77135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3A0F593-3662-876D-9AED-3A01FB5FB64F}"/>
              </a:ext>
            </a:extLst>
          </p:cNvPr>
          <p:cNvSpPr/>
          <p:nvPr/>
        </p:nvSpPr>
        <p:spPr>
          <a:xfrm>
            <a:off x="0" y="0"/>
            <a:ext cx="2895600" cy="6858000"/>
          </a:xfrm>
          <a:prstGeom prst="rect">
            <a:avLst/>
          </a:prstGeom>
          <a:solidFill>
            <a:srgbClr val="01101B"/>
          </a:solidFill>
          <a:ln>
            <a:solidFill>
              <a:srgbClr val="000F1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3731B3A-2DA3-A478-C3B4-66EF83726501}"/>
              </a:ext>
            </a:extLst>
          </p:cNvPr>
          <p:cNvSpPr/>
          <p:nvPr/>
        </p:nvSpPr>
        <p:spPr>
          <a:xfrm>
            <a:off x="9282545" y="-13855"/>
            <a:ext cx="2895600" cy="6858000"/>
          </a:xfrm>
          <a:prstGeom prst="rect">
            <a:avLst/>
          </a:prstGeom>
          <a:solidFill>
            <a:srgbClr val="031524"/>
          </a:solidFill>
          <a:ln>
            <a:solidFill>
              <a:srgbClr val="04152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2A94475-2B2B-5E92-BA25-2DBF4AE370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48989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0770FF5-AFC6-AA84-658E-9F3DE8D2AC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66170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1A83633-6DA3-FB4E-7516-F79204601B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000"/>
          <a:stretch/>
        </p:blipFill>
        <p:spPr>
          <a:xfrm>
            <a:off x="533400" y="91440"/>
            <a:ext cx="11125200" cy="6675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10857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FDC5721-011A-00F5-6309-CF39E6E12F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49024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BCF62D0B-41CA-F375-F473-4D5E9A9BA229}"/>
              </a:ext>
            </a:extLst>
          </p:cNvPr>
          <p:cNvGrpSpPr/>
          <p:nvPr/>
        </p:nvGrpSpPr>
        <p:grpSpPr>
          <a:xfrm>
            <a:off x="952500" y="0"/>
            <a:ext cx="10287000" cy="6858000"/>
            <a:chOff x="952500" y="0"/>
            <a:chExt cx="10287000" cy="6858000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516DC012-AC2C-5BDA-CDBE-68FCEF55B6C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52500" y="0"/>
              <a:ext cx="10287000" cy="6858000"/>
            </a:xfrm>
            <a:prstGeom prst="rect">
              <a:avLst/>
            </a:prstGeom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1954BC86-819A-96A1-8DBE-05E70B1D8B9B}"/>
                </a:ext>
              </a:extLst>
            </p:cNvPr>
            <p:cNvSpPr/>
            <p:nvPr/>
          </p:nvSpPr>
          <p:spPr>
            <a:xfrm>
              <a:off x="2667000" y="609600"/>
              <a:ext cx="7086600" cy="304800"/>
            </a:xfrm>
            <a:prstGeom prst="rect">
              <a:avLst/>
            </a:prstGeom>
            <a:solidFill>
              <a:srgbClr val="000911"/>
            </a:solidFill>
            <a:ln>
              <a:solidFill>
                <a:srgbClr val="00091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1907065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EBDD5A4-C674-4435-23C7-2272693BEA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98133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C56642B-8A70-CB90-1CD9-BB88636E05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53901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FD1B9904-FC56-052A-58A0-328CF8FD1B1D}"/>
              </a:ext>
            </a:extLst>
          </p:cNvPr>
          <p:cNvGrpSpPr/>
          <p:nvPr/>
        </p:nvGrpSpPr>
        <p:grpSpPr>
          <a:xfrm>
            <a:off x="952500" y="0"/>
            <a:ext cx="10287000" cy="6858000"/>
            <a:chOff x="952500" y="0"/>
            <a:chExt cx="10287000" cy="6858000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793E28FE-8006-98FE-4B78-FAA82DFE7F4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52500" y="0"/>
              <a:ext cx="10287000" cy="6858000"/>
            </a:xfrm>
            <a:prstGeom prst="rect">
              <a:avLst/>
            </a:prstGeom>
          </p:spPr>
        </p:pic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2DD805B4-2059-241A-56FA-773411330DAE}"/>
                </a:ext>
              </a:extLst>
            </p:cNvPr>
            <p:cNvSpPr/>
            <p:nvPr/>
          </p:nvSpPr>
          <p:spPr>
            <a:xfrm>
              <a:off x="9448800" y="76200"/>
              <a:ext cx="1676400" cy="838200"/>
            </a:xfrm>
            <a:prstGeom prst="rect">
              <a:avLst/>
            </a:prstGeom>
            <a:solidFill>
              <a:srgbClr val="000E1C"/>
            </a:solidFill>
            <a:ln>
              <a:solidFill>
                <a:srgbClr val="000D1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5566773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E5E195D-6430-8644-57CA-18F0A29752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21205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97BB77C1-E9E1-9A9C-910E-2390ED921611}"/>
              </a:ext>
            </a:extLst>
          </p:cNvPr>
          <p:cNvGrpSpPr/>
          <p:nvPr/>
        </p:nvGrpSpPr>
        <p:grpSpPr>
          <a:xfrm>
            <a:off x="952500" y="0"/>
            <a:ext cx="10287000" cy="6858000"/>
            <a:chOff x="952500" y="0"/>
            <a:chExt cx="10287000" cy="6858000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BA3C51AE-10D6-1217-F909-BC1804830E9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52500" y="0"/>
              <a:ext cx="10287000" cy="6858000"/>
            </a:xfrm>
            <a:prstGeom prst="rect">
              <a:avLst/>
            </a:prstGeom>
          </p:spPr>
        </p:pic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5FF539B1-ADC1-CE7A-C5F3-BEA1E855AFE8}"/>
                </a:ext>
              </a:extLst>
            </p:cNvPr>
            <p:cNvSpPr/>
            <p:nvPr/>
          </p:nvSpPr>
          <p:spPr>
            <a:xfrm>
              <a:off x="9525000" y="152400"/>
              <a:ext cx="1600200" cy="762000"/>
            </a:xfrm>
            <a:prstGeom prst="rect">
              <a:avLst/>
            </a:prstGeom>
            <a:solidFill>
              <a:srgbClr val="000E1C"/>
            </a:solidFill>
            <a:ln>
              <a:solidFill>
                <a:srgbClr val="000D1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1227243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A481B91-7F08-CBBC-86CC-E4AC088356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62680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9B2FE74B-2B34-0142-B7AA-A46AE05BB6D6}"/>
              </a:ext>
            </a:extLst>
          </p:cNvPr>
          <p:cNvGrpSpPr/>
          <p:nvPr/>
        </p:nvGrpSpPr>
        <p:grpSpPr>
          <a:xfrm>
            <a:off x="952500" y="0"/>
            <a:ext cx="10287000" cy="6858000"/>
            <a:chOff x="952500" y="0"/>
            <a:chExt cx="10287000" cy="6858000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5C4689C9-4E59-F571-65BB-4A27B605825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52500" y="0"/>
              <a:ext cx="10287000" cy="6858000"/>
            </a:xfrm>
            <a:prstGeom prst="rect">
              <a:avLst/>
            </a:prstGeom>
          </p:spPr>
        </p:pic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EFBCE841-A457-6FFB-051D-0CE9B934D8D8}"/>
                </a:ext>
              </a:extLst>
            </p:cNvPr>
            <p:cNvSpPr/>
            <p:nvPr/>
          </p:nvSpPr>
          <p:spPr>
            <a:xfrm>
              <a:off x="4800600" y="5867400"/>
              <a:ext cx="2590800" cy="762000"/>
            </a:xfrm>
            <a:prstGeom prst="rect">
              <a:avLst/>
            </a:prstGeom>
            <a:solidFill>
              <a:srgbClr val="000E1C"/>
            </a:solidFill>
            <a:ln>
              <a:solidFill>
                <a:srgbClr val="000D1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326819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7F03C18E-E403-02AC-064C-19104A20F72C}"/>
              </a:ext>
            </a:extLst>
          </p:cNvPr>
          <p:cNvGrpSpPr/>
          <p:nvPr/>
        </p:nvGrpSpPr>
        <p:grpSpPr>
          <a:xfrm>
            <a:off x="817144" y="-6927"/>
            <a:ext cx="10557711" cy="6858000"/>
            <a:chOff x="817144" y="-20782"/>
            <a:chExt cx="10557711" cy="6858000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32E12EC7-3CE6-496A-E779-FBA25A39A52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17144" y="-20782"/>
              <a:ext cx="10557711" cy="6858000"/>
            </a:xfrm>
            <a:prstGeom prst="rect">
              <a:avLst/>
            </a:prstGeom>
          </p:spPr>
        </p:pic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3A24D6E9-5E43-2C9D-CC37-69A67C885580}"/>
                </a:ext>
              </a:extLst>
            </p:cNvPr>
            <p:cNvSpPr/>
            <p:nvPr/>
          </p:nvSpPr>
          <p:spPr>
            <a:xfrm>
              <a:off x="914400" y="5943600"/>
              <a:ext cx="3200400" cy="762000"/>
            </a:xfrm>
            <a:prstGeom prst="rect">
              <a:avLst/>
            </a:prstGeom>
            <a:solidFill>
              <a:srgbClr val="000E1C"/>
            </a:solidFill>
            <a:ln>
              <a:solidFill>
                <a:srgbClr val="000D1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1969632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D079BE4-FE2A-3417-6644-0F1E3F1D49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74976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A4005BD9-6180-3DCC-B6FB-19C903DAFA92}"/>
              </a:ext>
            </a:extLst>
          </p:cNvPr>
          <p:cNvGrpSpPr/>
          <p:nvPr/>
        </p:nvGrpSpPr>
        <p:grpSpPr>
          <a:xfrm>
            <a:off x="952500" y="114300"/>
            <a:ext cx="10287000" cy="6629400"/>
            <a:chOff x="1219200" y="0"/>
            <a:chExt cx="10287000" cy="6629400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2378F6C6-AC6E-77D3-E75B-5217803E954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8283"/>
            <a:stretch/>
          </p:blipFill>
          <p:spPr>
            <a:xfrm>
              <a:off x="1219200" y="0"/>
              <a:ext cx="10287000" cy="6289964"/>
            </a:xfrm>
            <a:prstGeom prst="rect">
              <a:avLst/>
            </a:prstGeom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BDEC3F31-CFE2-BEE4-BB87-AC0B114841C0}"/>
                </a:ext>
              </a:extLst>
            </p:cNvPr>
            <p:cNvSpPr/>
            <p:nvPr/>
          </p:nvSpPr>
          <p:spPr>
            <a:xfrm>
              <a:off x="1524001" y="5943600"/>
              <a:ext cx="1981199" cy="685800"/>
            </a:xfrm>
            <a:prstGeom prst="rect">
              <a:avLst/>
            </a:prstGeom>
            <a:solidFill>
              <a:srgbClr val="000E1C"/>
            </a:solidFill>
            <a:ln>
              <a:solidFill>
                <a:srgbClr val="000D1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915468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16EA6578-DAA5-8C08-4D51-FDCB3000F7F3}"/>
              </a:ext>
            </a:extLst>
          </p:cNvPr>
          <p:cNvGrpSpPr/>
          <p:nvPr/>
        </p:nvGrpSpPr>
        <p:grpSpPr>
          <a:xfrm>
            <a:off x="952500" y="0"/>
            <a:ext cx="10287000" cy="6858000"/>
            <a:chOff x="952500" y="0"/>
            <a:chExt cx="10287000" cy="6858000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9F1F498E-027F-E810-C1DE-523C0BBCB38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52500" y="0"/>
              <a:ext cx="10287000" cy="6858000"/>
            </a:xfrm>
            <a:prstGeom prst="rect">
              <a:avLst/>
            </a:prstGeom>
          </p:spPr>
        </p:pic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2A0BD456-849A-8C51-8321-1E2690FAD506}"/>
                </a:ext>
              </a:extLst>
            </p:cNvPr>
            <p:cNvSpPr/>
            <p:nvPr/>
          </p:nvSpPr>
          <p:spPr>
            <a:xfrm>
              <a:off x="1295400" y="5715000"/>
              <a:ext cx="1676400" cy="990600"/>
            </a:xfrm>
            <a:prstGeom prst="rect">
              <a:avLst/>
            </a:prstGeom>
            <a:solidFill>
              <a:srgbClr val="000E1C"/>
            </a:solidFill>
            <a:ln>
              <a:solidFill>
                <a:srgbClr val="000D1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FF4EA175-B09F-8BC1-2CED-3DB766573DDA}"/>
                </a:ext>
              </a:extLst>
            </p:cNvPr>
            <p:cNvSpPr/>
            <p:nvPr/>
          </p:nvSpPr>
          <p:spPr>
            <a:xfrm>
              <a:off x="8839200" y="5943600"/>
              <a:ext cx="2057400" cy="533400"/>
            </a:xfrm>
            <a:prstGeom prst="rect">
              <a:avLst/>
            </a:prstGeom>
            <a:solidFill>
              <a:srgbClr val="000E1C"/>
            </a:solidFill>
            <a:ln>
              <a:solidFill>
                <a:srgbClr val="000D1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8882156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79D4389-8827-3BF2-A0BF-D7310A23DA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19366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9088755-6EEC-A3CE-2C8E-748C3A15AC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377549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DCF8638-0216-DD12-E980-846AC6905E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7947611"/>
      </p:ext>
    </p:extLst>
  </p:cSld>
  <p:clrMapOvr>
    <a:masterClrMapping/>
  </p:clrMapOvr>
</p:sld>
</file>

<file path=ppt/theme/theme1.xml><?xml version="1.0" encoding="utf-8"?>
<a:theme xmlns:a="http://schemas.openxmlformats.org/drawingml/2006/main" name="Tech Computer 16x9">
  <a:themeElements>
    <a:clrScheme name="TechComputer">
      <a:dk1>
        <a:srgbClr val="000000"/>
      </a:dk1>
      <a:lt1>
        <a:sysClr val="window" lastClr="FFFFFF"/>
      </a:lt1>
      <a:dk2>
        <a:srgbClr val="4D4D4D"/>
      </a:dk2>
      <a:lt2>
        <a:srgbClr val="DDDDDD"/>
      </a:lt2>
      <a:accent1>
        <a:srgbClr val="92D050"/>
      </a:accent1>
      <a:accent2>
        <a:srgbClr val="F7C331"/>
      </a:accent2>
      <a:accent3>
        <a:srgbClr val="47B8C7"/>
      </a:accent3>
      <a:accent4>
        <a:srgbClr val="B074BA"/>
      </a:accent4>
      <a:accent5>
        <a:srgbClr val="F34D47"/>
      </a:accent5>
      <a:accent6>
        <a:srgbClr val="FA8F30"/>
      </a:accent6>
      <a:hlink>
        <a:srgbClr val="47B8C7"/>
      </a:hlink>
      <a:folHlink>
        <a:srgbClr val="969696"/>
      </a:folHlink>
    </a:clrScheme>
    <a:fontScheme name="Consolas-Candara">
      <a:majorFont>
        <a:latin typeface="Consolas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02901026.potx" id="{FD85E87A-7813-4F67-9E59-69B5487A1910}" vid="{BDF94C36-3ACF-4CF1-939F-F4211E6D666F}"/>
    </a:ext>
  </a:extLst>
</a:theme>
</file>

<file path=ppt/theme/theme2.xml><?xml version="1.0" encoding="utf-8"?>
<a:theme xmlns:a="http://schemas.openxmlformats.org/drawingml/2006/main" name="Office Theme">
  <a:themeElements>
    <a:clrScheme name="TechComputer">
      <a:dk1>
        <a:srgbClr val="000000"/>
      </a:dk1>
      <a:lt1>
        <a:sysClr val="window" lastClr="FFFFFF"/>
      </a:lt1>
      <a:dk2>
        <a:srgbClr val="4D4D4D"/>
      </a:dk2>
      <a:lt2>
        <a:srgbClr val="DDDDDD"/>
      </a:lt2>
      <a:accent1>
        <a:srgbClr val="92D050"/>
      </a:accent1>
      <a:accent2>
        <a:srgbClr val="F7C331"/>
      </a:accent2>
      <a:accent3>
        <a:srgbClr val="47B8C7"/>
      </a:accent3>
      <a:accent4>
        <a:srgbClr val="B074BA"/>
      </a:accent4>
      <a:accent5>
        <a:srgbClr val="F34D47"/>
      </a:accent5>
      <a:accent6>
        <a:srgbClr val="FA8F30"/>
      </a:accent6>
      <a:hlink>
        <a:srgbClr val="47B8C7"/>
      </a:hlink>
      <a:folHlink>
        <a:srgbClr val="969696"/>
      </a:folHlink>
    </a:clrScheme>
    <a:fontScheme name="Consolas-Candara">
      <a:majorFont>
        <a:latin typeface="Consolas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TechComputer">
      <a:dk1>
        <a:srgbClr val="000000"/>
      </a:dk1>
      <a:lt1>
        <a:sysClr val="window" lastClr="FFFFFF"/>
      </a:lt1>
      <a:dk2>
        <a:srgbClr val="4D4D4D"/>
      </a:dk2>
      <a:lt2>
        <a:srgbClr val="DDDDDD"/>
      </a:lt2>
      <a:accent1>
        <a:srgbClr val="92D050"/>
      </a:accent1>
      <a:accent2>
        <a:srgbClr val="F7C331"/>
      </a:accent2>
      <a:accent3>
        <a:srgbClr val="47B8C7"/>
      </a:accent3>
      <a:accent4>
        <a:srgbClr val="B074BA"/>
      </a:accent4>
      <a:accent5>
        <a:srgbClr val="F34D47"/>
      </a:accent5>
      <a:accent6>
        <a:srgbClr val="FA8F30"/>
      </a:accent6>
      <a:hlink>
        <a:srgbClr val="47B8C7"/>
      </a:hlink>
      <a:folHlink>
        <a:srgbClr val="969696"/>
      </a:folHlink>
    </a:clrScheme>
    <a:fontScheme name="Consolas-Candara">
      <a:majorFont>
        <a:latin typeface="Consolas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14886</TotalTime>
  <Words>96</Words>
  <Application>Microsoft Office PowerPoint</Application>
  <PresentationFormat>Widescreen</PresentationFormat>
  <Paragraphs>9</Paragraphs>
  <Slides>20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Arial</vt:lpstr>
      <vt:lpstr>Arial Black</vt:lpstr>
      <vt:lpstr>Avenir Next LT Pro Light</vt:lpstr>
      <vt:lpstr>Candara</vt:lpstr>
      <vt:lpstr>Corbel</vt:lpstr>
      <vt:lpstr>Tech Computer 16x9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Secure Coding</dc:title>
  <dc:creator>Abolfazl Kazemi</dc:creator>
  <cp:lastModifiedBy>Abolfazl Kazemi</cp:lastModifiedBy>
  <cp:revision>688</cp:revision>
  <dcterms:created xsi:type="dcterms:W3CDTF">2022-07-12T06:25:04Z</dcterms:created>
  <dcterms:modified xsi:type="dcterms:W3CDTF">2026-10-15T09:03:55Z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0x0101006EDDDB5EE6D98C44930B742096920B300400F5B6D36B3EF94B4E9A635CDF2A18F5B8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</Properties>
</file>