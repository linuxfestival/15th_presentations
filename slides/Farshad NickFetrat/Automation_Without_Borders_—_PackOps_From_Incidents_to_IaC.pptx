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y="5143500" cx="9144000"/>
  <p:notesSz cx="6858000" cy="9144000"/>
  <p:embeddedFontLst>
    <p:embeddedFont>
      <p:font typeface="Outfit ExtraBold"/>
      <p:bold r:id="rId49"/>
    </p:embeddedFont>
    <p:embeddedFont>
      <p:font typeface="Outfit Black"/>
      <p:bold r:id="rId50"/>
    </p:embeddedFont>
    <p:embeddedFont>
      <p:font typeface="Outfit"/>
      <p:regular r:id="rId51"/>
      <p:bold r:id="rId52"/>
    </p:embeddedFont>
    <p:embeddedFont>
      <p:font typeface="Outfit Medium"/>
      <p:regular r:id="rId53"/>
      <p:bold r:id="rId54"/>
    </p:embeddedFont>
    <p:embeddedFont>
      <p:font typeface="Outfit SemiBold"/>
      <p:regular r:id="rId55"/>
      <p:bold r:id="rId56"/>
    </p:embeddedFont>
    <p:embeddedFont>
      <p:font typeface="Alexandria Black"/>
      <p:bold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732AAB1-0A0D-4CC9-A7D2-314116EC0984}">
  <a:tblStyle styleId="{0732AAB1-0A0D-4CC9-A7D2-314116EC098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font" Target="fonts/OutfitExtraBold-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utfit-regular.fntdata"/><Relationship Id="rId50" Type="http://schemas.openxmlformats.org/officeDocument/2006/relationships/font" Target="fonts/OutfitBlack-bold.fntdata"/><Relationship Id="rId53" Type="http://schemas.openxmlformats.org/officeDocument/2006/relationships/font" Target="fonts/OutfitMedium-regular.fntdata"/><Relationship Id="rId52" Type="http://schemas.openxmlformats.org/officeDocument/2006/relationships/font" Target="fonts/Outfit-bold.fntdata"/><Relationship Id="rId11" Type="http://schemas.openxmlformats.org/officeDocument/2006/relationships/slide" Target="slides/slide5.xml"/><Relationship Id="rId55" Type="http://schemas.openxmlformats.org/officeDocument/2006/relationships/font" Target="fonts/OutfitSemiBold-regular.fntdata"/><Relationship Id="rId10" Type="http://schemas.openxmlformats.org/officeDocument/2006/relationships/slide" Target="slides/slide4.xml"/><Relationship Id="rId54" Type="http://schemas.openxmlformats.org/officeDocument/2006/relationships/font" Target="fonts/OutfitMedium-bold.fntdata"/><Relationship Id="rId13" Type="http://schemas.openxmlformats.org/officeDocument/2006/relationships/slide" Target="slides/slide7.xml"/><Relationship Id="rId57" Type="http://schemas.openxmlformats.org/officeDocument/2006/relationships/font" Target="fonts/AlexandriaBlack-bold.fntdata"/><Relationship Id="rId12" Type="http://schemas.openxmlformats.org/officeDocument/2006/relationships/slide" Target="slides/slide6.xml"/><Relationship Id="rId56" Type="http://schemas.openxmlformats.org/officeDocument/2006/relationships/font" Target="fonts/OutfitSemiBold-bold.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ackops_slide_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برنامه پیشنهادی برای ۹۰ دقیقه: ۷۰ دقیقه ارائه و ۲۰ دقیقه پرسش. داستان‌ها۸دقیقه،تعریف وذهنیت ومثال‌شهر۸دقیقه،انقلاب‌صنعتی۳دقیقه،Bash/cron/CI/CD۶دقیقه،نقشه‌ابزارهاوتفاوت‌مفاهیم۸دقیقه،دموn8n۱۲دقیقه،هزینه۵دقیقه،مثالTerraform۶دقیقه،تست‌وگاردریل‌وبازیابی۸دقیقه،AIوجمع‌بندی۶دقیقه. دمو ابری زنده نیاز به rehearsal روی حساب دارد؛ آماده‌سازی اسلایدها تأیید اجرای موفق روی حساب نیست.</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Suggested pacing: about 30 minutes of teaching plus a 10-minute live demonstration. By the end, students should distinguish scheduling, delivery pipelines, provisioning, and infrastructure as code.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h39542a29e49d8b4a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h39542a29e49d8b4a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Merged supporting material:</a:t>
            </a:r>
            <a:endParaRPr/>
          </a:p>
          <a:p>
            <a:pPr indent="0" lvl="0" marL="0" rtl="0" algn="l">
              <a:spcBef>
                <a:spcPts val="0"/>
              </a:spcBef>
              <a:spcAft>
                <a:spcPts val="0"/>
              </a:spcAft>
              <a:buNone/>
            </a:pPr>
            <a:r>
              <a:rPr lang="en"/>
              <a:t>GitLab: 31 January 2017</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happened?</a:t>
            </a:r>
            <a:endParaRPr/>
          </a:p>
          <a:p>
            <a:pPr indent="0" lvl="0" marL="0" rtl="0" algn="l">
              <a:spcBef>
                <a:spcPts val="0"/>
              </a:spcBef>
              <a:spcAft>
                <a:spcPts val="0"/>
              </a:spcAft>
              <a:buNone/>
            </a:pPr>
            <a:r>
              <a:rPr lang="en"/>
              <a:t>GitLab experienced PostgreSQL database replication problems.</a:t>
            </a:r>
            <a:endParaRPr/>
          </a:p>
          <a:p>
            <a:pPr indent="0" lvl="0" marL="0" rtl="0" algn="l">
              <a:spcBef>
                <a:spcPts val="0"/>
              </a:spcBef>
              <a:spcAft>
                <a:spcPts val="0"/>
              </a:spcAft>
              <a:buNone/>
            </a:pPr>
            <a:r>
              <a:rPr lang="en"/>
              <a:t>An engineer attempted to fix the issue by removing data from a secondary database.</a:t>
            </a:r>
            <a:endParaRPr/>
          </a:p>
          <a:p>
            <a:pPr indent="0" lvl="0" marL="0" rtl="0" algn="l">
              <a:spcBef>
                <a:spcPts val="0"/>
              </a:spcBef>
              <a:spcAft>
                <a:spcPts val="0"/>
              </a:spcAft>
              <a:buNone/>
            </a:pPr>
            <a:r>
              <a:rPr lang="en"/>
              <a:t>By mistake, the engineer executed rm -rf on the primary production database.</a:t>
            </a:r>
            <a:endParaRPr/>
          </a:p>
          <a:p>
            <a:pPr indent="0" lvl="0" marL="0" rtl="0" algn="l">
              <a:spcBef>
                <a:spcPts val="0"/>
              </a:spcBef>
              <a:spcAft>
                <a:spcPts val="0"/>
              </a:spcAft>
              <a:buNone/>
            </a:pPr>
            <a:r>
              <a:rPr lang="en"/>
              <a:t>Approximately 300 GB of production data was deleted.</a:t>
            </a:r>
            <a:endParaRPr/>
          </a:p>
          <a:p>
            <a:pPr indent="0" lvl="0" marL="0" rtl="0" algn="l">
              <a:spcBef>
                <a:spcPts val="0"/>
              </a:spcBef>
              <a:spcAft>
                <a:spcPts val="0"/>
              </a:spcAft>
              <a:buNone/>
            </a:pPr>
            <a:r>
              <a:rPr lang="en"/>
              <a:t>Backup systems failed to provide a recent, reliable recovery point.</a:t>
            </a:r>
            <a:endParaRPr/>
          </a:p>
          <a:p>
            <a:pPr indent="0" lvl="0" marL="0" rtl="0" algn="l">
              <a:spcBef>
                <a:spcPts val="0"/>
              </a:spcBef>
              <a:spcAft>
                <a:spcPts val="0"/>
              </a:spcAft>
              <a:buNone/>
            </a:pPr>
            <a:r>
              <a:rPr lang="en"/>
              <a:t>Impact</a:t>
            </a:r>
            <a:endParaRPr/>
          </a:p>
          <a:p>
            <a:pPr indent="0" lvl="0" marL="0" rtl="0" algn="l">
              <a:spcBef>
                <a:spcPts val="0"/>
              </a:spcBef>
              <a:spcAft>
                <a:spcPts val="0"/>
              </a:spcAft>
              <a:buNone/>
            </a:pPr>
            <a:r>
              <a:rPr lang="en"/>
              <a:t>18 hours of service disruption</a:t>
            </a:r>
            <a:endParaRPr/>
          </a:p>
          <a:p>
            <a:pPr indent="0" lvl="0" marL="0" rtl="0" algn="l">
              <a:spcBef>
                <a:spcPts val="0"/>
              </a:spcBef>
              <a:spcAft>
                <a:spcPts val="0"/>
              </a:spcAft>
              <a:buNone/>
            </a:pPr>
            <a:r>
              <a:rPr lang="en"/>
              <a:t>Approximately 6 hours of data permanently lost</a:t>
            </a:r>
            <a:endParaRPr/>
          </a:p>
          <a:p>
            <a:pPr indent="0" lvl="0" marL="0" rtl="0" algn="l">
              <a:spcBef>
                <a:spcPts val="0"/>
              </a:spcBef>
              <a:spcAft>
                <a:spcPts val="0"/>
              </a:spcAft>
              <a:buNone/>
            </a:pPr>
            <a:r>
              <a:rPr lang="en"/>
              <a:t>Around 5,000 projects and 5,000 comments affected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Root causes</a:t>
            </a:r>
            <a:endParaRPr/>
          </a:p>
          <a:p>
            <a:pPr indent="0" lvl="0" marL="0" rtl="0" algn="l">
              <a:spcBef>
                <a:spcPts val="0"/>
              </a:spcBef>
              <a:spcAft>
                <a:spcPts val="0"/>
              </a:spcAft>
              <a:buNone/>
            </a:pPr>
            <a:r>
              <a:rPr lang="en"/>
              <a:t>Human error during manual operations</a:t>
            </a:r>
            <a:endParaRPr/>
          </a:p>
          <a:p>
            <a:pPr indent="0" lvl="0" marL="0" rtl="0" algn="l">
              <a:spcBef>
                <a:spcPts val="0"/>
              </a:spcBef>
              <a:spcAft>
                <a:spcPts val="0"/>
              </a:spcAft>
              <a:buNone/>
            </a:pPr>
            <a:r>
              <a:rPr lang="en"/>
              <a:t>Insufficient safeguards against destructive commands</a:t>
            </a:r>
            <a:endParaRPr/>
          </a:p>
          <a:p>
            <a:pPr indent="0" lvl="0" marL="0" rtl="0" algn="l">
              <a:spcBef>
                <a:spcPts val="0"/>
              </a:spcBef>
              <a:spcAft>
                <a:spcPts val="0"/>
              </a:spcAft>
              <a:buNone/>
            </a:pPr>
            <a:r>
              <a:rPr lang="en"/>
              <a:t>Unreliable and untested backup procedures</a:t>
            </a:r>
            <a:endParaRPr/>
          </a:p>
          <a:p>
            <a:pPr indent="0" lvl="0" marL="0" rtl="0" algn="l">
              <a:spcBef>
                <a:spcPts val="0"/>
              </a:spcBef>
              <a:spcAft>
                <a:spcPts val="0"/>
              </a:spcAft>
              <a:buNone/>
            </a:pPr>
            <a:r>
              <a:rPr lang="en"/>
              <a:t>Lack of automated recovery validation</a:t>
            </a:r>
            <a:endParaRPr/>
          </a:p>
          <a:p>
            <a:pPr indent="0" lvl="0" marL="0" rtl="0" algn="l">
              <a:spcBef>
                <a:spcPts val="0"/>
              </a:spcBef>
              <a:spcAft>
                <a:spcPts val="0"/>
              </a:spcAft>
              <a:buNone/>
            </a:pPr>
            <a:r>
              <a:rPr lang="en"/>
              <a:t>Key lesson for automation:</a:t>
            </a:r>
            <a:endParaRPr/>
          </a:p>
          <a:p>
            <a:pPr indent="0" lvl="0" marL="0" rtl="0" algn="l">
              <a:spcBef>
                <a:spcPts val="0"/>
              </a:spcBef>
              <a:spcAft>
                <a:spcPts val="0"/>
              </a:spcAft>
              <a:buNone/>
            </a:pPr>
            <a:r>
              <a:rPr lang="en"/>
              <a:t>One wrong command caused the incident, but missing safeguards and unreliable backups turned it into a disaster.</a:t>
            </a:r>
            <a:endParaRPr/>
          </a:p>
          <a:p>
            <a:pPr indent="0" lvl="0" marL="0" rtl="0" algn="l">
              <a:spcBef>
                <a:spcPts val="0"/>
              </a:spcBef>
              <a:spcAft>
                <a:spcPts val="0"/>
              </a:spcAft>
              <a:buNone/>
            </a:pPr>
            <a:r>
              <a:rPr lang="en"/>
              <a:t>Official report: GitLab Incident Postmortem</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h6e037de506baa464_3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h6e037de506baa464_3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Merged supporting material:</a:t>
            </a:r>
            <a:endParaRPr/>
          </a:p>
          <a:p>
            <a:pPr indent="0" lvl="0" marL="0" rtl="0" algn="l">
              <a:spcBef>
                <a:spcPts val="0"/>
              </a:spcBef>
              <a:spcAft>
                <a:spcPts val="0"/>
              </a:spcAft>
              <a:buNone/>
            </a:pPr>
            <a:r>
              <a:rPr lang="en"/>
              <a:t>GitLab: 31 January 2017</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happened?</a:t>
            </a:r>
            <a:endParaRPr/>
          </a:p>
          <a:p>
            <a:pPr indent="0" lvl="0" marL="0" rtl="0" algn="l">
              <a:spcBef>
                <a:spcPts val="0"/>
              </a:spcBef>
              <a:spcAft>
                <a:spcPts val="0"/>
              </a:spcAft>
              <a:buNone/>
            </a:pPr>
            <a:r>
              <a:rPr lang="en"/>
              <a:t>GitLab experienced PostgreSQL database replication problems.</a:t>
            </a:r>
            <a:endParaRPr/>
          </a:p>
          <a:p>
            <a:pPr indent="0" lvl="0" marL="0" rtl="0" algn="l">
              <a:spcBef>
                <a:spcPts val="0"/>
              </a:spcBef>
              <a:spcAft>
                <a:spcPts val="0"/>
              </a:spcAft>
              <a:buNone/>
            </a:pPr>
            <a:r>
              <a:rPr lang="en"/>
              <a:t>An engineer attempted to fix the issue by removing data from a secondary database.</a:t>
            </a:r>
            <a:endParaRPr/>
          </a:p>
          <a:p>
            <a:pPr indent="0" lvl="0" marL="0" rtl="0" algn="l">
              <a:spcBef>
                <a:spcPts val="0"/>
              </a:spcBef>
              <a:spcAft>
                <a:spcPts val="0"/>
              </a:spcAft>
              <a:buNone/>
            </a:pPr>
            <a:r>
              <a:rPr lang="en"/>
              <a:t>By mistake, the engineer executed rm -rf on the primary production database.</a:t>
            </a:r>
            <a:endParaRPr/>
          </a:p>
          <a:p>
            <a:pPr indent="0" lvl="0" marL="0" rtl="0" algn="l">
              <a:spcBef>
                <a:spcPts val="0"/>
              </a:spcBef>
              <a:spcAft>
                <a:spcPts val="0"/>
              </a:spcAft>
              <a:buNone/>
            </a:pPr>
            <a:r>
              <a:rPr lang="en"/>
              <a:t>Approximately 300 GB of production data was deleted.</a:t>
            </a:r>
            <a:endParaRPr/>
          </a:p>
          <a:p>
            <a:pPr indent="0" lvl="0" marL="0" rtl="0" algn="l">
              <a:spcBef>
                <a:spcPts val="0"/>
              </a:spcBef>
              <a:spcAft>
                <a:spcPts val="0"/>
              </a:spcAft>
              <a:buNone/>
            </a:pPr>
            <a:r>
              <a:rPr lang="en"/>
              <a:t>Backup systems failed to provide a recent, reliable recovery point.</a:t>
            </a:r>
            <a:endParaRPr/>
          </a:p>
          <a:p>
            <a:pPr indent="0" lvl="0" marL="0" rtl="0" algn="l">
              <a:spcBef>
                <a:spcPts val="0"/>
              </a:spcBef>
              <a:spcAft>
                <a:spcPts val="0"/>
              </a:spcAft>
              <a:buNone/>
            </a:pPr>
            <a:r>
              <a:rPr lang="en"/>
              <a:t>Impact</a:t>
            </a:r>
            <a:endParaRPr/>
          </a:p>
          <a:p>
            <a:pPr indent="0" lvl="0" marL="0" rtl="0" algn="l">
              <a:spcBef>
                <a:spcPts val="0"/>
              </a:spcBef>
              <a:spcAft>
                <a:spcPts val="0"/>
              </a:spcAft>
              <a:buNone/>
            </a:pPr>
            <a:r>
              <a:rPr lang="en"/>
              <a:t>18 hours of service disruption</a:t>
            </a:r>
            <a:endParaRPr/>
          </a:p>
          <a:p>
            <a:pPr indent="0" lvl="0" marL="0" rtl="0" algn="l">
              <a:spcBef>
                <a:spcPts val="0"/>
              </a:spcBef>
              <a:spcAft>
                <a:spcPts val="0"/>
              </a:spcAft>
              <a:buNone/>
            </a:pPr>
            <a:r>
              <a:rPr lang="en"/>
              <a:t>Approximately 6 hours of data permanently lost</a:t>
            </a:r>
            <a:endParaRPr/>
          </a:p>
          <a:p>
            <a:pPr indent="0" lvl="0" marL="0" rtl="0" algn="l">
              <a:spcBef>
                <a:spcPts val="0"/>
              </a:spcBef>
              <a:spcAft>
                <a:spcPts val="0"/>
              </a:spcAft>
              <a:buNone/>
            </a:pPr>
            <a:r>
              <a:rPr lang="en"/>
              <a:t>Around 5,000 projects and 5,000 comments affected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Root causes</a:t>
            </a:r>
            <a:endParaRPr/>
          </a:p>
          <a:p>
            <a:pPr indent="0" lvl="0" marL="0" rtl="0" algn="l">
              <a:spcBef>
                <a:spcPts val="0"/>
              </a:spcBef>
              <a:spcAft>
                <a:spcPts val="0"/>
              </a:spcAft>
              <a:buNone/>
            </a:pPr>
            <a:r>
              <a:rPr lang="en"/>
              <a:t>Human error during manual operations</a:t>
            </a:r>
            <a:endParaRPr/>
          </a:p>
          <a:p>
            <a:pPr indent="0" lvl="0" marL="0" rtl="0" algn="l">
              <a:spcBef>
                <a:spcPts val="0"/>
              </a:spcBef>
              <a:spcAft>
                <a:spcPts val="0"/>
              </a:spcAft>
              <a:buNone/>
            </a:pPr>
            <a:r>
              <a:rPr lang="en"/>
              <a:t>Insufficient safeguards against destructive commands</a:t>
            </a:r>
            <a:endParaRPr/>
          </a:p>
          <a:p>
            <a:pPr indent="0" lvl="0" marL="0" rtl="0" algn="l">
              <a:spcBef>
                <a:spcPts val="0"/>
              </a:spcBef>
              <a:spcAft>
                <a:spcPts val="0"/>
              </a:spcAft>
              <a:buNone/>
            </a:pPr>
            <a:r>
              <a:rPr lang="en"/>
              <a:t>Unreliable and untested backup procedures</a:t>
            </a:r>
            <a:endParaRPr/>
          </a:p>
          <a:p>
            <a:pPr indent="0" lvl="0" marL="0" rtl="0" algn="l">
              <a:spcBef>
                <a:spcPts val="0"/>
              </a:spcBef>
              <a:spcAft>
                <a:spcPts val="0"/>
              </a:spcAft>
              <a:buNone/>
            </a:pPr>
            <a:r>
              <a:rPr lang="en"/>
              <a:t>Lack of automated recovery validation</a:t>
            </a:r>
            <a:endParaRPr/>
          </a:p>
          <a:p>
            <a:pPr indent="0" lvl="0" marL="0" rtl="0" algn="l">
              <a:spcBef>
                <a:spcPts val="0"/>
              </a:spcBef>
              <a:spcAft>
                <a:spcPts val="0"/>
              </a:spcAft>
              <a:buNone/>
            </a:pPr>
            <a:r>
              <a:rPr lang="en"/>
              <a:t>Key lesson for automation:</a:t>
            </a:r>
            <a:endParaRPr/>
          </a:p>
          <a:p>
            <a:pPr indent="0" lvl="0" marL="0" rtl="0" algn="l">
              <a:spcBef>
                <a:spcPts val="0"/>
              </a:spcBef>
              <a:spcAft>
                <a:spcPts val="0"/>
              </a:spcAft>
              <a:buNone/>
            </a:pPr>
            <a:r>
              <a:rPr lang="en"/>
              <a:t>One wrong command caused the incident, but missing safeguards and unreliable backups turned it into a disaster.</a:t>
            </a:r>
            <a:endParaRPr/>
          </a:p>
          <a:p>
            <a:pPr indent="0" lvl="0" marL="0" rtl="0" algn="l">
              <a:spcBef>
                <a:spcPts val="0"/>
              </a:spcBef>
              <a:spcAft>
                <a:spcPts val="0"/>
              </a:spcAft>
              <a:buNone/>
            </a:pPr>
            <a:r>
              <a:rPr lang="en"/>
              <a:t>Official report: GitLab Incident Postmortem</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2b8ca7a65105e933_2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h2b8ca7a65105e933_2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h2b8ca7a65105e933_27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h2b8ca7a65105e933_27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h2b8ca7a65105e933_27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h2b8ca7a65105e933_27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h39542a29e49d8b4a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h39542a29e49d8b4a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Merged supporting material:</a:t>
            </a:r>
            <a:endParaRPr/>
          </a:p>
          <a:p>
            <a:pPr indent="0" lvl="0" marL="0" rtl="0" algn="l">
              <a:spcBef>
                <a:spcPts val="0"/>
              </a:spcBef>
              <a:spcAft>
                <a:spcPts val="0"/>
              </a:spcAft>
              <a:buNone/>
            </a:pPr>
            <a:r>
              <a:rPr lang="en"/>
              <a:t>Knight Capital: 45 minutes of erroneous trading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7 OF 8 SERVERS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OLD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$460M LOSS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Automated trading amplified the deployment error.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reused flag activated obsolete Power Peg logic.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manual release missed one trading server.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Open with the story before introducing the topic. A technician missed one of eight servers during deployment. Legacy code responded to the new flag. The trading system rapidly built unwanted positions. The SEC reports a $460 million realized loss, while early reporting often used $440 million. Lesson: use verified deployment automation with risk limits. These are proposed controls, not proof that any one tool would have prevented the incident.</a:t>
            </a:r>
            <a:endParaRPr/>
          </a:p>
          <a:p>
            <a:pPr indent="0" lvl="0" marL="0" rtl="0" algn="l">
              <a:spcBef>
                <a:spcPts val="0"/>
              </a:spcBef>
              <a:spcAft>
                <a:spcPts val="0"/>
              </a:spcAft>
              <a:buNone/>
            </a:pPr>
            <a:r>
              <a:rPr lang="en"/>
              <a:t>Source: https://www.sec.gov/litigation/admin/2013/34-70694.pdf</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auto_definition: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تعریف: اجرای یک فرایند مشخص با کمترین تکرار دستی. همه اتومیشن‌ها زمان‌بندی‌شده نیستند. خروجی باید قابل سنجش باشد. پلی برای ذهنیت: قبل از انتخاب ابزار، فرایند و معیار موفقیت را روشن کنیم.</a:t>
            </a:r>
            <a:endParaRPr/>
          </a:p>
          <a:p>
            <a:pPr indent="0" lvl="0" marL="0" rtl="0" algn="l">
              <a:spcBef>
                <a:spcPts val="0"/>
              </a:spcBef>
              <a:spcAft>
                <a:spcPts val="0"/>
              </a:spcAft>
              <a:buNone/>
            </a:pPr>
            <a:r>
              <a:rPr lang="en"/>
              <a:t>Provisioning is one category of work that automation can perform. Creating a VM is provisioning. Installing a web server is configuration. A provisioner is a mechanism or tool that carries out setup. Bash can automate all of these, but it does not automatically provide desired-state management.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ackops_slide_3: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Ask students what failed in each story. Knight combined a manual deployment gap with rapid automated execution. GitLab combined a destructive manual action with broken backup automation. The common problem was missing controls around operations. Avoid claiming that automation alone guarantees safety.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h2b8ca7a65105e933_27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h2b8ca7a65105e933_27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h6e037de506baa464_34_81: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Ask students what failed in each story. Knight combined a manual deployment gap with rapid automated execution. GitLab combined a destructive manual action with broken backup automation. The common problem was missing controls around operations. Avoid claiming that automation alone guarantees safety.</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h6e037de506baa464_34_9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h6e037de506baa464_34_9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ackops_slide_6: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Merged supporting material:</a:t>
            </a:r>
            <a:endParaRPr/>
          </a:p>
          <a:p>
            <a:pPr indent="0" lvl="0" marL="0" rtl="0" algn="l">
              <a:spcBef>
                <a:spcPts val="0"/>
              </a:spcBef>
              <a:spcAft>
                <a:spcPts val="0"/>
              </a:spcAft>
              <a:buNone/>
            </a:pPr>
            <a:r>
              <a:rPr lang="en"/>
              <a:t>Machines </a:t>
            </a:r>
            <a:endParaRPr/>
          </a:p>
          <a:p>
            <a:pPr indent="0" lvl="0" marL="0" rtl="0" algn="l">
              <a:spcBef>
                <a:spcPts val="0"/>
              </a:spcBef>
              <a:spcAft>
                <a:spcPts val="0"/>
              </a:spcAft>
              <a:buNone/>
            </a:pPr>
            <a:r>
              <a:rPr lang="en"/>
              <a:t>changed </a:t>
            </a:r>
            <a:endParaRPr/>
          </a:p>
          <a:p>
            <a:pPr indent="0" lvl="0" marL="0" rtl="0" algn="l">
              <a:spcBef>
                <a:spcPts val="0"/>
              </a:spcBef>
              <a:spcAft>
                <a:spcPts val="0"/>
              </a:spcAft>
              <a:buNone/>
            </a:pPr>
            <a:r>
              <a:rPr lang="en"/>
              <a:t>human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Bridge from today's incidents to industrial history. Machines replaced or reduced particular manual tasks and changed the work people performed. Mechanization is machine-powered work. Automation adds control over execution. Human responsibility moves toward design, maintenance, and exception handling.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Steam-powered machinery helped reshape industrial production. Later factory control systems added feedback and automated sequencing. Software extended this idea to digital operations. This is a conceptual history, not a claim that each phase replaced the previous one.</a:t>
            </a:r>
            <a:endParaRPr/>
          </a:p>
          <a:p>
            <a:pPr indent="0" lvl="0" marL="0" rtl="0" algn="l">
              <a:spcBef>
                <a:spcPts val="0"/>
              </a:spcBef>
              <a:spcAft>
                <a:spcPts val="0"/>
              </a:spcAft>
              <a:buNone/>
            </a:pPr>
            <a:r>
              <a:rPr lang="en"/>
              <a:t>Source: https://blog.sciencemuseum.org.uk/steaming-through-the-centuries/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h2b8ca7a65105e933_27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h2b8ca7a65105e933_27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ackops_slide_8: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Show a short non-destructive example in a terminal: a script accepts an output directory, creates it, and writes a timestamp. Explain quoting variables and checking prerequisites. Scripts are procedural: they describe steps. Rerunning a script is safe only when its actions support it.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ackops_slide_9: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0 2 * * * /opt/ops/backup.sh runs at 02:00 in the scheduler's configured timezone. Cron answers when to run, not whether a backup is usable. Connect this directly to GitLab. Include locking for overlapping jobs and test restores separately.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ackops_slide_1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Continuous integration checks changes frequently. Continuous delivery keeps a change ready for release, often with approval. Continuous deployment automatically releases changes that pass checks. These tools can coexist with Bash and cron. They are not a strict historical replacement sequence. Example flow: commit, build, test, approval, deployment, health check.</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automation_only_changes: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سیاست این تیم: تغییر مستقیم دستی روی محیط مدیریت‌شده نداریم. انسان تغییر را پیشنهاد و review می‌کند، اما اجرای تغییر فقط از مسیر اتومیشن انجام می‌شود. تغییرات تنظیمات، deployment،provisioning و cleanup باید در همان مسیر قابل‌ردیابی باشند. این اسلاید دقیقاً بعد CI/CD قرار می‌گیرد.</a:t>
            </a:r>
            <a:endParaRPr/>
          </a:p>
          <a:p>
            <a:pPr indent="0" lvl="0" marL="0" rtl="0" algn="l">
              <a:spcBef>
                <a:spcPts val="0"/>
              </a:spcBef>
              <a:spcAft>
                <a:spcPts val="0"/>
              </a:spcAft>
              <a:buNone/>
            </a:pPr>
            <a:r>
              <a:rPr lang="en"/>
              <a:t>Ask students what failed in each story. Knight combined a manual deployment gap with rapid automated execution. GitLab combined a destructive manual action with broken backup automation. The common problem was missing controls around operations. Avoid claiming that automation alone guarantees safety.</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h39542a29e49d8b4a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h39542a29e49d8b4a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Merged supporting material:</a:t>
            </a:r>
            <a:endParaRPr/>
          </a:p>
          <a:p>
            <a:pPr indent="0" lvl="0" marL="0" rtl="0" algn="l">
              <a:spcBef>
                <a:spcPts val="0"/>
              </a:spcBef>
              <a:spcAft>
                <a:spcPts val="0"/>
              </a:spcAft>
              <a:buNone/>
            </a:pPr>
            <a:r>
              <a:rPr lang="en"/>
              <a:t>Automation and provisioning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AUTOMATION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PROVISIONING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CONFIGURATION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Configuration prepares a machine to run its workload.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Provisioning creates or allocates infrastructure.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Automation runs tasks with less manual repetition.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Provisioning is one category of work that automation can perform. Creating a VM is provisioning. Installing a web server is configuration. A provisioner is a mechanism or tool that carries out setup. Bash can automate all of these, but it does not automatically provide desired-state management.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automation_tools_ma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automation_tools_ma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دسته‌بندی بر اساس کاربرد اصلی است و دسته‌ها انحصاری نیستند. Foreman یک ابزار چرخه عمر است که provisioning،پارامترها و گزارش‌های configuration را هم پوشش می‌دهد. Katello مدیریت repository، content view و package/errata updates را اضافه می‌کند. اتومیشن چتر همه این‌هاست. لوگوها از Simple Icons و سایت رسمی Foreman دریافت شده‌اند.</a:t>
            </a:r>
            <a:endParaRPr/>
          </a:p>
          <a:p>
            <a:pPr indent="0" lvl="0" marL="0" rtl="0" algn="l">
              <a:spcBef>
                <a:spcPts val="0"/>
              </a:spcBef>
              <a:spcAft>
                <a:spcPts val="0"/>
              </a:spcAft>
              <a:buNone/>
            </a:pPr>
            <a:r>
              <a:rPr lang="en"/>
              <a:t>Sources: https://theforeman.org/ ; https://theforeman.org/plugins/katello/ ; https://simpleicons.org/</a:t>
            </a:r>
            <a:endParaRPr/>
          </a:p>
          <a:p>
            <a:pPr indent="0" lvl="0" marL="0" rtl="0" algn="l">
              <a:spcBef>
                <a:spcPts val="0"/>
              </a:spcBef>
              <a:spcAft>
                <a:spcPts val="0"/>
              </a:spcAft>
              <a:buNone/>
            </a:pPr>
            <a:r>
              <a:rPr lang="en"/>
              <a:t>Merged supporting material:</a:t>
            </a:r>
            <a:endParaRPr/>
          </a:p>
          <a:p>
            <a:pPr indent="0" lvl="0" marL="0" rtl="0" algn="l">
              <a:spcBef>
                <a:spcPts val="0"/>
              </a:spcBef>
              <a:spcAft>
                <a:spcPts val="0"/>
              </a:spcAft>
              <a:buNone/>
            </a:pPr>
            <a:r>
              <a:rPr lang="en"/>
              <a:t>Automation tools solve different problems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BASH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ANSIBLE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CI/CD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Pipelines check and deliver changes from Git.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Playbooks configure and maintain machines.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Scripts execute a sequence of commands.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این ترتیب یک مسیر یادگیری است، نه این ادعا که DevOps تاریخی فقط با Bash شروع شد. Bash، cron، Ansible، CI/CD، Terraform و n8n می‌توانند هم‌زمان استفاده شوند. Terraform زیرساخت می‌سازد؛ n8n زمان و رویداد را به فراخوانی API وصل می‌کند.</a:t>
            </a:r>
            <a:endParaRPr/>
          </a:p>
          <a:p>
            <a:pPr indent="0" lvl="0" marL="0" rtl="0" algn="l">
              <a:spcBef>
                <a:spcPts val="0"/>
              </a:spcBef>
              <a:spcAft>
                <a:spcPts val="0"/>
              </a:spcAft>
              <a:buNone/>
            </a:pPr>
            <a:r>
              <a:rPr lang="en"/>
              <a:t>Provisioning is one category of work that automation can perform. Creating a VM is provisioning. Installing a web server is configuration. A provisioner is a mechanism or tool that carries out setup. Bash can automate all of these, but it does not automatically provide desired-state management.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h39542a29e49d8b4a_0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h39542a29e49d8b4a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h39542a29e49d8b4a_0_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h39542a29e49d8b4a_0_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ackops_slide_13: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Merged supporting material:</a:t>
            </a:r>
            <a:endParaRPr/>
          </a:p>
          <a:p>
            <a:pPr indent="0" lvl="0" marL="0" rtl="0" algn="l">
              <a:spcBef>
                <a:spcPts val="0"/>
              </a:spcBef>
              <a:spcAft>
                <a:spcPts val="0"/>
              </a:spcAft>
              <a:buNone/>
            </a:pPr>
            <a:r>
              <a:rPr lang="en"/>
              <a:t>Infrastructure as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Describe infrastructure in versioned code.</a:t>
            </a:r>
            <a:endParaRPr/>
          </a:p>
          <a:p>
            <a:pPr indent="0" lvl="0" marL="0" rtl="0" algn="l">
              <a:spcBef>
                <a:spcPts val="0"/>
              </a:spcBef>
              <a:spcAft>
                <a:spcPts val="0"/>
              </a:spcAft>
              <a:buNone/>
            </a:pPr>
            <a:r>
              <a:rPr lang="en"/>
              <a:t>Review the plan before creating or changing resources.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Desired-state tools calculate changes from configuration and observed resources. State must be protected and shared safely for team use. A plan can include creations, updates, or deletions. IaC does not guarantee identical runtime behavior when images, external dependencies, or configuration change.</a:t>
            </a:r>
            <a:endParaRPr/>
          </a:p>
          <a:p>
            <a:pPr indent="0" lvl="0" marL="0" rtl="0" algn="l">
              <a:spcBef>
                <a:spcPts val="0"/>
              </a:spcBef>
              <a:spcAft>
                <a:spcPts val="0"/>
              </a:spcAft>
              <a:buNone/>
            </a:pPr>
            <a:r>
              <a:rPr lang="en"/>
              <a:t>Source: https://developer.hashicorp.com/terraform/cli/commands/plan</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ackops_slide_1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Clarify the similar words. An Arvan provider uses the cloud API. An arvan_iaas_abrak resource describes the VM. Terraform provisioners such as remote-exec or local-exec perform imperative steps. HashiCorp recommends exhausting alternatives such as machine images and configuration management because Terraform cannot predictably model provisioner behavior. Prefer cloud initialization or images when supported.</a:t>
            </a:r>
            <a:endParaRPr/>
          </a:p>
          <a:p>
            <a:pPr indent="0" lvl="0" marL="0" rtl="0" algn="l">
              <a:spcBef>
                <a:spcPts val="0"/>
              </a:spcBef>
              <a:spcAft>
                <a:spcPts val="0"/>
              </a:spcAft>
              <a:buNone/>
            </a:pPr>
            <a:r>
              <a:rPr lang="en"/>
              <a:t>Source: https://developer.hashicorp.com/terraform/language/provisioners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ackops_slide_1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workflow: pull request, validation, plan, policy check, approval, apply, verification. Store state securely, serialize writes, and detect drift. Keep credentials outside the repository. A plan is a proposed action, not a complete safety guarantee.</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h39542a29e49d8b4a_0_10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h39542a29e49d8b4a_0_10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Security depends on your deployment configuration; self-hosting alone does not guarantee security. Prepare, test and authenticate the API connection before the presentation.</a:t>
            </a:r>
            <a:endParaRPr/>
          </a:p>
          <a:p>
            <a:pPr indent="0" lvl="0" marL="0" rtl="0" algn="l">
              <a:spcBef>
                <a:spcPts val="0"/>
              </a:spcBef>
              <a:spcAft>
                <a:spcPts val="0"/>
              </a:spcAft>
              <a:buNone/>
            </a:pPr>
            <a:r>
              <a:rPr lang="en"/>
              <a:t>Sources: https://docs.n8n.io/integrations/builtin/core-nodes/n8n-nodes-base.httprequest/</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n8n_demo_setup: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هدف دمو: orchestration چرخه عمر لابراتوار، نه صرفاً خاموش کردن ماشین. زمان چهار ساعت ۱۳ تا ۱۷ از پایان ساعت۱۷ و طول جلسه۴ساعت استنباط شده. workflow timezone را Asia/Tehran تنظیم کن. Schedule Trigger را پس از تست ذخیره و publish کن. ابتدا Manual Trigger و ورودی mock استفاده شود؛ بدون حساب آماده ادعای اجرای زنده نکن.</a:t>
            </a:r>
            <a:endParaRPr/>
          </a:p>
          <a:p>
            <a:pPr indent="0" lvl="0" marL="0" rtl="0" algn="l">
              <a:spcBef>
                <a:spcPts val="0"/>
              </a:spcBef>
              <a:spcAft>
                <a:spcPts val="0"/>
              </a:spcAft>
              <a:buNone/>
            </a:pPr>
            <a:r>
              <a:rPr lang="en"/>
              <a:t>Source: https://docs.n8n.io/integrations/builtin/core-nodes/n8n-nodes-base.scheduletrigger/</a:t>
            </a:r>
            <a:endParaRPr/>
          </a:p>
          <a:p>
            <a:pPr indent="0" lvl="0" marL="0" rtl="0" algn="l">
              <a:spcBef>
                <a:spcPts val="0"/>
              </a:spcBef>
              <a:spcAft>
                <a:spcPts val="0"/>
              </a:spcAft>
              <a:buNone/>
            </a:pPr>
            <a:r>
              <a:rPr lang="en"/>
              <a:t>Provisioning is one category of work that automation can perform. Creating a VM is provisioning. Installing a web server is configuration. A provisioner is a mechanism or tool that carries out setup. Bash can automate all of these, but it does not automatically provide desired-state management.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n8n_create_flow: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n8n_create_flow: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در canvas: Schedule Trigger، Edit Fields، IF، HTTP Request، سپس بررسی وضعیت. مسیر False از IF به گزارش عدم اجرا می‌رود. ورودی شامل course_id، approved region، size و یک resource count است. قبل ساخت، VM دوره را جست‌وجو کن؛ اگر همان VM وجود دارد دوباره نساز. credential در تنظیمات محرمانه node باشد. endpoint و payload را از API فعلی حساب تأیید کن؛ در این deck endpoint حدس زده نشده است.</a:t>
            </a:r>
            <a:endParaRPr/>
          </a:p>
          <a:p>
            <a:pPr indent="0" lvl="0" marL="0" rtl="0" algn="l">
              <a:spcBef>
                <a:spcPts val="0"/>
              </a:spcBef>
              <a:spcAft>
                <a:spcPts val="0"/>
              </a:spcAft>
              <a:buNone/>
            </a:pPr>
            <a:r>
              <a:rPr lang="en"/>
              <a:t>Sources: https://docs.n8n.io/integrations/builtin/core-nodes/n8n-nodes-base.scheduletrigger/</a:t>
            </a:r>
            <a:endParaRPr/>
          </a:p>
          <a:p>
            <a:pPr indent="0" lvl="0" marL="0" rtl="0" algn="l">
              <a:spcBef>
                <a:spcPts val="0"/>
              </a:spcBef>
              <a:spcAft>
                <a:spcPts val="0"/>
              </a:spcAft>
              <a:buNone/>
            </a:pPr>
            <a:r>
              <a:rPr lang="en"/>
              <a:t>https://docs.n8n.io/integrations/builtin/core-nodes/n8n-nodes-base.httprequest/</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n8n_release_flow: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n8n_release_flow: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Workflow دوم ساعت۱۷ فقط منابع همان کلاس را هدف می‌گیرد. Guardrail باید شناسه و محیط را بررسی کند. خروجی یا داده دانشجو قبل release ذخیره شود؛ اگر داده تأیید نشده، متوقف و به مسئول گزارش شود. Stop منابع را رزرو نگه می‌دارد. Terminate هزینه دیسک و IP را باقی می‌گذارد. حذف یا آزادسازی دقیق باید با API و طرح فعلی حساب آزمایش شود. این نمودار صرفاً دمو و طرح اجراست و هیچ منبع واقعی را حذف نمی‌کند.</a:t>
            </a:r>
            <a:endParaRPr/>
          </a:p>
          <a:p>
            <a:pPr indent="0" lvl="0" marL="0" rtl="0" algn="l">
              <a:spcBef>
                <a:spcPts val="0"/>
              </a:spcBef>
              <a:spcAft>
                <a:spcPts val="0"/>
              </a:spcAft>
              <a:buNone/>
            </a:pPr>
            <a:r>
              <a:rPr lang="en"/>
              <a:t>Sources: https://www.arvancloud.ir/fa/pricing/cloud-server</a:t>
            </a:r>
            <a:endParaRPr/>
          </a:p>
          <a:p>
            <a:pPr indent="0" lvl="0" marL="0" rtl="0" algn="l">
              <a:spcBef>
                <a:spcPts val="0"/>
              </a:spcBef>
              <a:spcAft>
                <a:spcPts val="0"/>
              </a:spcAft>
              <a:buNone/>
            </a:pPr>
            <a:r>
              <a:rPr lang="en"/>
              <a:t>https://docs.n8n.io/integrations/builtin/core-nodes/n8n-nodes-base.httprequest/</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n8n_demo_test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n8n_demo_test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دمو پیشنهادی ۱۰ تا ۱۲ دقیقه: ابتدا workflow را دستی اجرا کن و خروجی proposed operation را نشان بده. dry_run=true در IF باید مسیر نوشتن را مسدود کند؛ آن را صرفاً در HTTP header نگذار. خروجی mock را با متن simulated مشخص کن. مورد production باید رد شود. rerun باید تعداد VM را زیاد نکند. پاسخ خطای API باید به شاخه failure برسد. سپس تنها در حساب آزمایش‌شده عملیات واقعی تأییدشده را اجرا کن. نشان‌دادن مسیر خطا از صرف موفقیت مهم‌تر است.</a:t>
            </a:r>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course_weekly_schedule: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course_weekly_schedule: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برنامه نمونه هر پنجشنبه و جمعه ساعت ۱۳ تا ۱۷ به وقت محلی است. ساعت شروع ۱۳ از چهار ساعت کلاس و پایان ۱۷ استنباط شده است. ۲۱ هفته × ۸ ساعت = ۱۶۸ ساعت. جلسه پایانی دوساعته در پنجشنبه هفته ۲۲ انجام می‌شود. بدون تاریخ شروع نمی‌توان تاریخ تقویمی پایان را تعیین کرد. پنج ماه یک فرض برآوردی برای اجاره است. اگر جلسه آخر هم چهار ساعت رزرو شود، ۱۷۲ ساعت VM × ۱۸٬۹۶۴ = ۳٬۲۶۱٬۸۰۸ تومان، قبل از هزینه‌های جانبی.</a:t>
            </a:r>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h39542a29e49d8b4a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h39542a29e49d8b4a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Merged supporting material:</a:t>
            </a:r>
            <a:endParaRPr/>
          </a:p>
          <a:p>
            <a:pPr indent="0" lvl="0" marL="0" rtl="0" algn="l">
              <a:spcBef>
                <a:spcPts val="0"/>
              </a:spcBef>
              <a:spcAft>
                <a:spcPts val="0"/>
              </a:spcAft>
              <a:buNone/>
            </a:pPr>
            <a:r>
              <a:rPr lang="en"/>
              <a:t>How the workflow reduces lab costs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CLASS HOURS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RESOURCE LIFETIME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BILLING CHECK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Compare the bill with runtime and retained resources.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Release resources that the class no longer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Provision for the scheduled teaching window.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بین دمو و جدول هزینه پل بزن: خود n8n نرخ سرور را کم نمی‌کند. فرایندی اجرا می‌کند که طول عمر منابع را با نیاز کلاس هماهنگ می‌کند. حدود۱۷۰ساعت کلاس در۲۲هفته انجام می‌شود. اختلاف مالی پایه با فرض۵دوره اجاره محاسبه شده است؛ مبلغ واقعی شامل دیسک،IP،ترافیک،زمان آماده‌سازی، ابزار orchestration و هرمنبع نگه‌داری‌شده می‌شود.</a:t>
            </a:r>
            <a:endParaRPr/>
          </a:p>
          <a:p>
            <a:pPr indent="0" lvl="0" marL="0" rtl="0" algn="l">
              <a:spcBef>
                <a:spcPts val="0"/>
              </a:spcBef>
              <a:spcAft>
                <a:spcPts val="0"/>
              </a:spcAft>
              <a:buNone/>
            </a:pPr>
            <a:r>
              <a:rPr lang="en"/>
              <a:t>Provisioning is one category of work that automation can perform. Creating a VM is provisioning. Installing a web server is configuration. A provisioner is a mechanism or tool that carries out setup. Bash can automate all of these, but it does not automatically provide desired-state management.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برای دوره ۱۷۰ ساعته، با هفته‌ای ۸ ساعت، ۲۱ هفته کامل و یک جلسه دوساعته در هفته ۲۲ لازم است. اگر همه جلسات چهار ساعته باشند، زمان رزرو VM برابر ۱۷۲ ساعت می‌شود. مثال مالی با فرض پنج دوره صورتحساب ماهانه برای ددیکیت است؛ تعداد واقعی صورتحساب به تاریخ شروع و پایان و قرارداد اجاره بستگی دارد. نرخ‌های مالی را کاربر داده است؛ نرخ ضمنی VM برابر ۱۸٬۹۶۴ تومان در ساعت است. ۵×۱۲٬۸۴۰٬۰۰۰ = ۶۴٬۲۰۰٬۰۰۰ تومان. ۱۷۰×۱۸٬۹۶۴ = ۳٬۲۲۳٬۸۸۰ تومان. اختلاف پایه ۶۰٬۹۷۶٬۱۲۰ تومان، برابر ۹۴٫۹۸٪ است. این صرفه‌جویی قبل از اضافه کردن هزینه‌های نگه‌داری منابع، IP، دیسک، ترافیک یا زمان آماده‌سازی است و هزینه نهایی سناریوی Stop نیست.</a:t>
            </a:r>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course_lab_lifecycle: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course_lab_lifecycle: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طبق پرسش‌های رایج رسمی آروان، Stop همه منابع انتخابی را رزرو و صورتحساب آنها را ادامه می‌دهد. Terminate هزینه دیسک و IP را باقی می‌گذارد. برای نزدیک شدن به هزینه ساعات لابراتوار، قبل کلاس محیط را با IaC ایجاد کنید و پس از ذخیره خروجی و داده دانشجویان، منابعی را که نیاز ندارید آزاد کنید. این اسلاید صرفاً توضیح جریان کار است و هیچ منبع واقعی را حذف نمی‌کند. مبلغ دقیق هزینه‌های باقی‌مانده به انتخاب منابع و طرح حساب وابسته است.</a:t>
            </a:r>
            <a:endParaRPr/>
          </a:p>
          <a:p>
            <a:pPr indent="0" lvl="0" marL="0" rtl="0" algn="l">
              <a:spcBef>
                <a:spcPts val="0"/>
              </a:spcBef>
              <a:spcAft>
                <a:spcPts val="0"/>
              </a:spcAft>
              <a:buNone/>
            </a:pPr>
            <a:r>
              <a:rPr lang="en"/>
              <a:t>Source: https://www.arvancloud.ir/fa/pricing/cloud-server</a:t>
            </a:r>
            <a:endParaRPr/>
          </a:p>
          <a:p>
            <a:pPr indent="0" lvl="0" marL="0" rtl="0" algn="l">
              <a:spcBef>
                <a:spcPts val="0"/>
              </a:spcBef>
              <a:spcAft>
                <a:spcPts val="0"/>
              </a:spcAft>
              <a:buNone/>
            </a:pPr>
            <a:r>
              <a:rPr lang="en"/>
              <a:t>Checked: 14 October 2026</a:t>
            </a:r>
            <a:endParaRPr/>
          </a:p>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ackops_slide_16: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Merged supporting material:</a:t>
            </a:r>
            <a:endParaRPr/>
          </a:p>
          <a:p>
            <a:pPr indent="0" lvl="0" marL="0" rtl="0" algn="l">
              <a:spcBef>
                <a:spcPts val="0"/>
              </a:spcBef>
              <a:spcAft>
                <a:spcPts val="0"/>
              </a:spcAft>
              <a:buNone/>
            </a:pPr>
            <a:r>
              <a:rPr lang="en"/>
              <a:t>Live demo:</a:t>
            </a:r>
            <a:endParaRPr/>
          </a:p>
          <a:p>
            <a:pPr indent="0" lvl="0" marL="0" rtl="0" algn="l">
              <a:spcBef>
                <a:spcPts val="0"/>
              </a:spcBef>
              <a:spcAft>
                <a:spcPts val="0"/>
              </a:spcAft>
              <a:buNone/>
            </a:pPr>
            <a:r>
              <a:rPr lang="en"/>
              <a:t>An ArvanCloud VM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Switch to the prepared lab directory. The goal is one Abrak VM in a student sandbox. This presentation does not create cloud resources. Run the lab only using your own authorized account and budget.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the published arvancloud/arvan provider pinned to 0.6.4 for the accompanying teaching example. The repository is archived. Check current API compatibility and available region, size, and image identifiers before demonstrating. Supply the API key through a private environment variable. Do not project credentials or use production state.</a:t>
            </a:r>
            <a:endParaRPr/>
          </a:p>
          <a:p>
            <a:pPr indent="0" lvl="0" marL="0" rtl="0" algn="l">
              <a:spcBef>
                <a:spcPts val="0"/>
              </a:spcBef>
              <a:spcAft>
                <a:spcPts val="0"/>
              </a:spcAft>
              <a:buNone/>
            </a:pPr>
            <a:r>
              <a:rPr lang="en"/>
              <a:t>Sources: https://registry.terraform.io/providers/arvancloud/arvan/latest/docs</a:t>
            </a:r>
            <a:endParaRPr/>
          </a:p>
          <a:p>
            <a:pPr indent="0" lvl="0" marL="0" rtl="0" algn="l">
              <a:spcBef>
                <a:spcPts val="0"/>
              </a:spcBef>
              <a:spcAft>
                <a:spcPts val="0"/>
              </a:spcAft>
              <a:buNone/>
            </a:pPr>
            <a:r>
              <a:rPr lang="en"/>
              <a:t>https://github.com/arvancloud/terraform-provider-arvan</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h2b8ca7a65105e933_27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h2b8ca7a65105e933_27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uardrail_rules: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گاردریل باید قبل فراخوانی API enforce شود. منابع production ممنوع، حداکثر۱VM، region و size از allowlist، ساعت ومالک مشخص. اگر حساب به credentials حساس دسترسی دارد، آن را در canvas یا log به نمایش نگذار. قواعد را بیرون از اختیار AI agent enforce کن. تست نشان می‌دهد رفتار درست است؛ گاردریل جلوی رفتار خارج از سیاست را می‌گیرد.</a:t>
            </a:r>
            <a:endParaRPr/>
          </a:p>
          <a:p>
            <a:pPr indent="0" lvl="0" marL="0" rtl="0" algn="l">
              <a:spcBef>
                <a:spcPts val="0"/>
              </a:spcBef>
              <a:spcAft>
                <a:spcPts val="0"/>
              </a:spcAft>
              <a:buNone/>
            </a:pPr>
            <a:r>
              <a:rPr lang="en"/>
              <a:t>Provisioning is one category of work that automation can perform. Creating a VM is provisioning. Installing a web server is configuration. A provisioner is a mechanism or tool that carries out setup. Bash can automate all of these, but it does not automatically provide desired-state management.</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automation_recovery: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Error workflow در n8n از Error Trigger شروع می‌شود و می‌تواند اطلاعات اجرای شکست‌خورده را به مسیر هشدار ببرد. retry کور برای عملیات ساخت VM ممکن است منابع تکراری بسازد؛ اول وضعیت مقصد بررسی شود. timeout،rate limit،credentials expired،missed schedule و failure بعد create را در rehearsal ببین. snapshot یا rollback هم باید قبلاً آزموده شود.</a:t>
            </a:r>
            <a:endParaRPr/>
          </a:p>
          <a:p>
            <a:pPr indent="0" lvl="0" marL="0" rtl="0" algn="l">
              <a:spcBef>
                <a:spcPts val="0"/>
              </a:spcBef>
              <a:spcAft>
                <a:spcPts val="0"/>
              </a:spcAft>
              <a:buNone/>
            </a:pPr>
            <a:r>
              <a:rPr lang="en"/>
              <a:t>Source: https://docs.n8n.io/flow-logic/error-handling/</a:t>
            </a:r>
            <a:endParaRPr/>
          </a:p>
          <a:p>
            <a:pPr indent="0" lvl="0" marL="0" rtl="0" algn="l">
              <a:spcBef>
                <a:spcPts val="0"/>
              </a:spcBef>
              <a:spcAft>
                <a:spcPts val="0"/>
              </a:spcAft>
              <a:buNone/>
            </a:pPr>
            <a:r>
              <a:rPr lang="en"/>
              <a:t>Provisioning is one category of work that automation can perform. Creating a VM is provisioning. Installing a web server is configuration. A provisioner is a mechanism or tool that carries out setup. Bash can automate all of these, but it does not automatically provide desired-state management.</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ackops_slide_2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Introduce a future direction: agents can translate intent into proposed infrastructure changes. Present this as a workflow design, not a prediction that all teams should grant agents autonomous cloud access.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ackops_slide_21: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Suggested architecture: intent, agent-generated pull request, validation and plan, independent policy enforcement, human approval, restricted executor, verification and audit log. Keep secret access and enforcement outside the agent's discretion. Reject public administrative ports, production deletion, oversized instances, and unexpected resource counts. Stop on failed checks or uncertain results. Log changes and prepare recovery.</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h6e037de506baa464_34_1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Suggested architecture: intent, agent-generated pull request, validation and plan, independent policy enforcement, human approval, restricted executor, verification and audit log. Keep secret access and enforcement outside the agent's discretion. Reject public administrative ports, production deletion, oversized instances, and unexpected resource counts. Stop on failed checks or uncertain results. Log changes and prepare recovery.</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packops_slide_2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Close the loop with the opening stories: verify deployment consistency, monitor jobs, test recovery, and review infrastructure changes. Ask students: which guardrail would have caught each failure, and where would you enforce it in the ArvanCloud workflow?</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h6e037de506baa464_34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2" name="Google Shape;1052;h6e037de506baa464_34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2429" y="-12872"/>
            <a:ext cx="9139139" cy="5143499"/>
          </a:xfrm>
          <a:prstGeom prst="rect">
            <a:avLst/>
          </a:prstGeom>
          <a:noFill/>
          <a:ln>
            <a:noFill/>
          </a:ln>
        </p:spPr>
      </p:pic>
      <p:sp>
        <p:nvSpPr>
          <p:cNvPr id="11" name="Google Shape;11;p2"/>
          <p:cNvSpPr txBox="1"/>
          <p:nvPr>
            <p:ph type="ctrTitle"/>
          </p:nvPr>
        </p:nvSpPr>
        <p:spPr>
          <a:xfrm>
            <a:off x="172400" y="837125"/>
            <a:ext cx="7694700" cy="13458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4200"/>
              <a:buFont typeface="Outfit Black"/>
              <a:buNone/>
              <a:defRPr b="0" sz="4200">
                <a:solidFill>
                  <a:schemeClr val="lt1"/>
                </a:solidFill>
                <a:latin typeface="Outfit Black"/>
                <a:ea typeface="Outfit Black"/>
                <a:cs typeface="Outfit Black"/>
                <a:sym typeface="Outfit Black"/>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172400" y="1686200"/>
            <a:ext cx="4003200" cy="1022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2100"/>
              <a:buFont typeface="Outfit Medium"/>
              <a:buNone/>
              <a:defRPr sz="2100">
                <a:solidFill>
                  <a:schemeClr val="lt2"/>
                </a:solidFill>
                <a:latin typeface="Outfit Medium"/>
                <a:ea typeface="Outfit Medium"/>
                <a:cs typeface="Outfit Medium"/>
                <a:sym typeface="Outfit Medium"/>
              </a:defRPr>
            </a:lvl1pPr>
            <a:lvl2pPr lvl="1" algn="ctr">
              <a:lnSpc>
                <a:spcPct val="100000"/>
              </a:lnSpc>
              <a:spcBef>
                <a:spcPts val="0"/>
              </a:spcBef>
              <a:spcAft>
                <a:spcPts val="0"/>
              </a:spcAft>
              <a:buClr>
                <a:schemeClr val="lt2"/>
              </a:buClr>
              <a:buSzPts val="2800"/>
              <a:buNone/>
              <a:defRPr sz="2800">
                <a:solidFill>
                  <a:schemeClr val="lt2"/>
                </a:solidFill>
              </a:defRPr>
            </a:lvl2pPr>
            <a:lvl3pPr lvl="2" algn="ctr">
              <a:lnSpc>
                <a:spcPct val="100000"/>
              </a:lnSpc>
              <a:spcBef>
                <a:spcPts val="0"/>
              </a:spcBef>
              <a:spcAft>
                <a:spcPts val="0"/>
              </a:spcAft>
              <a:buClr>
                <a:schemeClr val="lt2"/>
              </a:buClr>
              <a:buSzPts val="2800"/>
              <a:buNone/>
              <a:defRPr sz="2800">
                <a:solidFill>
                  <a:schemeClr val="lt2"/>
                </a:solidFill>
              </a:defRPr>
            </a:lvl3pPr>
            <a:lvl4pPr lvl="3" algn="ctr">
              <a:lnSpc>
                <a:spcPct val="100000"/>
              </a:lnSpc>
              <a:spcBef>
                <a:spcPts val="0"/>
              </a:spcBef>
              <a:spcAft>
                <a:spcPts val="0"/>
              </a:spcAft>
              <a:buClr>
                <a:schemeClr val="lt2"/>
              </a:buClr>
              <a:buSzPts val="2800"/>
              <a:buNone/>
              <a:defRPr sz="2800">
                <a:solidFill>
                  <a:schemeClr val="lt2"/>
                </a:solidFill>
              </a:defRPr>
            </a:lvl4pPr>
            <a:lvl5pPr lvl="4" algn="ctr">
              <a:lnSpc>
                <a:spcPct val="100000"/>
              </a:lnSpc>
              <a:spcBef>
                <a:spcPts val="0"/>
              </a:spcBef>
              <a:spcAft>
                <a:spcPts val="0"/>
              </a:spcAft>
              <a:buClr>
                <a:schemeClr val="lt2"/>
              </a:buClr>
              <a:buSzPts val="2800"/>
              <a:buNone/>
              <a:defRPr sz="2800">
                <a:solidFill>
                  <a:schemeClr val="lt2"/>
                </a:solidFill>
              </a:defRPr>
            </a:lvl5pPr>
            <a:lvl6pPr lvl="5" algn="ctr">
              <a:lnSpc>
                <a:spcPct val="100000"/>
              </a:lnSpc>
              <a:spcBef>
                <a:spcPts val="0"/>
              </a:spcBef>
              <a:spcAft>
                <a:spcPts val="0"/>
              </a:spcAft>
              <a:buClr>
                <a:schemeClr val="lt2"/>
              </a:buClr>
              <a:buSzPts val="2800"/>
              <a:buNone/>
              <a:defRPr sz="2800">
                <a:solidFill>
                  <a:schemeClr val="lt2"/>
                </a:solidFill>
              </a:defRPr>
            </a:lvl6pPr>
            <a:lvl7pPr lvl="6" algn="ctr">
              <a:lnSpc>
                <a:spcPct val="100000"/>
              </a:lnSpc>
              <a:spcBef>
                <a:spcPts val="0"/>
              </a:spcBef>
              <a:spcAft>
                <a:spcPts val="0"/>
              </a:spcAft>
              <a:buClr>
                <a:schemeClr val="lt2"/>
              </a:buClr>
              <a:buSzPts val="2800"/>
              <a:buNone/>
              <a:defRPr sz="2800">
                <a:solidFill>
                  <a:schemeClr val="lt2"/>
                </a:solidFill>
              </a:defRPr>
            </a:lvl7pPr>
            <a:lvl8pPr lvl="7" algn="ctr">
              <a:lnSpc>
                <a:spcPct val="100000"/>
              </a:lnSpc>
              <a:spcBef>
                <a:spcPts val="0"/>
              </a:spcBef>
              <a:spcAft>
                <a:spcPts val="0"/>
              </a:spcAft>
              <a:buClr>
                <a:schemeClr val="lt2"/>
              </a:buClr>
              <a:buSzPts val="2800"/>
              <a:buNone/>
              <a:defRPr sz="2800">
                <a:solidFill>
                  <a:schemeClr val="lt2"/>
                </a:solidFill>
              </a:defRPr>
            </a:lvl8pPr>
            <a:lvl9pPr lvl="8" algn="ctr">
              <a:lnSpc>
                <a:spcPct val="100000"/>
              </a:lnSpc>
              <a:spcBef>
                <a:spcPts val="0"/>
              </a:spcBef>
              <a:spcAft>
                <a:spcPts val="0"/>
              </a:spcAft>
              <a:buClr>
                <a:schemeClr val="lt2"/>
              </a:buClr>
              <a:buSzPts val="2800"/>
              <a:buNone/>
              <a:defRPr sz="28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14" name="Google Shape;14;p2"/>
          <p:cNvGrpSpPr/>
          <p:nvPr/>
        </p:nvGrpSpPr>
        <p:grpSpPr>
          <a:xfrm>
            <a:off x="172400" y="105650"/>
            <a:ext cx="3597900" cy="677100"/>
            <a:chOff x="311700" y="119675"/>
            <a:chExt cx="3597900" cy="677100"/>
          </a:xfrm>
        </p:grpSpPr>
        <p:sp>
          <p:nvSpPr>
            <p:cNvPr id="15" name="Google Shape;15;p2"/>
            <p:cNvSpPr txBox="1"/>
            <p:nvPr/>
          </p:nvSpPr>
          <p:spPr>
            <a:xfrm>
              <a:off x="311700" y="119675"/>
              <a:ext cx="3597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200">
                  <a:solidFill>
                    <a:schemeClr val="lt1"/>
                  </a:solidFill>
                  <a:latin typeface="Outfit Black"/>
                  <a:ea typeface="Outfit Black"/>
                  <a:cs typeface="Outfit Black"/>
                  <a:sym typeface="Outfit Black"/>
                </a:rPr>
                <a:t>Linux Fest</a:t>
              </a:r>
              <a:endParaRPr sz="3200">
                <a:solidFill>
                  <a:schemeClr val="lt1"/>
                </a:solidFill>
                <a:latin typeface="Outfit Black"/>
                <a:ea typeface="Outfit Black"/>
                <a:cs typeface="Outfit Black"/>
                <a:sym typeface="Outfit Black"/>
              </a:endParaRPr>
            </a:p>
          </p:txBody>
        </p:sp>
        <p:cxnSp>
          <p:nvCxnSpPr>
            <p:cNvPr id="16" name="Google Shape;16;p2"/>
            <p:cNvCxnSpPr/>
            <p:nvPr/>
          </p:nvCxnSpPr>
          <p:spPr>
            <a:xfrm>
              <a:off x="388375" y="665525"/>
              <a:ext cx="1995000" cy="4800"/>
            </a:xfrm>
            <a:prstGeom prst="straightConnector1">
              <a:avLst/>
            </a:prstGeom>
            <a:noFill/>
            <a:ln cap="flat" cmpd="sng" w="38100">
              <a:solidFill>
                <a:schemeClr val="accent4"/>
              </a:solidFill>
              <a:prstDash val="solid"/>
              <a:round/>
              <a:headEnd len="med" w="med" type="none"/>
              <a:tailEnd len="med" w="med" type="none"/>
            </a:ln>
          </p:spPr>
        </p:cxnSp>
        <p:sp>
          <p:nvSpPr>
            <p:cNvPr id="17" name="Google Shape;17;p2"/>
            <p:cNvSpPr txBox="1"/>
            <p:nvPr/>
          </p:nvSpPr>
          <p:spPr>
            <a:xfrm>
              <a:off x="2338075" y="470306"/>
              <a:ext cx="756900" cy="28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accent4"/>
                  </a:solidFill>
                  <a:latin typeface="Alexandria Black"/>
                  <a:ea typeface="Alexandria Black"/>
                  <a:cs typeface="Alexandria Black"/>
                  <a:sym typeface="Alexandria Black"/>
                </a:rPr>
                <a:t>2026</a:t>
              </a:r>
              <a:endParaRPr sz="1200">
                <a:solidFill>
                  <a:schemeClr val="accent4"/>
                </a:solidFill>
                <a:latin typeface="Alexandria Black"/>
                <a:ea typeface="Alexandria Black"/>
                <a:cs typeface="Alexandria Black"/>
                <a:sym typeface="Alexandria Black"/>
              </a:endParaRPr>
            </a:p>
          </p:txBody>
        </p:sp>
      </p:grpSp>
      <p:pic>
        <p:nvPicPr>
          <p:cNvPr id="18" name="Google Shape;18;p2" title="image (10).png"/>
          <p:cNvPicPr preferRelativeResize="0"/>
          <p:nvPr/>
        </p:nvPicPr>
        <p:blipFill>
          <a:blip r:embed="rId3">
            <a:alphaModFix/>
          </a:blip>
          <a:stretch>
            <a:fillRect/>
          </a:stretch>
        </p:blipFill>
        <p:spPr>
          <a:xfrm>
            <a:off x="8414770" y="133963"/>
            <a:ext cx="606379" cy="728918"/>
          </a:xfrm>
          <a:prstGeom prst="rect">
            <a:avLst/>
          </a:prstGeom>
          <a:noFill/>
          <a:ln>
            <a:noFill/>
          </a:ln>
        </p:spPr>
      </p:pic>
      <p:pic>
        <p:nvPicPr>
          <p:cNvPr id="19" name="Google Shape;19;p2" title="نشانه تکرنگ سفید (1).png"/>
          <p:cNvPicPr preferRelativeResize="0"/>
          <p:nvPr/>
        </p:nvPicPr>
        <p:blipFill rotWithShape="1">
          <a:blip r:embed="rId4">
            <a:alphaModFix/>
          </a:blip>
          <a:srcRect b="14986" l="11067" r="54658" t="21835"/>
          <a:stretch/>
        </p:blipFill>
        <p:spPr>
          <a:xfrm>
            <a:off x="7598371" y="105655"/>
            <a:ext cx="907674" cy="94104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ats on" type="secHead">
  <p:cSld name="SECTION_HEADER">
    <p:bg>
      <p:bgPr>
        <a:solidFill>
          <a:schemeClr val="lt2"/>
        </a:solidFill>
      </p:bgPr>
    </p:bg>
    <p:spTree>
      <p:nvGrpSpPr>
        <p:cNvPr id="20" name="Shape 20"/>
        <p:cNvGrpSpPr/>
        <p:nvPr/>
      </p:nvGrpSpPr>
      <p:grpSpPr>
        <a:xfrm>
          <a:off x="0" y="0"/>
          <a:ext cx="0" cy="0"/>
          <a:chOff x="0" y="0"/>
          <a:chExt cx="0" cy="0"/>
        </a:xfrm>
      </p:grpSpPr>
      <p:sp>
        <p:nvSpPr>
          <p:cNvPr id="21" name="Google Shape;21;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3"/>
          <p:cNvSpPr txBox="1"/>
          <p:nvPr/>
        </p:nvSpPr>
        <p:spPr>
          <a:xfrm>
            <a:off x="311500" y="393875"/>
            <a:ext cx="3830100" cy="1662300"/>
          </a:xfrm>
          <a:prstGeom prst="rect">
            <a:avLst/>
          </a:prstGeom>
          <a:noFill/>
          <a:ln>
            <a:noFill/>
          </a:ln>
        </p:spPr>
        <p:txBody>
          <a:bodyPr anchorCtr="0" anchor="t" bIns="91425" lIns="91425" spcFirstLastPara="1" rIns="91425" wrap="square" tIns="91425">
            <a:spAutoFit/>
          </a:bodyPr>
          <a:lstStyle/>
          <a:p>
            <a:pPr indent="0" lvl="0" marL="0" rtl="0" algn="l">
              <a:lnSpc>
                <a:spcPct val="75000"/>
              </a:lnSpc>
              <a:spcBef>
                <a:spcPts val="0"/>
              </a:spcBef>
              <a:spcAft>
                <a:spcPts val="0"/>
              </a:spcAft>
              <a:buNone/>
            </a:pPr>
            <a:r>
              <a:rPr lang="en" sz="6400">
                <a:solidFill>
                  <a:schemeClr val="accent1"/>
                </a:solidFill>
                <a:latin typeface="Alexandria Black"/>
                <a:ea typeface="Alexandria Black"/>
                <a:cs typeface="Alexandria Black"/>
                <a:sym typeface="Alexandria Black"/>
              </a:rPr>
              <a:t>WHAT’S ON</a:t>
            </a:r>
            <a:endParaRPr sz="6400">
              <a:solidFill>
                <a:schemeClr val="accent1"/>
              </a:solidFill>
              <a:latin typeface="Alexandria Black"/>
              <a:ea typeface="Alexandria Black"/>
              <a:cs typeface="Alexandria Black"/>
              <a:sym typeface="Alexandria Black"/>
            </a:endParaRPr>
          </a:p>
        </p:txBody>
      </p:sp>
      <p:cxnSp>
        <p:nvCxnSpPr>
          <p:cNvPr id="23" name="Google Shape;23;p3"/>
          <p:cNvCxnSpPr/>
          <p:nvPr/>
        </p:nvCxnSpPr>
        <p:spPr>
          <a:xfrm>
            <a:off x="430625" y="1979450"/>
            <a:ext cx="604200" cy="300"/>
          </a:xfrm>
          <a:prstGeom prst="straightConnector1">
            <a:avLst/>
          </a:prstGeom>
          <a:noFill/>
          <a:ln cap="flat" cmpd="sng" w="76200">
            <a:solidFill>
              <a:schemeClr val="accent4"/>
            </a:solidFill>
            <a:prstDash val="solid"/>
            <a:round/>
            <a:headEnd len="med" w="med" type="none"/>
            <a:tailEnd len="med" w="med" type="none"/>
          </a:ln>
        </p:spPr>
      </p:cxnSp>
      <p:sp>
        <p:nvSpPr>
          <p:cNvPr id="24" name="Google Shape;24;p3"/>
          <p:cNvSpPr txBox="1"/>
          <p:nvPr/>
        </p:nvSpPr>
        <p:spPr>
          <a:xfrm>
            <a:off x="4029525" y="566072"/>
            <a:ext cx="16347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0">
                <a:solidFill>
                  <a:srgbClr val="DAE9F5"/>
                </a:solidFill>
                <a:latin typeface="Outfit Black"/>
                <a:ea typeface="Outfit Black"/>
                <a:cs typeface="Outfit Black"/>
                <a:sym typeface="Outfit Black"/>
              </a:rPr>
              <a:t>01</a:t>
            </a:r>
            <a:endParaRPr sz="9000">
              <a:solidFill>
                <a:srgbClr val="DAE9F5"/>
              </a:solidFill>
              <a:latin typeface="Outfit Black"/>
              <a:ea typeface="Outfit Black"/>
              <a:cs typeface="Outfit Black"/>
              <a:sym typeface="Outfit Black"/>
            </a:endParaRPr>
          </a:p>
        </p:txBody>
      </p:sp>
      <p:sp>
        <p:nvSpPr>
          <p:cNvPr id="25" name="Google Shape;25;p3"/>
          <p:cNvSpPr txBox="1"/>
          <p:nvPr/>
        </p:nvSpPr>
        <p:spPr>
          <a:xfrm>
            <a:off x="3869449" y="1786797"/>
            <a:ext cx="16347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0">
                <a:solidFill>
                  <a:srgbClr val="DAE9F5"/>
                </a:solidFill>
                <a:latin typeface="Outfit Black"/>
                <a:ea typeface="Outfit Black"/>
                <a:cs typeface="Outfit Black"/>
                <a:sym typeface="Outfit Black"/>
              </a:rPr>
              <a:t>02</a:t>
            </a:r>
            <a:endParaRPr sz="9000">
              <a:solidFill>
                <a:srgbClr val="DAE9F5"/>
              </a:solidFill>
              <a:latin typeface="Outfit Black"/>
              <a:ea typeface="Outfit Black"/>
              <a:cs typeface="Outfit Black"/>
              <a:sym typeface="Outfit Black"/>
            </a:endParaRPr>
          </a:p>
        </p:txBody>
      </p:sp>
      <p:sp>
        <p:nvSpPr>
          <p:cNvPr id="26" name="Google Shape;26;p3"/>
          <p:cNvSpPr txBox="1"/>
          <p:nvPr/>
        </p:nvSpPr>
        <p:spPr>
          <a:xfrm>
            <a:off x="3869450" y="3007547"/>
            <a:ext cx="16347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0">
                <a:solidFill>
                  <a:srgbClr val="DAE9F5"/>
                </a:solidFill>
                <a:latin typeface="Outfit Black"/>
                <a:ea typeface="Outfit Black"/>
                <a:cs typeface="Outfit Black"/>
                <a:sym typeface="Outfit Black"/>
              </a:rPr>
              <a:t>03</a:t>
            </a:r>
            <a:endParaRPr sz="9000">
              <a:solidFill>
                <a:srgbClr val="DAE9F5"/>
              </a:solidFill>
              <a:latin typeface="Outfit Black"/>
              <a:ea typeface="Outfit Black"/>
              <a:cs typeface="Outfit Black"/>
              <a:sym typeface="Outfit Black"/>
            </a:endParaRPr>
          </a:p>
        </p:txBody>
      </p:sp>
      <p:cxnSp>
        <p:nvCxnSpPr>
          <p:cNvPr id="27" name="Google Shape;27;p3"/>
          <p:cNvCxnSpPr/>
          <p:nvPr/>
        </p:nvCxnSpPr>
        <p:spPr>
          <a:xfrm>
            <a:off x="4050725" y="1948950"/>
            <a:ext cx="4970400" cy="18300"/>
          </a:xfrm>
          <a:prstGeom prst="straightConnector1">
            <a:avLst/>
          </a:prstGeom>
          <a:noFill/>
          <a:ln cap="flat" cmpd="sng" w="9525">
            <a:solidFill>
              <a:schemeClr val="accent3"/>
            </a:solidFill>
            <a:prstDash val="solid"/>
            <a:round/>
            <a:headEnd len="med" w="med" type="none"/>
            <a:tailEnd len="med" w="med" type="none"/>
          </a:ln>
        </p:spPr>
      </p:cxnSp>
      <p:cxnSp>
        <p:nvCxnSpPr>
          <p:cNvPr id="28" name="Google Shape;28;p3"/>
          <p:cNvCxnSpPr/>
          <p:nvPr/>
        </p:nvCxnSpPr>
        <p:spPr>
          <a:xfrm flipH="1">
            <a:off x="5386125" y="2579111"/>
            <a:ext cx="278100" cy="300"/>
          </a:xfrm>
          <a:prstGeom prst="straightConnector1">
            <a:avLst/>
          </a:prstGeom>
          <a:noFill/>
          <a:ln cap="flat" cmpd="sng" w="76200">
            <a:solidFill>
              <a:schemeClr val="accent4"/>
            </a:solidFill>
            <a:prstDash val="solid"/>
            <a:round/>
            <a:headEnd len="med" w="med" type="none"/>
            <a:tailEnd len="med" w="med" type="none"/>
          </a:ln>
        </p:spPr>
      </p:cxnSp>
      <p:cxnSp>
        <p:nvCxnSpPr>
          <p:cNvPr id="29" name="Google Shape;29;p3"/>
          <p:cNvCxnSpPr/>
          <p:nvPr/>
        </p:nvCxnSpPr>
        <p:spPr>
          <a:xfrm>
            <a:off x="4050725" y="3191250"/>
            <a:ext cx="4970400" cy="18300"/>
          </a:xfrm>
          <a:prstGeom prst="straightConnector1">
            <a:avLst/>
          </a:prstGeom>
          <a:noFill/>
          <a:ln cap="flat" cmpd="sng" w="9525">
            <a:solidFill>
              <a:schemeClr val="accent3"/>
            </a:solidFill>
            <a:prstDash val="solid"/>
            <a:round/>
            <a:headEnd len="med" w="med" type="none"/>
            <a:tailEnd len="med" w="med" type="none"/>
          </a:ln>
        </p:spPr>
      </p:cxnSp>
      <p:sp>
        <p:nvSpPr>
          <p:cNvPr id="30" name="Google Shape;30;p3"/>
          <p:cNvSpPr txBox="1"/>
          <p:nvPr>
            <p:ph type="title"/>
          </p:nvPr>
        </p:nvSpPr>
        <p:spPr>
          <a:xfrm>
            <a:off x="5664225" y="873125"/>
            <a:ext cx="3357000" cy="1075800"/>
          </a:xfrm>
          <a:prstGeom prst="rect">
            <a:avLst/>
          </a:prstGeom>
          <a:ln>
            <a:noFill/>
          </a:ln>
        </p:spPr>
        <p:txBody>
          <a:bodyPr anchorCtr="0" anchor="ctr" bIns="91425" lIns="91425" spcFirstLastPara="1" rIns="91425" wrap="square" tIns="91425">
            <a:normAutofit/>
          </a:bodyPr>
          <a:lstStyle>
            <a:lvl1pPr lvl="0">
              <a:spcBef>
                <a:spcPts val="0"/>
              </a:spcBef>
              <a:spcAft>
                <a:spcPts val="0"/>
              </a:spcAft>
              <a:buClr>
                <a:schemeClr val="accent2"/>
              </a:buClr>
              <a:buSzPts val="4800"/>
              <a:buFont typeface="Outfit ExtraBold"/>
              <a:buNone/>
              <a:defRPr b="0" sz="4800">
                <a:solidFill>
                  <a:schemeClr val="accent2"/>
                </a:solidFill>
                <a:latin typeface="Outfit ExtraBold"/>
                <a:ea typeface="Outfit ExtraBold"/>
                <a:cs typeface="Outfit ExtraBold"/>
                <a:sym typeface="Outfit ExtraBold"/>
              </a:defRPr>
            </a:lvl1pPr>
            <a:lvl2pPr lvl="1">
              <a:spcBef>
                <a:spcPts val="0"/>
              </a:spcBef>
              <a:spcAft>
                <a:spcPts val="0"/>
              </a:spcAft>
              <a:buSzPts val="4800"/>
              <a:buFont typeface="Outfit ExtraBold"/>
              <a:buNone/>
              <a:defRPr sz="4800">
                <a:latin typeface="Outfit ExtraBold"/>
                <a:ea typeface="Outfit ExtraBold"/>
                <a:cs typeface="Outfit ExtraBold"/>
                <a:sym typeface="Outfit ExtraBold"/>
              </a:defRPr>
            </a:lvl2pPr>
            <a:lvl3pPr lvl="2">
              <a:spcBef>
                <a:spcPts val="0"/>
              </a:spcBef>
              <a:spcAft>
                <a:spcPts val="0"/>
              </a:spcAft>
              <a:buSzPts val="4800"/>
              <a:buFont typeface="Outfit ExtraBold"/>
              <a:buNone/>
              <a:defRPr sz="4800">
                <a:latin typeface="Outfit ExtraBold"/>
                <a:ea typeface="Outfit ExtraBold"/>
                <a:cs typeface="Outfit ExtraBold"/>
                <a:sym typeface="Outfit ExtraBold"/>
              </a:defRPr>
            </a:lvl3pPr>
            <a:lvl4pPr lvl="3">
              <a:spcBef>
                <a:spcPts val="0"/>
              </a:spcBef>
              <a:spcAft>
                <a:spcPts val="0"/>
              </a:spcAft>
              <a:buSzPts val="4800"/>
              <a:buFont typeface="Outfit ExtraBold"/>
              <a:buNone/>
              <a:defRPr sz="4800">
                <a:latin typeface="Outfit ExtraBold"/>
                <a:ea typeface="Outfit ExtraBold"/>
                <a:cs typeface="Outfit ExtraBold"/>
                <a:sym typeface="Outfit ExtraBold"/>
              </a:defRPr>
            </a:lvl4pPr>
            <a:lvl5pPr lvl="4">
              <a:spcBef>
                <a:spcPts val="0"/>
              </a:spcBef>
              <a:spcAft>
                <a:spcPts val="0"/>
              </a:spcAft>
              <a:buSzPts val="4800"/>
              <a:buFont typeface="Outfit ExtraBold"/>
              <a:buNone/>
              <a:defRPr sz="4800">
                <a:latin typeface="Outfit ExtraBold"/>
                <a:ea typeface="Outfit ExtraBold"/>
                <a:cs typeface="Outfit ExtraBold"/>
                <a:sym typeface="Outfit ExtraBold"/>
              </a:defRPr>
            </a:lvl5pPr>
            <a:lvl6pPr lvl="5">
              <a:spcBef>
                <a:spcPts val="0"/>
              </a:spcBef>
              <a:spcAft>
                <a:spcPts val="0"/>
              </a:spcAft>
              <a:buSzPts val="4800"/>
              <a:buFont typeface="Outfit ExtraBold"/>
              <a:buNone/>
              <a:defRPr sz="4800">
                <a:latin typeface="Outfit ExtraBold"/>
                <a:ea typeface="Outfit ExtraBold"/>
                <a:cs typeface="Outfit ExtraBold"/>
                <a:sym typeface="Outfit ExtraBold"/>
              </a:defRPr>
            </a:lvl6pPr>
            <a:lvl7pPr lvl="6">
              <a:spcBef>
                <a:spcPts val="0"/>
              </a:spcBef>
              <a:spcAft>
                <a:spcPts val="0"/>
              </a:spcAft>
              <a:buSzPts val="4800"/>
              <a:buFont typeface="Outfit ExtraBold"/>
              <a:buNone/>
              <a:defRPr sz="4800">
                <a:latin typeface="Outfit ExtraBold"/>
                <a:ea typeface="Outfit ExtraBold"/>
                <a:cs typeface="Outfit ExtraBold"/>
                <a:sym typeface="Outfit ExtraBold"/>
              </a:defRPr>
            </a:lvl7pPr>
            <a:lvl8pPr lvl="7">
              <a:spcBef>
                <a:spcPts val="0"/>
              </a:spcBef>
              <a:spcAft>
                <a:spcPts val="0"/>
              </a:spcAft>
              <a:buSzPts val="4800"/>
              <a:buFont typeface="Outfit ExtraBold"/>
              <a:buNone/>
              <a:defRPr sz="4800">
                <a:latin typeface="Outfit ExtraBold"/>
                <a:ea typeface="Outfit ExtraBold"/>
                <a:cs typeface="Outfit ExtraBold"/>
                <a:sym typeface="Outfit ExtraBold"/>
              </a:defRPr>
            </a:lvl8pPr>
            <a:lvl9pPr lvl="8">
              <a:spcBef>
                <a:spcPts val="0"/>
              </a:spcBef>
              <a:spcAft>
                <a:spcPts val="0"/>
              </a:spcAft>
              <a:buSzPts val="4800"/>
              <a:buFont typeface="Outfit ExtraBold"/>
              <a:buNone/>
              <a:defRPr sz="4800">
                <a:latin typeface="Outfit ExtraBold"/>
                <a:ea typeface="Outfit ExtraBold"/>
                <a:cs typeface="Outfit ExtraBold"/>
                <a:sym typeface="Outfit ExtraBold"/>
              </a:defRPr>
            </a:lvl9pPr>
          </a:lstStyle>
          <a:p/>
        </p:txBody>
      </p:sp>
      <p:sp>
        <p:nvSpPr>
          <p:cNvPr id="31" name="Google Shape;31;p3"/>
          <p:cNvSpPr txBox="1"/>
          <p:nvPr>
            <p:ph idx="2" type="title"/>
          </p:nvPr>
        </p:nvSpPr>
        <p:spPr>
          <a:xfrm>
            <a:off x="5664225" y="3209550"/>
            <a:ext cx="3357000" cy="1127700"/>
          </a:xfrm>
          <a:prstGeom prst="rect">
            <a:avLst/>
          </a:prstGeom>
          <a:ln>
            <a:noFill/>
          </a:ln>
        </p:spPr>
        <p:txBody>
          <a:bodyPr anchorCtr="0" anchor="ctr" bIns="91425" lIns="91425" spcFirstLastPara="1" rIns="91425" wrap="square" tIns="91425">
            <a:normAutofit/>
          </a:bodyPr>
          <a:lstStyle>
            <a:lvl1pPr lvl="0">
              <a:spcBef>
                <a:spcPts val="0"/>
              </a:spcBef>
              <a:spcAft>
                <a:spcPts val="0"/>
              </a:spcAft>
              <a:buClr>
                <a:schemeClr val="accent2"/>
              </a:buClr>
              <a:buSzPts val="4800"/>
              <a:buFont typeface="Outfit ExtraBold"/>
              <a:buNone/>
              <a:defRPr b="0" sz="4800">
                <a:solidFill>
                  <a:schemeClr val="accent2"/>
                </a:solidFill>
                <a:latin typeface="Outfit ExtraBold"/>
                <a:ea typeface="Outfit ExtraBold"/>
                <a:cs typeface="Outfit ExtraBold"/>
                <a:sym typeface="Outfit ExtraBold"/>
              </a:defRPr>
            </a:lvl1pPr>
            <a:lvl2pPr lvl="1">
              <a:spcBef>
                <a:spcPts val="0"/>
              </a:spcBef>
              <a:spcAft>
                <a:spcPts val="0"/>
              </a:spcAft>
              <a:buSzPts val="4800"/>
              <a:buFont typeface="Outfit ExtraBold"/>
              <a:buNone/>
              <a:defRPr sz="4800">
                <a:latin typeface="Outfit ExtraBold"/>
                <a:ea typeface="Outfit ExtraBold"/>
                <a:cs typeface="Outfit ExtraBold"/>
                <a:sym typeface="Outfit ExtraBold"/>
              </a:defRPr>
            </a:lvl2pPr>
            <a:lvl3pPr lvl="2">
              <a:spcBef>
                <a:spcPts val="0"/>
              </a:spcBef>
              <a:spcAft>
                <a:spcPts val="0"/>
              </a:spcAft>
              <a:buSzPts val="4800"/>
              <a:buFont typeface="Outfit ExtraBold"/>
              <a:buNone/>
              <a:defRPr sz="4800">
                <a:latin typeface="Outfit ExtraBold"/>
                <a:ea typeface="Outfit ExtraBold"/>
                <a:cs typeface="Outfit ExtraBold"/>
                <a:sym typeface="Outfit ExtraBold"/>
              </a:defRPr>
            </a:lvl3pPr>
            <a:lvl4pPr lvl="3">
              <a:spcBef>
                <a:spcPts val="0"/>
              </a:spcBef>
              <a:spcAft>
                <a:spcPts val="0"/>
              </a:spcAft>
              <a:buSzPts val="4800"/>
              <a:buFont typeface="Outfit ExtraBold"/>
              <a:buNone/>
              <a:defRPr sz="4800">
                <a:latin typeface="Outfit ExtraBold"/>
                <a:ea typeface="Outfit ExtraBold"/>
                <a:cs typeface="Outfit ExtraBold"/>
                <a:sym typeface="Outfit ExtraBold"/>
              </a:defRPr>
            </a:lvl4pPr>
            <a:lvl5pPr lvl="4">
              <a:spcBef>
                <a:spcPts val="0"/>
              </a:spcBef>
              <a:spcAft>
                <a:spcPts val="0"/>
              </a:spcAft>
              <a:buSzPts val="4800"/>
              <a:buFont typeface="Outfit ExtraBold"/>
              <a:buNone/>
              <a:defRPr sz="4800">
                <a:latin typeface="Outfit ExtraBold"/>
                <a:ea typeface="Outfit ExtraBold"/>
                <a:cs typeface="Outfit ExtraBold"/>
                <a:sym typeface="Outfit ExtraBold"/>
              </a:defRPr>
            </a:lvl5pPr>
            <a:lvl6pPr lvl="5">
              <a:spcBef>
                <a:spcPts val="0"/>
              </a:spcBef>
              <a:spcAft>
                <a:spcPts val="0"/>
              </a:spcAft>
              <a:buSzPts val="4800"/>
              <a:buFont typeface="Outfit ExtraBold"/>
              <a:buNone/>
              <a:defRPr sz="4800">
                <a:latin typeface="Outfit ExtraBold"/>
                <a:ea typeface="Outfit ExtraBold"/>
                <a:cs typeface="Outfit ExtraBold"/>
                <a:sym typeface="Outfit ExtraBold"/>
              </a:defRPr>
            </a:lvl6pPr>
            <a:lvl7pPr lvl="6">
              <a:spcBef>
                <a:spcPts val="0"/>
              </a:spcBef>
              <a:spcAft>
                <a:spcPts val="0"/>
              </a:spcAft>
              <a:buSzPts val="4800"/>
              <a:buFont typeface="Outfit ExtraBold"/>
              <a:buNone/>
              <a:defRPr sz="4800">
                <a:latin typeface="Outfit ExtraBold"/>
                <a:ea typeface="Outfit ExtraBold"/>
                <a:cs typeface="Outfit ExtraBold"/>
                <a:sym typeface="Outfit ExtraBold"/>
              </a:defRPr>
            </a:lvl7pPr>
            <a:lvl8pPr lvl="7">
              <a:spcBef>
                <a:spcPts val="0"/>
              </a:spcBef>
              <a:spcAft>
                <a:spcPts val="0"/>
              </a:spcAft>
              <a:buSzPts val="4800"/>
              <a:buFont typeface="Outfit ExtraBold"/>
              <a:buNone/>
              <a:defRPr sz="4800">
                <a:latin typeface="Outfit ExtraBold"/>
                <a:ea typeface="Outfit ExtraBold"/>
                <a:cs typeface="Outfit ExtraBold"/>
                <a:sym typeface="Outfit ExtraBold"/>
              </a:defRPr>
            </a:lvl8pPr>
            <a:lvl9pPr lvl="8">
              <a:spcBef>
                <a:spcPts val="0"/>
              </a:spcBef>
              <a:spcAft>
                <a:spcPts val="0"/>
              </a:spcAft>
              <a:buSzPts val="4800"/>
              <a:buFont typeface="Outfit ExtraBold"/>
              <a:buNone/>
              <a:defRPr sz="4800">
                <a:latin typeface="Outfit ExtraBold"/>
                <a:ea typeface="Outfit ExtraBold"/>
                <a:cs typeface="Outfit ExtraBold"/>
                <a:sym typeface="Outfit ExtraBold"/>
              </a:defRPr>
            </a:lvl9pPr>
          </a:lstStyle>
          <a:p/>
        </p:txBody>
      </p:sp>
      <p:sp>
        <p:nvSpPr>
          <p:cNvPr id="32" name="Google Shape;32;p3"/>
          <p:cNvSpPr txBox="1"/>
          <p:nvPr>
            <p:ph idx="3" type="title"/>
          </p:nvPr>
        </p:nvSpPr>
        <p:spPr>
          <a:xfrm>
            <a:off x="5664250" y="1948950"/>
            <a:ext cx="3357000" cy="1242300"/>
          </a:xfrm>
          <a:prstGeom prst="rect">
            <a:avLst/>
          </a:prstGeom>
          <a:ln>
            <a:noFill/>
          </a:ln>
        </p:spPr>
        <p:txBody>
          <a:bodyPr anchorCtr="0" anchor="ctr" bIns="91425" lIns="91425" spcFirstLastPara="1" rIns="91425" wrap="square" tIns="91425">
            <a:normAutofit/>
          </a:bodyPr>
          <a:lstStyle>
            <a:lvl1pPr lvl="0">
              <a:spcBef>
                <a:spcPts val="0"/>
              </a:spcBef>
              <a:spcAft>
                <a:spcPts val="0"/>
              </a:spcAft>
              <a:buClr>
                <a:schemeClr val="accent2"/>
              </a:buClr>
              <a:buSzPts val="4800"/>
              <a:buFont typeface="Outfit ExtraBold"/>
              <a:buNone/>
              <a:defRPr b="0" sz="4800">
                <a:solidFill>
                  <a:schemeClr val="accent2"/>
                </a:solidFill>
                <a:latin typeface="Outfit ExtraBold"/>
                <a:ea typeface="Outfit ExtraBold"/>
                <a:cs typeface="Outfit ExtraBold"/>
                <a:sym typeface="Outfit ExtraBold"/>
              </a:defRPr>
            </a:lvl1pPr>
            <a:lvl2pPr lvl="1">
              <a:spcBef>
                <a:spcPts val="0"/>
              </a:spcBef>
              <a:spcAft>
                <a:spcPts val="0"/>
              </a:spcAft>
              <a:buSzPts val="4800"/>
              <a:buFont typeface="Outfit ExtraBold"/>
              <a:buNone/>
              <a:defRPr sz="4800">
                <a:latin typeface="Outfit ExtraBold"/>
                <a:ea typeface="Outfit ExtraBold"/>
                <a:cs typeface="Outfit ExtraBold"/>
                <a:sym typeface="Outfit ExtraBold"/>
              </a:defRPr>
            </a:lvl2pPr>
            <a:lvl3pPr lvl="2">
              <a:spcBef>
                <a:spcPts val="0"/>
              </a:spcBef>
              <a:spcAft>
                <a:spcPts val="0"/>
              </a:spcAft>
              <a:buSzPts val="4800"/>
              <a:buFont typeface="Outfit ExtraBold"/>
              <a:buNone/>
              <a:defRPr sz="4800">
                <a:latin typeface="Outfit ExtraBold"/>
                <a:ea typeface="Outfit ExtraBold"/>
                <a:cs typeface="Outfit ExtraBold"/>
                <a:sym typeface="Outfit ExtraBold"/>
              </a:defRPr>
            </a:lvl3pPr>
            <a:lvl4pPr lvl="3">
              <a:spcBef>
                <a:spcPts val="0"/>
              </a:spcBef>
              <a:spcAft>
                <a:spcPts val="0"/>
              </a:spcAft>
              <a:buSzPts val="4800"/>
              <a:buFont typeface="Outfit ExtraBold"/>
              <a:buNone/>
              <a:defRPr sz="4800">
                <a:latin typeface="Outfit ExtraBold"/>
                <a:ea typeface="Outfit ExtraBold"/>
                <a:cs typeface="Outfit ExtraBold"/>
                <a:sym typeface="Outfit ExtraBold"/>
              </a:defRPr>
            </a:lvl4pPr>
            <a:lvl5pPr lvl="4">
              <a:spcBef>
                <a:spcPts val="0"/>
              </a:spcBef>
              <a:spcAft>
                <a:spcPts val="0"/>
              </a:spcAft>
              <a:buSzPts val="4800"/>
              <a:buFont typeface="Outfit ExtraBold"/>
              <a:buNone/>
              <a:defRPr sz="4800">
                <a:latin typeface="Outfit ExtraBold"/>
                <a:ea typeface="Outfit ExtraBold"/>
                <a:cs typeface="Outfit ExtraBold"/>
                <a:sym typeface="Outfit ExtraBold"/>
              </a:defRPr>
            </a:lvl5pPr>
            <a:lvl6pPr lvl="5">
              <a:spcBef>
                <a:spcPts val="0"/>
              </a:spcBef>
              <a:spcAft>
                <a:spcPts val="0"/>
              </a:spcAft>
              <a:buSzPts val="4800"/>
              <a:buFont typeface="Outfit ExtraBold"/>
              <a:buNone/>
              <a:defRPr sz="4800">
                <a:latin typeface="Outfit ExtraBold"/>
                <a:ea typeface="Outfit ExtraBold"/>
                <a:cs typeface="Outfit ExtraBold"/>
                <a:sym typeface="Outfit ExtraBold"/>
              </a:defRPr>
            </a:lvl6pPr>
            <a:lvl7pPr lvl="6">
              <a:spcBef>
                <a:spcPts val="0"/>
              </a:spcBef>
              <a:spcAft>
                <a:spcPts val="0"/>
              </a:spcAft>
              <a:buSzPts val="4800"/>
              <a:buFont typeface="Outfit ExtraBold"/>
              <a:buNone/>
              <a:defRPr sz="4800">
                <a:latin typeface="Outfit ExtraBold"/>
                <a:ea typeface="Outfit ExtraBold"/>
                <a:cs typeface="Outfit ExtraBold"/>
                <a:sym typeface="Outfit ExtraBold"/>
              </a:defRPr>
            </a:lvl7pPr>
            <a:lvl8pPr lvl="7">
              <a:spcBef>
                <a:spcPts val="0"/>
              </a:spcBef>
              <a:spcAft>
                <a:spcPts val="0"/>
              </a:spcAft>
              <a:buSzPts val="4800"/>
              <a:buFont typeface="Outfit ExtraBold"/>
              <a:buNone/>
              <a:defRPr sz="4800">
                <a:latin typeface="Outfit ExtraBold"/>
                <a:ea typeface="Outfit ExtraBold"/>
                <a:cs typeface="Outfit ExtraBold"/>
                <a:sym typeface="Outfit ExtraBold"/>
              </a:defRPr>
            </a:lvl8pPr>
            <a:lvl9pPr lvl="8">
              <a:spcBef>
                <a:spcPts val="0"/>
              </a:spcBef>
              <a:spcAft>
                <a:spcPts val="0"/>
              </a:spcAft>
              <a:buSzPts val="4800"/>
              <a:buFont typeface="Outfit ExtraBold"/>
              <a:buNone/>
              <a:defRPr sz="4800">
                <a:latin typeface="Outfit ExtraBold"/>
                <a:ea typeface="Outfit ExtraBold"/>
                <a:cs typeface="Outfit ExtraBold"/>
                <a:sym typeface="Outfit ExtraBold"/>
              </a:defRPr>
            </a:lvl9pPr>
          </a:lstStyle>
          <a:p/>
        </p:txBody>
      </p:sp>
      <p:cxnSp>
        <p:nvCxnSpPr>
          <p:cNvPr id="33" name="Google Shape;33;p3"/>
          <p:cNvCxnSpPr>
            <a:stCxn id="30" idx="1"/>
          </p:cNvCxnSpPr>
          <p:nvPr/>
        </p:nvCxnSpPr>
        <p:spPr>
          <a:xfrm flipH="1">
            <a:off x="5386125" y="1411025"/>
            <a:ext cx="278100" cy="300"/>
          </a:xfrm>
          <a:prstGeom prst="straightConnector1">
            <a:avLst/>
          </a:prstGeom>
          <a:noFill/>
          <a:ln cap="flat" cmpd="sng" w="76200">
            <a:solidFill>
              <a:schemeClr val="accent4"/>
            </a:solidFill>
            <a:prstDash val="solid"/>
            <a:round/>
            <a:headEnd len="med" w="med" type="none"/>
            <a:tailEnd len="med" w="med" type="none"/>
          </a:ln>
        </p:spPr>
      </p:cxnSp>
      <p:cxnSp>
        <p:nvCxnSpPr>
          <p:cNvPr id="34" name="Google Shape;34;p3"/>
          <p:cNvCxnSpPr/>
          <p:nvPr/>
        </p:nvCxnSpPr>
        <p:spPr>
          <a:xfrm flipH="1">
            <a:off x="5386125" y="3792361"/>
            <a:ext cx="278100" cy="300"/>
          </a:xfrm>
          <a:prstGeom prst="straightConnector1">
            <a:avLst/>
          </a:prstGeom>
          <a:noFill/>
          <a:ln cap="flat" cmpd="sng" w="76200">
            <a:solidFill>
              <a:schemeClr val="accent4"/>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type="tx">
  <p:cSld name="TITLE_AND_BODY">
    <p:bg>
      <p:bgPr>
        <a:blipFill>
          <a:blip r:embed="rId2">
            <a:alphaModFix/>
          </a:blip>
          <a:stretch>
            <a:fillRect/>
          </a:stretch>
        </a:blipFill>
      </p:bgPr>
    </p:bg>
    <p:spTree>
      <p:nvGrpSpPr>
        <p:cNvPr id="35" name="Shape 35"/>
        <p:cNvGrpSpPr/>
        <p:nvPr/>
      </p:nvGrpSpPr>
      <p:grpSpPr>
        <a:xfrm>
          <a:off x="0" y="0"/>
          <a:ext cx="0" cy="0"/>
          <a:chOff x="0" y="0"/>
          <a:chExt cx="0" cy="0"/>
        </a:xfrm>
      </p:grpSpPr>
      <p:sp>
        <p:nvSpPr>
          <p:cNvPr id="36" name="Google Shape;3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4"/>
          <p:cNvSpPr txBox="1"/>
          <p:nvPr>
            <p:ph type="title"/>
          </p:nvPr>
        </p:nvSpPr>
        <p:spPr>
          <a:xfrm>
            <a:off x="2153100" y="1048950"/>
            <a:ext cx="4837800" cy="3045600"/>
          </a:xfrm>
          <a:prstGeom prst="rect">
            <a:avLst/>
          </a:prstGeom>
          <a:effectLst>
            <a:outerShdw rotWithShape="0" algn="bl" dir="2700000" dist="38100">
              <a:schemeClr val="accent4"/>
            </a:outerShdw>
          </a:effectLst>
        </p:spPr>
        <p:txBody>
          <a:bodyPr anchorCtr="0" anchor="ctr" bIns="91425" lIns="91425" spcFirstLastPara="1" rIns="91425" wrap="square" tIns="91425">
            <a:normAutofit/>
          </a:bodyPr>
          <a:lstStyle>
            <a:lvl1pPr lvl="0" algn="ctr">
              <a:spcBef>
                <a:spcPts val="0"/>
              </a:spcBef>
              <a:spcAft>
                <a:spcPts val="0"/>
              </a:spcAft>
              <a:buSzPts val="7200"/>
              <a:buFont typeface="Outfit ExtraBold"/>
              <a:buNone/>
              <a:defRPr b="0" sz="7200">
                <a:latin typeface="Outfit ExtraBold"/>
                <a:ea typeface="Outfit ExtraBold"/>
                <a:cs typeface="Outfit ExtraBold"/>
                <a:sym typeface="Outfit ExtraBold"/>
              </a:defRPr>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pic>
        <p:nvPicPr>
          <p:cNvPr id="38" name="Google Shape;38;p4"/>
          <p:cNvPicPr preferRelativeResize="0"/>
          <p:nvPr/>
        </p:nvPicPr>
        <p:blipFill>
          <a:blip r:embed="rId3">
            <a:alphaModFix/>
          </a:blip>
          <a:stretch>
            <a:fillRect/>
          </a:stretch>
        </p:blipFill>
        <p:spPr>
          <a:xfrm>
            <a:off x="71400" y="3208525"/>
            <a:ext cx="1848299" cy="184829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one image" type="twoColTx">
  <p:cSld name="TITLE_AND_TWO_COLUMNS">
    <p:spTree>
      <p:nvGrpSpPr>
        <p:cNvPr id="39" name="Shape 39"/>
        <p:cNvGrpSpPr/>
        <p:nvPr/>
      </p:nvGrpSpPr>
      <p:grpSpPr>
        <a:xfrm>
          <a:off x="0" y="0"/>
          <a:ext cx="0" cy="0"/>
          <a:chOff x="0" y="0"/>
          <a:chExt cx="0" cy="0"/>
        </a:xfrm>
      </p:grpSpPr>
      <p:sp>
        <p:nvSpPr>
          <p:cNvPr id="40" name="Google Shape;40;p5"/>
          <p:cNvSpPr/>
          <p:nvPr>
            <p:ph idx="2" type="pic"/>
          </p:nvPr>
        </p:nvSpPr>
        <p:spPr>
          <a:xfrm>
            <a:off x="5034225" y="648150"/>
            <a:ext cx="3620700" cy="3847200"/>
          </a:xfrm>
          <a:prstGeom prst="roundRect">
            <a:avLst>
              <a:gd fmla="val 16667" name="adj"/>
            </a:avLst>
          </a:prstGeom>
          <a:noFill/>
          <a:ln cap="flat" cmpd="sng" w="19050">
            <a:solidFill>
              <a:schemeClr val="accent4"/>
            </a:solidFill>
            <a:prstDash val="solid"/>
            <a:round/>
            <a:headEnd len="sm" w="sm" type="none"/>
            <a:tailEnd len="sm" w="sm" type="none"/>
          </a:ln>
        </p:spPr>
      </p:sp>
      <p:sp>
        <p:nvSpPr>
          <p:cNvPr id="41" name="Google Shape;41;p5"/>
          <p:cNvSpPr txBox="1"/>
          <p:nvPr>
            <p:ph type="title"/>
          </p:nvPr>
        </p:nvSpPr>
        <p:spPr>
          <a:xfrm>
            <a:off x="605325" y="1140075"/>
            <a:ext cx="4226400" cy="903900"/>
          </a:xfrm>
          <a:prstGeom prst="rect">
            <a:avLst/>
          </a:prstGeom>
        </p:spPr>
        <p:txBody>
          <a:bodyPr anchorCtr="0" anchor="ctr"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 name="Google Shape;4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5"/>
          <p:cNvSpPr txBox="1"/>
          <p:nvPr>
            <p:ph idx="1" type="subTitle"/>
          </p:nvPr>
        </p:nvSpPr>
        <p:spPr>
          <a:xfrm>
            <a:off x="605325" y="2182950"/>
            <a:ext cx="4226400" cy="20454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4" name="Google Shape;44;p5" title="image (10).png"/>
          <p:cNvPicPr preferRelativeResize="0"/>
          <p:nvPr/>
        </p:nvPicPr>
        <p:blipFill>
          <a:blip r:embed="rId2">
            <a:alphaModFix/>
          </a:blip>
          <a:stretch>
            <a:fillRect/>
          </a:stretch>
        </p:blipFill>
        <p:spPr>
          <a:xfrm>
            <a:off x="816395" y="4314788"/>
            <a:ext cx="606379" cy="728918"/>
          </a:xfrm>
          <a:prstGeom prst="rect">
            <a:avLst/>
          </a:prstGeom>
          <a:noFill/>
          <a:ln>
            <a:noFill/>
          </a:ln>
        </p:spPr>
      </p:pic>
      <p:pic>
        <p:nvPicPr>
          <p:cNvPr id="45" name="Google Shape;45;p5" title="نشانه تکرنگ سفید (1).png"/>
          <p:cNvPicPr preferRelativeResize="0"/>
          <p:nvPr/>
        </p:nvPicPr>
        <p:blipFill rotWithShape="1">
          <a:blip r:embed="rId3">
            <a:alphaModFix/>
          </a:blip>
          <a:srcRect b="14986" l="11067" r="54658" t="21835"/>
          <a:stretch/>
        </p:blipFill>
        <p:spPr>
          <a:xfrm>
            <a:off x="-4" y="4286480"/>
            <a:ext cx="907674" cy="94104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type="titleOnly">
  <p:cSld name="TITLE_ONLY">
    <p:spTree>
      <p:nvGrpSpPr>
        <p:cNvPr id="46" name="Shape 46"/>
        <p:cNvGrpSpPr/>
        <p:nvPr/>
      </p:nvGrpSpPr>
      <p:grpSpPr>
        <a:xfrm>
          <a:off x="0" y="0"/>
          <a:ext cx="0" cy="0"/>
          <a:chOff x="0" y="0"/>
          <a:chExt cx="0" cy="0"/>
        </a:xfrm>
      </p:grpSpPr>
      <p:sp>
        <p:nvSpPr>
          <p:cNvPr id="47" name="Google Shape;47;p6"/>
          <p:cNvSpPr txBox="1"/>
          <p:nvPr>
            <p:ph type="title"/>
          </p:nvPr>
        </p:nvSpPr>
        <p:spPr>
          <a:xfrm>
            <a:off x="311700" y="445025"/>
            <a:ext cx="8520600" cy="5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800"/>
              <a:buFont typeface="Outfit ExtraBold"/>
              <a:buNone/>
              <a:defRPr b="0" sz="4800">
                <a:latin typeface="Outfit ExtraBold"/>
                <a:ea typeface="Outfit ExtraBold"/>
                <a:cs typeface="Outfit ExtraBold"/>
                <a:sym typeface="Outfit ExtraBol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8" name="Google Shape;4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6"/>
          <p:cNvSpPr/>
          <p:nvPr>
            <p:ph idx="2" type="pic"/>
          </p:nvPr>
        </p:nvSpPr>
        <p:spPr>
          <a:xfrm>
            <a:off x="1276350" y="1281825"/>
            <a:ext cx="6591300" cy="3645000"/>
          </a:xfrm>
          <a:prstGeom prst="roundRect">
            <a:avLst>
              <a:gd fmla="val 16667" name="adj"/>
            </a:avLst>
          </a:prstGeom>
          <a:noFill/>
          <a:ln cap="flat" cmpd="sng" w="19050">
            <a:solidFill>
              <a:schemeClr val="accent4"/>
            </a:solidFill>
            <a:prstDash val="solid"/>
            <a:round/>
            <a:headEnd len="sm" w="sm" type="none"/>
            <a:tailEnd len="sm" w="sm" type="none"/>
          </a:ln>
          <a:effectLst>
            <a:outerShdw rotWithShape="0" algn="bl" dir="13500000" dist="38100">
              <a:schemeClr val="accent2"/>
            </a:outerShdw>
          </a:effectLst>
        </p:spPr>
      </p:sp>
      <p:pic>
        <p:nvPicPr>
          <p:cNvPr id="50" name="Google Shape;50;p6" title="image (10).png"/>
          <p:cNvPicPr preferRelativeResize="0"/>
          <p:nvPr/>
        </p:nvPicPr>
        <p:blipFill>
          <a:blip r:embed="rId2">
            <a:alphaModFix/>
          </a:blip>
          <a:stretch>
            <a:fillRect/>
          </a:stretch>
        </p:blipFill>
        <p:spPr>
          <a:xfrm>
            <a:off x="94616" y="3664116"/>
            <a:ext cx="606379" cy="728918"/>
          </a:xfrm>
          <a:prstGeom prst="rect">
            <a:avLst/>
          </a:prstGeom>
          <a:noFill/>
          <a:ln>
            <a:noFill/>
          </a:ln>
        </p:spPr>
      </p:pic>
      <p:pic>
        <p:nvPicPr>
          <p:cNvPr id="51" name="Google Shape;51;p6" title="نشانه تکرنگ سفید (1).png"/>
          <p:cNvPicPr preferRelativeResize="0"/>
          <p:nvPr/>
        </p:nvPicPr>
        <p:blipFill rotWithShape="1">
          <a:blip r:embed="rId3">
            <a:alphaModFix/>
          </a:blip>
          <a:srcRect b="14986" l="11067" r="54658" t="21835"/>
          <a:stretch/>
        </p:blipFill>
        <p:spPr>
          <a:xfrm>
            <a:off x="-4" y="4286480"/>
            <a:ext cx="907674" cy="941049"/>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2" name="Shape 52"/>
        <p:cNvGrpSpPr/>
        <p:nvPr/>
      </p:nvGrpSpPr>
      <p:grpSpPr>
        <a:xfrm>
          <a:off x="0" y="0"/>
          <a:ext cx="0" cy="0"/>
          <a:chOff x="0" y="0"/>
          <a:chExt cx="0" cy="0"/>
        </a:xfrm>
      </p:grpSpPr>
      <p:sp>
        <p:nvSpPr>
          <p:cNvPr id="53" name="Google Shape;53;p7"/>
          <p:cNvSpPr txBox="1"/>
          <p:nvPr>
            <p:ph type="title"/>
          </p:nvPr>
        </p:nvSpPr>
        <p:spPr>
          <a:xfrm>
            <a:off x="866675" y="360750"/>
            <a:ext cx="60423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4" name="Google Shape;5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7"/>
          <p:cNvSpPr txBox="1"/>
          <p:nvPr>
            <p:ph idx="1" type="subTitle"/>
          </p:nvPr>
        </p:nvSpPr>
        <p:spPr>
          <a:xfrm>
            <a:off x="429000" y="2338650"/>
            <a:ext cx="2629800" cy="466200"/>
          </a:xfrm>
          <a:prstGeom prst="rect">
            <a:avLst/>
          </a:prstGeom>
          <a:ln>
            <a:noFill/>
          </a:ln>
        </p:spPr>
        <p:txBody>
          <a:bodyPr anchorCtr="0" anchor="b" bIns="91425" lIns="91425" spcFirstLastPara="1" rIns="91425" wrap="square" tIns="91425">
            <a:normAutofit/>
          </a:bodyPr>
          <a:lstStyle>
            <a:lvl1pPr indent="0" lvl="0" marL="0" marR="0" rtl="0" algn="ctr">
              <a:lnSpc>
                <a:spcPct val="100000"/>
              </a:lnSpc>
              <a:spcBef>
                <a:spcPts val="0"/>
              </a:spcBef>
              <a:spcAft>
                <a:spcPts val="0"/>
              </a:spcAft>
              <a:buNone/>
              <a:defRPr sz="3200">
                <a:solidFill>
                  <a:schemeClr val="lt2"/>
                </a:solidFill>
                <a:latin typeface="Outfit Black"/>
                <a:ea typeface="Outfit Black"/>
                <a:cs typeface="Outfit Black"/>
                <a:sym typeface="Outfi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7"/>
          <p:cNvSpPr txBox="1"/>
          <p:nvPr>
            <p:ph idx="2" type="subTitle"/>
          </p:nvPr>
        </p:nvSpPr>
        <p:spPr>
          <a:xfrm>
            <a:off x="3257188" y="2434175"/>
            <a:ext cx="2629800" cy="466200"/>
          </a:xfrm>
          <a:prstGeom prst="rect">
            <a:avLst/>
          </a:prstGeom>
          <a:ln>
            <a:noFill/>
          </a:ln>
        </p:spPr>
        <p:txBody>
          <a:bodyPr anchorCtr="0" anchor="b" bIns="91425" lIns="91425" spcFirstLastPara="1" rIns="91425" wrap="square" tIns="91425">
            <a:normAutofit/>
          </a:bodyPr>
          <a:lstStyle>
            <a:lvl1pPr indent="0" lvl="0" marL="0" marR="0" algn="ctr">
              <a:lnSpc>
                <a:spcPct val="100000"/>
              </a:lnSpc>
              <a:spcBef>
                <a:spcPts val="0"/>
              </a:spcBef>
              <a:spcAft>
                <a:spcPts val="0"/>
              </a:spcAft>
              <a:buNone/>
              <a:defRPr sz="3200">
                <a:solidFill>
                  <a:schemeClr val="lt2"/>
                </a:solidFill>
                <a:latin typeface="Outfit Black"/>
                <a:ea typeface="Outfit Black"/>
                <a:cs typeface="Outfit Black"/>
                <a:sym typeface="Outfi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7"/>
          <p:cNvSpPr txBox="1"/>
          <p:nvPr>
            <p:ph idx="3" type="subTitle"/>
          </p:nvPr>
        </p:nvSpPr>
        <p:spPr>
          <a:xfrm>
            <a:off x="6085388" y="2434175"/>
            <a:ext cx="2629800" cy="466200"/>
          </a:xfrm>
          <a:prstGeom prst="rect">
            <a:avLst/>
          </a:prstGeom>
          <a:ln>
            <a:noFill/>
          </a:ln>
        </p:spPr>
        <p:txBody>
          <a:bodyPr anchorCtr="0" anchor="b" bIns="91425" lIns="91425" spcFirstLastPara="1" rIns="91425" wrap="square" tIns="91425">
            <a:normAutofit/>
          </a:bodyPr>
          <a:lstStyle>
            <a:lvl1pPr indent="0" lvl="0" marL="0" marR="0" algn="ctr">
              <a:lnSpc>
                <a:spcPct val="100000"/>
              </a:lnSpc>
              <a:spcBef>
                <a:spcPts val="0"/>
              </a:spcBef>
              <a:spcAft>
                <a:spcPts val="0"/>
              </a:spcAft>
              <a:buNone/>
              <a:defRPr sz="3200">
                <a:solidFill>
                  <a:schemeClr val="lt2"/>
                </a:solidFill>
                <a:latin typeface="Outfit Black"/>
                <a:ea typeface="Outfit Black"/>
                <a:cs typeface="Outfit Black"/>
                <a:sym typeface="Outfi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7"/>
          <p:cNvSpPr txBox="1"/>
          <p:nvPr>
            <p:ph idx="4" type="subTitle"/>
          </p:nvPr>
        </p:nvSpPr>
        <p:spPr>
          <a:xfrm>
            <a:off x="6085400" y="2913400"/>
            <a:ext cx="2629800" cy="1749900"/>
          </a:xfrm>
          <a:prstGeom prst="rect">
            <a:avLst/>
          </a:prstGeom>
          <a:ln>
            <a:noFill/>
          </a:ln>
        </p:spPr>
        <p:txBody>
          <a:bodyPr anchorCtr="0" anchor="t" bIns="91425" lIns="91425" spcFirstLastPara="1" rIns="91425" wrap="square" tIns="91425">
            <a:normAutofit/>
          </a:bodyPr>
          <a:lstStyle>
            <a:lvl1pPr indent="0" lvl="0" marL="0" marR="0" rtl="0" algn="ctr">
              <a:lnSpc>
                <a:spcPct val="100000"/>
              </a:lnSpc>
              <a:spcBef>
                <a:spcPts val="0"/>
              </a:spcBef>
              <a:spcAft>
                <a:spcPts val="0"/>
              </a:spcAft>
              <a:buNone/>
              <a:defRPr>
                <a:solidFill>
                  <a:srgbClr val="D9D9D9"/>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9" name="Google Shape;59;p7"/>
          <p:cNvSpPr txBox="1"/>
          <p:nvPr>
            <p:ph idx="5" type="subTitle"/>
          </p:nvPr>
        </p:nvSpPr>
        <p:spPr>
          <a:xfrm>
            <a:off x="3257200" y="2913400"/>
            <a:ext cx="2629800" cy="1749900"/>
          </a:xfrm>
          <a:prstGeom prst="rect">
            <a:avLst/>
          </a:prstGeom>
          <a:ln>
            <a:noFill/>
          </a:ln>
        </p:spPr>
        <p:txBody>
          <a:bodyPr anchorCtr="0" anchor="t" bIns="91425" lIns="91425" spcFirstLastPara="1" rIns="91425" wrap="square" tIns="91425">
            <a:normAutofit/>
          </a:bodyPr>
          <a:lstStyle>
            <a:lvl1pPr indent="0" lvl="0" marL="0" marR="0" algn="ctr">
              <a:lnSpc>
                <a:spcPct val="100000"/>
              </a:lnSpc>
              <a:spcBef>
                <a:spcPts val="0"/>
              </a:spcBef>
              <a:spcAft>
                <a:spcPts val="0"/>
              </a:spcAft>
              <a:buNone/>
              <a:defRPr>
                <a:solidFill>
                  <a:srgbClr val="D9D9D9"/>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7"/>
          <p:cNvSpPr txBox="1"/>
          <p:nvPr>
            <p:ph idx="6" type="subTitle"/>
          </p:nvPr>
        </p:nvSpPr>
        <p:spPr>
          <a:xfrm>
            <a:off x="429000" y="2913325"/>
            <a:ext cx="2629800" cy="1749900"/>
          </a:xfrm>
          <a:prstGeom prst="rect">
            <a:avLst/>
          </a:prstGeom>
          <a:ln>
            <a:noFill/>
          </a:ln>
        </p:spPr>
        <p:txBody>
          <a:bodyPr anchorCtr="0" anchor="t" bIns="91425" lIns="91425" spcFirstLastPara="1" rIns="91425" wrap="square" tIns="91425">
            <a:normAutofit/>
          </a:bodyPr>
          <a:lstStyle>
            <a:lvl1pPr indent="0" lvl="0" marL="0" marR="0" algn="ctr">
              <a:lnSpc>
                <a:spcPct val="100000"/>
              </a:lnSpc>
              <a:spcBef>
                <a:spcPts val="0"/>
              </a:spcBef>
              <a:spcAft>
                <a:spcPts val="0"/>
              </a:spcAft>
              <a:buNone/>
              <a:defRPr>
                <a:solidFill>
                  <a:srgbClr val="D9D9D9"/>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pic>
        <p:nvPicPr>
          <p:cNvPr id="61" name="Google Shape;61;p7"/>
          <p:cNvPicPr preferRelativeResize="0"/>
          <p:nvPr/>
        </p:nvPicPr>
        <p:blipFill>
          <a:blip r:embed="rId2">
            <a:alphaModFix/>
          </a:blip>
          <a:stretch>
            <a:fillRect/>
          </a:stretch>
        </p:blipFill>
        <p:spPr>
          <a:xfrm>
            <a:off x="154051" y="360750"/>
            <a:ext cx="755701" cy="755701"/>
          </a:xfrm>
          <a:prstGeom prst="rect">
            <a:avLst/>
          </a:prstGeom>
          <a:noFill/>
          <a:ln>
            <a:noFill/>
          </a:ln>
        </p:spPr>
      </p:pic>
      <p:pic>
        <p:nvPicPr>
          <p:cNvPr id="62" name="Google Shape;62;p7" title="image (10).png"/>
          <p:cNvPicPr preferRelativeResize="0"/>
          <p:nvPr/>
        </p:nvPicPr>
        <p:blipFill>
          <a:blip r:embed="rId3">
            <a:alphaModFix/>
          </a:blip>
          <a:stretch>
            <a:fillRect/>
          </a:stretch>
        </p:blipFill>
        <p:spPr>
          <a:xfrm>
            <a:off x="816395" y="4314788"/>
            <a:ext cx="606379" cy="728918"/>
          </a:xfrm>
          <a:prstGeom prst="rect">
            <a:avLst/>
          </a:prstGeom>
          <a:noFill/>
          <a:ln>
            <a:noFill/>
          </a:ln>
        </p:spPr>
      </p:pic>
      <p:pic>
        <p:nvPicPr>
          <p:cNvPr id="63" name="Google Shape;63;p7" title="نشانه تکرنگ سفید (1).png"/>
          <p:cNvPicPr preferRelativeResize="0"/>
          <p:nvPr/>
        </p:nvPicPr>
        <p:blipFill rotWithShape="1">
          <a:blip r:embed="rId4">
            <a:alphaModFix/>
          </a:blip>
          <a:srcRect b="14986" l="11067" r="54658" t="21835"/>
          <a:stretch/>
        </p:blipFill>
        <p:spPr>
          <a:xfrm>
            <a:off x="-4" y="4286480"/>
            <a:ext cx="907674" cy="94104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MAIN_POINT">
    <p:spTree>
      <p:nvGrpSpPr>
        <p:cNvPr id="64" name="Shape 64"/>
        <p:cNvGrpSpPr/>
        <p:nvPr/>
      </p:nvGrpSpPr>
      <p:grpSpPr>
        <a:xfrm>
          <a:off x="0" y="0"/>
          <a:ext cx="0" cy="0"/>
          <a:chOff x="0" y="0"/>
          <a:chExt cx="0" cy="0"/>
        </a:xfrm>
      </p:grpSpPr>
      <p:sp>
        <p:nvSpPr>
          <p:cNvPr id="65" name="Google Shape;6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8"/>
          <p:cNvSpPr txBox="1"/>
          <p:nvPr>
            <p:ph idx="1" type="subTitle"/>
          </p:nvPr>
        </p:nvSpPr>
        <p:spPr>
          <a:xfrm>
            <a:off x="1011150" y="2038125"/>
            <a:ext cx="7121700" cy="743100"/>
          </a:xfrm>
          <a:prstGeom prst="rect">
            <a:avLst/>
          </a:prstGeom>
        </p:spPr>
        <p:txBody>
          <a:bodyPr anchorCtr="0" anchor="b" bIns="91425" lIns="91425" spcFirstLastPara="1" rIns="91425" wrap="square" tIns="91425">
            <a:noAutofit/>
          </a:bodyPr>
          <a:lstStyle>
            <a:lvl1pPr lvl="0">
              <a:spcBef>
                <a:spcPts val="0"/>
              </a:spcBef>
              <a:spcAft>
                <a:spcPts val="0"/>
              </a:spcAft>
              <a:buSzPts val="2800"/>
              <a:buFont typeface="Outfit SemiBold"/>
              <a:buNone/>
              <a:defRPr sz="2800">
                <a:latin typeface="Outfit SemiBold"/>
                <a:ea typeface="Outfit SemiBold"/>
                <a:cs typeface="Outfit SemiBold"/>
                <a:sym typeface="Outfit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8"/>
          <p:cNvSpPr txBox="1"/>
          <p:nvPr>
            <p:ph idx="2" type="subTitle"/>
          </p:nvPr>
        </p:nvSpPr>
        <p:spPr>
          <a:xfrm>
            <a:off x="1011150" y="2926988"/>
            <a:ext cx="7121700" cy="531900"/>
          </a:xfrm>
          <a:prstGeom prst="rect">
            <a:avLst/>
          </a:prstGeom>
        </p:spPr>
        <p:txBody>
          <a:bodyPr anchorCtr="0" anchor="ctr" bIns="91425" lIns="91425" spcFirstLastPara="1" rIns="91425" wrap="square" tIns="91425">
            <a:noAutofit/>
          </a:bodyPr>
          <a:lstStyle>
            <a:lvl1pPr lvl="0" algn="ctr">
              <a:spcBef>
                <a:spcPts val="0"/>
              </a:spcBef>
              <a:spcAft>
                <a:spcPts val="0"/>
              </a:spcAft>
              <a:buSzPts val="3200"/>
              <a:buFont typeface="Outfit"/>
              <a:buNone/>
              <a:defRPr b="1" sz="3200">
                <a:latin typeface="Outfit"/>
                <a:ea typeface="Outfit"/>
                <a:cs typeface="Outfit"/>
                <a:sym typeface="Outfi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68" name="Google Shape;68;p8"/>
          <p:cNvPicPr preferRelativeResize="0"/>
          <p:nvPr/>
        </p:nvPicPr>
        <p:blipFill>
          <a:blip r:embed="rId2">
            <a:alphaModFix/>
          </a:blip>
          <a:stretch>
            <a:fillRect/>
          </a:stretch>
        </p:blipFill>
        <p:spPr>
          <a:xfrm>
            <a:off x="113125" y="3523675"/>
            <a:ext cx="1533150" cy="1533150"/>
          </a:xfrm>
          <a:prstGeom prst="rect">
            <a:avLst/>
          </a:prstGeom>
          <a:noFill/>
          <a:ln>
            <a:noFill/>
          </a:ln>
        </p:spPr>
      </p:pic>
      <p:pic>
        <p:nvPicPr>
          <p:cNvPr id="69" name="Google Shape;69;p8" title="image (10).png"/>
          <p:cNvPicPr preferRelativeResize="0"/>
          <p:nvPr/>
        </p:nvPicPr>
        <p:blipFill>
          <a:blip r:embed="rId3">
            <a:alphaModFix/>
          </a:blip>
          <a:stretch>
            <a:fillRect/>
          </a:stretch>
        </p:blipFill>
        <p:spPr>
          <a:xfrm>
            <a:off x="8414770" y="112588"/>
            <a:ext cx="606379" cy="728918"/>
          </a:xfrm>
          <a:prstGeom prst="rect">
            <a:avLst/>
          </a:prstGeom>
          <a:noFill/>
          <a:ln>
            <a:noFill/>
          </a:ln>
        </p:spPr>
      </p:pic>
      <p:pic>
        <p:nvPicPr>
          <p:cNvPr id="70" name="Google Shape;70;p8" title="نشانه تکرنگ سفید (1).png"/>
          <p:cNvPicPr preferRelativeResize="0"/>
          <p:nvPr/>
        </p:nvPicPr>
        <p:blipFill rotWithShape="1">
          <a:blip r:embed="rId4">
            <a:alphaModFix/>
          </a:blip>
          <a:srcRect b="14986" l="11067" r="54658" t="21835"/>
          <a:stretch/>
        </p:blipFill>
        <p:spPr>
          <a:xfrm>
            <a:off x="7598371" y="84280"/>
            <a:ext cx="907674" cy="94104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MAIN_POINT_1">
    <p:bg>
      <p:bgPr>
        <a:blipFill>
          <a:blip r:embed="rId2">
            <a:alphaModFix/>
          </a:blip>
          <a:stretch>
            <a:fillRect/>
          </a:stretch>
        </a:blipFill>
      </p:bgPr>
    </p:bg>
    <p:spTree>
      <p:nvGrpSpPr>
        <p:cNvPr id="71" name="Shape 71"/>
        <p:cNvGrpSpPr/>
        <p:nvPr/>
      </p:nvGrpSpPr>
      <p:grpSpPr>
        <a:xfrm>
          <a:off x="0" y="0"/>
          <a:ext cx="0" cy="0"/>
          <a:chOff x="0" y="0"/>
          <a:chExt cx="0" cy="0"/>
        </a:xfrm>
      </p:grpSpPr>
      <p:sp>
        <p:nvSpPr>
          <p:cNvPr id="72" name="Google Shape;7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9"/>
          <p:cNvSpPr txBox="1"/>
          <p:nvPr>
            <p:ph idx="1" type="subTitle"/>
          </p:nvPr>
        </p:nvSpPr>
        <p:spPr>
          <a:xfrm>
            <a:off x="1011150" y="2038127"/>
            <a:ext cx="7121700" cy="6240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2800"/>
              <a:buFont typeface="Outfit SemiBold"/>
              <a:buNone/>
              <a:defRPr sz="2800">
                <a:solidFill>
                  <a:schemeClr val="accent1"/>
                </a:solidFill>
                <a:latin typeface="Outfit SemiBold"/>
                <a:ea typeface="Outfit SemiBold"/>
                <a:cs typeface="Outfit SemiBold"/>
                <a:sym typeface="Outfit SemiBold"/>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p:txBody>
      </p:sp>
      <p:sp>
        <p:nvSpPr>
          <p:cNvPr id="74" name="Google Shape;74;p9"/>
          <p:cNvSpPr txBox="1"/>
          <p:nvPr>
            <p:ph idx="2" type="subTitle"/>
          </p:nvPr>
        </p:nvSpPr>
        <p:spPr>
          <a:xfrm>
            <a:off x="1011150" y="2926988"/>
            <a:ext cx="7121700" cy="531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3200"/>
              <a:buFont typeface="Outfit"/>
              <a:buNone/>
              <a:defRPr b="1" sz="3200">
                <a:solidFill>
                  <a:schemeClr val="accent2"/>
                </a:solidFill>
                <a:latin typeface="Outfit"/>
                <a:ea typeface="Outfit"/>
                <a:cs typeface="Outfit"/>
                <a:sym typeface="Outfit"/>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p:txBody>
      </p:sp>
      <p:pic>
        <p:nvPicPr>
          <p:cNvPr id="75" name="Google Shape;75;p9"/>
          <p:cNvPicPr preferRelativeResize="0"/>
          <p:nvPr/>
        </p:nvPicPr>
        <p:blipFill>
          <a:blip r:embed="rId3">
            <a:alphaModFix/>
          </a:blip>
          <a:stretch>
            <a:fillRect/>
          </a:stretch>
        </p:blipFill>
        <p:spPr>
          <a:xfrm>
            <a:off x="113125" y="3523675"/>
            <a:ext cx="1533150" cy="15331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p:cSld name="SECTION_TITLE_AND_DESCRIPTION">
    <p:spTree>
      <p:nvGrpSpPr>
        <p:cNvPr id="76" name="Shape 76"/>
        <p:cNvGrpSpPr/>
        <p:nvPr/>
      </p:nvGrpSpPr>
      <p:grpSpPr>
        <a:xfrm>
          <a:off x="0" y="0"/>
          <a:ext cx="0" cy="0"/>
          <a:chOff x="0" y="0"/>
          <a:chExt cx="0" cy="0"/>
        </a:xfrm>
      </p:grpSpPr>
      <p:sp>
        <p:nvSpPr>
          <p:cNvPr id="77" name="Google Shape;7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0"/>
          <p:cNvSpPr/>
          <p:nvPr>
            <p:ph idx="2" type="pic"/>
          </p:nvPr>
        </p:nvSpPr>
        <p:spPr>
          <a:xfrm>
            <a:off x="-75" y="0"/>
            <a:ext cx="9144000" cy="5169000"/>
          </a:xfrm>
          <a:prstGeom prst="rect">
            <a:avLst/>
          </a:prstGeom>
          <a:noFill/>
          <a:ln>
            <a:noFill/>
          </a:ln>
        </p:spPr>
      </p:sp>
      <p:sp>
        <p:nvSpPr>
          <p:cNvPr id="79" name="Google Shape;79;p10"/>
          <p:cNvSpPr txBox="1"/>
          <p:nvPr>
            <p:ph type="title"/>
          </p:nvPr>
        </p:nvSpPr>
        <p:spPr>
          <a:xfrm>
            <a:off x="558000" y="4311225"/>
            <a:ext cx="8028000" cy="590400"/>
          </a:xfrm>
          <a:prstGeom prst="rect">
            <a:avLst/>
          </a:prstGeom>
          <a:solidFill>
            <a:srgbClr val="000000">
              <a:alpha val="20000"/>
            </a:srgbClr>
          </a:solidFill>
        </p:spPr>
        <p:txBody>
          <a:bodyPr anchorCtr="0" anchor="ctr" bIns="91425" lIns="91425" spcFirstLastPara="1" rIns="91425" wrap="square" tIns="91425">
            <a:normAutofit/>
          </a:bodyPr>
          <a:lstStyle>
            <a:lvl1pPr lvl="0" algn="ctr">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0" name="Shape 80"/>
        <p:cNvGrpSpPr/>
        <p:nvPr/>
      </p:nvGrpSpPr>
      <p:grpSpPr>
        <a:xfrm>
          <a:off x="0" y="0"/>
          <a:ext cx="0" cy="0"/>
          <a:chOff x="0" y="0"/>
          <a:chExt cx="0" cy="0"/>
        </a:xfrm>
      </p:grpSpPr>
      <p:sp>
        <p:nvSpPr>
          <p:cNvPr id="81" name="Google Shape;81;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2" name="Google Shape;8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83" name="Google Shape;83;p11" title="image (10).png"/>
          <p:cNvPicPr preferRelativeResize="0"/>
          <p:nvPr/>
        </p:nvPicPr>
        <p:blipFill>
          <a:blip r:embed="rId2">
            <a:alphaModFix/>
          </a:blip>
          <a:stretch>
            <a:fillRect/>
          </a:stretch>
        </p:blipFill>
        <p:spPr>
          <a:xfrm>
            <a:off x="900445" y="112563"/>
            <a:ext cx="606379" cy="728918"/>
          </a:xfrm>
          <a:prstGeom prst="rect">
            <a:avLst/>
          </a:prstGeom>
          <a:noFill/>
          <a:ln>
            <a:noFill/>
          </a:ln>
        </p:spPr>
      </p:pic>
      <p:pic>
        <p:nvPicPr>
          <p:cNvPr id="84" name="Google Shape;84;p11" title="نشانه تکرنگ سفید (1).png"/>
          <p:cNvPicPr preferRelativeResize="0"/>
          <p:nvPr/>
        </p:nvPicPr>
        <p:blipFill rotWithShape="1">
          <a:blip r:embed="rId3">
            <a:alphaModFix/>
          </a:blip>
          <a:srcRect b="14986" l="11067" r="54658" t="21835"/>
          <a:stretch/>
        </p:blipFill>
        <p:spPr>
          <a:xfrm>
            <a:off x="84046" y="84255"/>
            <a:ext cx="907674" cy="94104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85" name="Shape 85"/>
        <p:cNvGrpSpPr/>
        <p:nvPr/>
      </p:nvGrpSpPr>
      <p:grpSpPr>
        <a:xfrm>
          <a:off x="0" y="0"/>
          <a:ext cx="0" cy="0"/>
          <a:chOff x="0" y="0"/>
          <a:chExt cx="0" cy="0"/>
        </a:xfrm>
      </p:grpSpPr>
      <p:sp>
        <p:nvSpPr>
          <p:cNvPr id="86" name="Google Shape;86;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2"/>
          <p:cNvSpPr/>
          <p:nvPr/>
        </p:nvSpPr>
        <p:spPr>
          <a:xfrm rot="5400000">
            <a:off x="6300" y="-6300"/>
            <a:ext cx="893100" cy="905700"/>
          </a:xfrm>
          <a:prstGeom prst="rtTriangle">
            <a:avLst/>
          </a:prstGeom>
          <a:solidFill>
            <a:srgbClr val="7EC8F3">
              <a:alpha val="2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7EC8F3"/>
              </a:solidFill>
              <a:latin typeface="Outfit Medium"/>
              <a:ea typeface="Outfit Medium"/>
              <a:cs typeface="Outfit Medium"/>
              <a:sym typeface="Outfit Medium"/>
            </a:endParaRPr>
          </a:p>
        </p:txBody>
      </p:sp>
      <p:sp>
        <p:nvSpPr>
          <p:cNvPr id="88" name="Google Shape;88;p12"/>
          <p:cNvSpPr/>
          <p:nvPr/>
        </p:nvSpPr>
        <p:spPr>
          <a:xfrm rot="-5400000">
            <a:off x="8244600" y="4244100"/>
            <a:ext cx="893100" cy="905700"/>
          </a:xfrm>
          <a:prstGeom prst="rtTriangle">
            <a:avLst/>
          </a:prstGeom>
          <a:solidFill>
            <a:srgbClr val="7EC8F3">
              <a:alpha val="2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7EC8F3"/>
              </a:solidFill>
              <a:latin typeface="Outfit Medium"/>
              <a:ea typeface="Outfit Medium"/>
              <a:cs typeface="Outfit Medium"/>
              <a:sym typeface="Outfit Medium"/>
            </a:endParaRPr>
          </a:p>
        </p:txBody>
      </p:sp>
      <p:sp>
        <p:nvSpPr>
          <p:cNvPr id="89" name="Google Shape;89;p12"/>
          <p:cNvSpPr/>
          <p:nvPr/>
        </p:nvSpPr>
        <p:spPr>
          <a:xfrm rot="-9324925">
            <a:off x="8397284" y="4055851"/>
            <a:ext cx="1052072" cy="1139195"/>
          </a:xfrm>
          <a:prstGeom prst="rtTriangle">
            <a:avLst/>
          </a:prstGeom>
          <a:solidFill>
            <a:srgbClr val="F7941D">
              <a:alpha val="2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Outfit Medium"/>
              <a:ea typeface="Outfit Medium"/>
              <a:cs typeface="Outfit Medium"/>
              <a:sym typeface="Outfit Medium"/>
            </a:endParaRPr>
          </a:p>
        </p:txBody>
      </p:sp>
      <p:sp>
        <p:nvSpPr>
          <p:cNvPr id="90" name="Google Shape;90;p12"/>
          <p:cNvSpPr/>
          <p:nvPr/>
        </p:nvSpPr>
        <p:spPr>
          <a:xfrm rot="-9324341">
            <a:off x="-542741" y="-427222"/>
            <a:ext cx="1135297" cy="1295190"/>
          </a:xfrm>
          <a:prstGeom prst="rtTriangle">
            <a:avLst/>
          </a:prstGeom>
          <a:solidFill>
            <a:srgbClr val="F7941D">
              <a:alpha val="2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Outfit Medium"/>
              <a:ea typeface="Outfit Medium"/>
              <a:cs typeface="Outfit Medium"/>
              <a:sym typeface="Outfit Medium"/>
            </a:endParaRPr>
          </a:p>
        </p:txBody>
      </p:sp>
      <p:sp>
        <p:nvSpPr>
          <p:cNvPr id="91" name="Google Shape;91;p12"/>
          <p:cNvSpPr/>
          <p:nvPr/>
        </p:nvSpPr>
        <p:spPr>
          <a:xfrm rot="8849822">
            <a:off x="-809204" y="-127384"/>
            <a:ext cx="1245014" cy="1400394"/>
          </a:xfrm>
          <a:prstGeom prst="rtTriangle">
            <a:avLst/>
          </a:prstGeom>
          <a:solidFill>
            <a:srgbClr val="0097A7">
              <a:alpha val="2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Outfit Medium"/>
              <a:ea typeface="Outfit Medium"/>
              <a:cs typeface="Outfit Medium"/>
              <a:sym typeface="Outfit Medium"/>
            </a:endParaRPr>
          </a:p>
        </p:txBody>
      </p:sp>
      <p:sp>
        <p:nvSpPr>
          <p:cNvPr id="92" name="Google Shape;92;p12"/>
          <p:cNvSpPr/>
          <p:nvPr/>
        </p:nvSpPr>
        <p:spPr>
          <a:xfrm rot="8849399">
            <a:off x="8200125" y="4665501"/>
            <a:ext cx="1256496" cy="1231370"/>
          </a:xfrm>
          <a:prstGeom prst="rtTriangle">
            <a:avLst/>
          </a:prstGeom>
          <a:solidFill>
            <a:srgbClr val="0097A7">
              <a:alpha val="2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Outfit Medium"/>
              <a:ea typeface="Outfit Medium"/>
              <a:cs typeface="Outfit Medium"/>
              <a:sym typeface="Outfit Medium"/>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CUSTOM">
    <p:bg>
      <p:bgPr>
        <a:blipFill>
          <a:blip r:embed="rId2">
            <a:alphaModFix/>
          </a:blip>
          <a:stretch>
            <a:fillRect/>
          </a:stretch>
        </a:blipFill>
      </p:bgPr>
    </p:bg>
    <p:spTree>
      <p:nvGrpSpPr>
        <p:cNvPr id="93" name="Shape 93"/>
        <p:cNvGrpSpPr/>
        <p:nvPr/>
      </p:nvGrpSpPr>
      <p:grpSpPr>
        <a:xfrm>
          <a:off x="0" y="0"/>
          <a:ext cx="0" cy="0"/>
          <a:chOff x="0" y="0"/>
          <a:chExt cx="0" cy="0"/>
        </a:xfrm>
      </p:grpSpPr>
      <p:sp>
        <p:nvSpPr>
          <p:cNvPr id="94" name="Google Shape;94;p1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5" name="Google Shape;95;p13" title="image (10).png"/>
          <p:cNvPicPr preferRelativeResize="0"/>
          <p:nvPr/>
        </p:nvPicPr>
        <p:blipFill>
          <a:blip r:embed="rId3">
            <a:alphaModFix/>
          </a:blip>
          <a:stretch>
            <a:fillRect/>
          </a:stretch>
        </p:blipFill>
        <p:spPr>
          <a:xfrm>
            <a:off x="816395" y="4314788"/>
            <a:ext cx="606379" cy="728918"/>
          </a:xfrm>
          <a:prstGeom prst="rect">
            <a:avLst/>
          </a:prstGeom>
          <a:noFill/>
          <a:ln>
            <a:noFill/>
          </a:ln>
        </p:spPr>
      </p:pic>
      <p:pic>
        <p:nvPicPr>
          <p:cNvPr id="96" name="Google Shape;96;p13" title="نشانه تکرنگ سفید (1).png"/>
          <p:cNvPicPr preferRelativeResize="0"/>
          <p:nvPr/>
        </p:nvPicPr>
        <p:blipFill rotWithShape="1">
          <a:blip r:embed="rId4">
            <a:alphaModFix/>
          </a:blip>
          <a:srcRect b="14986" l="11067" r="54658" t="21835"/>
          <a:stretch/>
        </p:blipFill>
        <p:spPr>
          <a:xfrm>
            <a:off x="-4" y="4286480"/>
            <a:ext cx="907674" cy="94104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97" name="Shape 97"/>
        <p:cNvGrpSpPr/>
        <p:nvPr/>
      </p:nvGrpSpPr>
      <p:grpSpPr>
        <a:xfrm>
          <a:off x="0" y="0"/>
          <a:ext cx="0" cy="0"/>
          <a:chOff x="0" y="0"/>
          <a:chExt cx="0" cy="0"/>
        </a:xfrm>
      </p:grpSpPr>
      <p:sp>
        <p:nvSpPr>
          <p:cNvPr id="98" name="Google Shape;98;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9" name="Google Shape;99;p14" title="image (10).png"/>
          <p:cNvPicPr preferRelativeResize="0"/>
          <p:nvPr/>
        </p:nvPicPr>
        <p:blipFill>
          <a:blip r:embed="rId2">
            <a:alphaModFix/>
          </a:blip>
          <a:stretch>
            <a:fillRect/>
          </a:stretch>
        </p:blipFill>
        <p:spPr>
          <a:xfrm>
            <a:off x="816395" y="4314788"/>
            <a:ext cx="606379" cy="728918"/>
          </a:xfrm>
          <a:prstGeom prst="rect">
            <a:avLst/>
          </a:prstGeom>
          <a:noFill/>
          <a:ln>
            <a:noFill/>
          </a:ln>
        </p:spPr>
      </p:pic>
      <p:pic>
        <p:nvPicPr>
          <p:cNvPr id="100" name="Google Shape;100;p14" title="نشانه تکرنگ سفید (1).png"/>
          <p:cNvPicPr preferRelativeResize="0"/>
          <p:nvPr/>
        </p:nvPicPr>
        <p:blipFill rotWithShape="1">
          <a:blip r:embed="rId3">
            <a:alphaModFix/>
          </a:blip>
          <a:srcRect b="14986" l="11067" r="54658" t="21835"/>
          <a:stretch/>
        </p:blipFill>
        <p:spPr>
          <a:xfrm>
            <a:off x="-4" y="4286480"/>
            <a:ext cx="907674" cy="94104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126d6a479630dadd_23_0)">
  <p:cSld name="Generated (h126d6a479630dadd_23_0)">
    <p:spTree>
      <p:nvGrpSpPr>
        <p:cNvPr id="101" name="Shape 101"/>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h24043624d589beb8_11_0)">
  <p:cSld name="One column text (h24043624d589beb8_11_0)">
    <p:spTree>
      <p:nvGrpSpPr>
        <p:cNvPr id="102" name="Shape 102"/>
        <p:cNvGrpSpPr/>
        <p:nvPr/>
      </p:nvGrpSpPr>
      <p:grpSpPr>
        <a:xfrm>
          <a:off x="0" y="0"/>
          <a:ext cx="0" cy="0"/>
          <a:chOff x="0" y="0"/>
          <a:chExt cx="0" cy="0"/>
        </a:xfrm>
      </p:grpSpPr>
      <p:sp>
        <p:nvSpPr>
          <p:cNvPr id="103" name="Google Shape;103;p16"/>
          <p:cNvSpPr txBox="1"/>
          <p:nvPr>
            <p:ph type="title"/>
          </p:nvPr>
        </p:nvSpPr>
        <p:spPr>
          <a:xfrm>
            <a:off x="866675" y="360750"/>
            <a:ext cx="60423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4" name="Google Shape;10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16"/>
          <p:cNvSpPr txBox="1"/>
          <p:nvPr>
            <p:ph idx="1" type="subTitle"/>
          </p:nvPr>
        </p:nvSpPr>
        <p:spPr>
          <a:xfrm>
            <a:off x="429000" y="2338650"/>
            <a:ext cx="2629800" cy="466200"/>
          </a:xfrm>
          <a:prstGeom prst="rect">
            <a:avLst/>
          </a:prstGeom>
          <a:ln>
            <a:noFill/>
          </a:ln>
        </p:spPr>
        <p:txBody>
          <a:bodyPr anchorCtr="0" anchor="b" bIns="91425" lIns="91425" spcFirstLastPara="1" rIns="91425" wrap="square" tIns="91425">
            <a:normAutofit/>
          </a:bodyPr>
          <a:lstStyle>
            <a:lvl1pPr indent="0" lvl="0" marL="0" marR="0" algn="ctr">
              <a:lnSpc>
                <a:spcPct val="100000"/>
              </a:lnSpc>
              <a:spcBef>
                <a:spcPts val="0"/>
              </a:spcBef>
              <a:spcAft>
                <a:spcPts val="0"/>
              </a:spcAft>
              <a:buNone/>
              <a:defRPr sz="3200">
                <a:solidFill>
                  <a:schemeClr val="lt2"/>
                </a:solidFill>
                <a:latin typeface="Outfit Black"/>
                <a:ea typeface="Outfit Black"/>
                <a:cs typeface="Outfit Black"/>
                <a:sym typeface="Outfi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6"/>
          <p:cNvSpPr txBox="1"/>
          <p:nvPr>
            <p:ph idx="2" type="subTitle"/>
          </p:nvPr>
        </p:nvSpPr>
        <p:spPr>
          <a:xfrm>
            <a:off x="3257188" y="2434175"/>
            <a:ext cx="2629800" cy="466200"/>
          </a:xfrm>
          <a:prstGeom prst="rect">
            <a:avLst/>
          </a:prstGeom>
          <a:ln>
            <a:noFill/>
          </a:ln>
        </p:spPr>
        <p:txBody>
          <a:bodyPr anchorCtr="0" anchor="b" bIns="91425" lIns="91425" spcFirstLastPara="1" rIns="91425" wrap="square" tIns="91425">
            <a:normAutofit/>
          </a:bodyPr>
          <a:lstStyle>
            <a:lvl1pPr indent="0" lvl="0" marL="0" marR="0" algn="ctr">
              <a:lnSpc>
                <a:spcPct val="100000"/>
              </a:lnSpc>
              <a:spcBef>
                <a:spcPts val="0"/>
              </a:spcBef>
              <a:spcAft>
                <a:spcPts val="0"/>
              </a:spcAft>
              <a:buNone/>
              <a:defRPr sz="3200">
                <a:solidFill>
                  <a:schemeClr val="lt2"/>
                </a:solidFill>
                <a:latin typeface="Outfit Black"/>
                <a:ea typeface="Outfit Black"/>
                <a:cs typeface="Outfit Black"/>
                <a:sym typeface="Outfi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 name="Google Shape;107;p16"/>
          <p:cNvSpPr txBox="1"/>
          <p:nvPr>
            <p:ph idx="3" type="subTitle"/>
          </p:nvPr>
        </p:nvSpPr>
        <p:spPr>
          <a:xfrm>
            <a:off x="6085388" y="2434175"/>
            <a:ext cx="2629800" cy="466200"/>
          </a:xfrm>
          <a:prstGeom prst="rect">
            <a:avLst/>
          </a:prstGeom>
          <a:ln>
            <a:noFill/>
          </a:ln>
        </p:spPr>
        <p:txBody>
          <a:bodyPr anchorCtr="0" anchor="b" bIns="91425" lIns="91425" spcFirstLastPara="1" rIns="91425" wrap="square" tIns="91425">
            <a:normAutofit/>
          </a:bodyPr>
          <a:lstStyle>
            <a:lvl1pPr indent="0" lvl="0" marL="0" marR="0" algn="ctr">
              <a:lnSpc>
                <a:spcPct val="100000"/>
              </a:lnSpc>
              <a:spcBef>
                <a:spcPts val="0"/>
              </a:spcBef>
              <a:spcAft>
                <a:spcPts val="0"/>
              </a:spcAft>
              <a:buNone/>
              <a:defRPr sz="3200">
                <a:solidFill>
                  <a:schemeClr val="lt2"/>
                </a:solidFill>
                <a:latin typeface="Outfit Black"/>
                <a:ea typeface="Outfit Black"/>
                <a:cs typeface="Outfit Black"/>
                <a:sym typeface="Outfi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16"/>
          <p:cNvSpPr txBox="1"/>
          <p:nvPr>
            <p:ph idx="4" type="subTitle"/>
          </p:nvPr>
        </p:nvSpPr>
        <p:spPr>
          <a:xfrm>
            <a:off x="6085400" y="2913400"/>
            <a:ext cx="2629800" cy="1749900"/>
          </a:xfrm>
          <a:prstGeom prst="rect">
            <a:avLst/>
          </a:prstGeom>
          <a:ln>
            <a:noFill/>
          </a:ln>
        </p:spPr>
        <p:txBody>
          <a:bodyPr anchorCtr="0" anchor="t" bIns="91425" lIns="91425" spcFirstLastPara="1" rIns="91425" wrap="square" tIns="91425">
            <a:normAutofit/>
          </a:bodyPr>
          <a:lstStyle>
            <a:lvl1pPr indent="0" lvl="0" marL="0" marR="0" algn="ctr">
              <a:lnSpc>
                <a:spcPct val="100000"/>
              </a:lnSpc>
              <a:spcBef>
                <a:spcPts val="0"/>
              </a:spcBef>
              <a:spcAft>
                <a:spcPts val="0"/>
              </a:spcAft>
              <a:buNone/>
              <a:defRPr>
                <a:solidFill>
                  <a:srgbClr val="D9D9D9"/>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9" name="Google Shape;109;p16"/>
          <p:cNvSpPr txBox="1"/>
          <p:nvPr>
            <p:ph idx="5" type="subTitle"/>
          </p:nvPr>
        </p:nvSpPr>
        <p:spPr>
          <a:xfrm>
            <a:off x="3257200" y="2913400"/>
            <a:ext cx="2629800" cy="1749900"/>
          </a:xfrm>
          <a:prstGeom prst="rect">
            <a:avLst/>
          </a:prstGeom>
          <a:ln>
            <a:noFill/>
          </a:ln>
        </p:spPr>
        <p:txBody>
          <a:bodyPr anchorCtr="0" anchor="t" bIns="91425" lIns="91425" spcFirstLastPara="1" rIns="91425" wrap="square" tIns="91425">
            <a:normAutofit/>
          </a:bodyPr>
          <a:lstStyle>
            <a:lvl1pPr indent="0" lvl="0" marL="0" marR="0" algn="ctr">
              <a:lnSpc>
                <a:spcPct val="100000"/>
              </a:lnSpc>
              <a:spcBef>
                <a:spcPts val="0"/>
              </a:spcBef>
              <a:spcAft>
                <a:spcPts val="0"/>
              </a:spcAft>
              <a:buNone/>
              <a:defRPr>
                <a:solidFill>
                  <a:srgbClr val="D9D9D9"/>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0" name="Google Shape;110;p16"/>
          <p:cNvSpPr txBox="1"/>
          <p:nvPr>
            <p:ph idx="6" type="subTitle"/>
          </p:nvPr>
        </p:nvSpPr>
        <p:spPr>
          <a:xfrm>
            <a:off x="429000" y="2913325"/>
            <a:ext cx="2629800" cy="1749900"/>
          </a:xfrm>
          <a:prstGeom prst="rect">
            <a:avLst/>
          </a:prstGeom>
          <a:ln>
            <a:noFill/>
          </a:ln>
        </p:spPr>
        <p:txBody>
          <a:bodyPr anchorCtr="0" anchor="t" bIns="91425" lIns="91425" spcFirstLastPara="1" rIns="91425" wrap="square" tIns="91425">
            <a:normAutofit/>
          </a:bodyPr>
          <a:lstStyle>
            <a:lvl1pPr indent="0" lvl="0" marL="0" marR="0" algn="ctr">
              <a:lnSpc>
                <a:spcPct val="100000"/>
              </a:lnSpc>
              <a:spcBef>
                <a:spcPts val="0"/>
              </a:spcBef>
              <a:spcAft>
                <a:spcPts val="0"/>
              </a:spcAft>
              <a:buNone/>
              <a:defRPr>
                <a:solidFill>
                  <a:srgbClr val="D9D9D9"/>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theme" Target="../theme/theme1.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3200"/>
              <a:buFont typeface="Outfit ExtraBold"/>
              <a:buNone/>
              <a:defRPr sz="3200">
                <a:solidFill>
                  <a:schemeClr val="lt1"/>
                </a:solidFill>
                <a:latin typeface="Outfit ExtraBold"/>
                <a:ea typeface="Outfit ExtraBold"/>
                <a:cs typeface="Outfit ExtraBold"/>
                <a:sym typeface="Outfit Extra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1"/>
              </a:buClr>
              <a:buSzPts val="1800"/>
              <a:buFont typeface="Outfit Medium"/>
              <a:buChar char="●"/>
              <a:defRPr sz="1800">
                <a:solidFill>
                  <a:schemeClr val="lt1"/>
                </a:solidFill>
                <a:latin typeface="Outfit Medium"/>
                <a:ea typeface="Outfit Medium"/>
                <a:cs typeface="Outfit Medium"/>
                <a:sym typeface="Outfit Medium"/>
              </a:defRPr>
            </a:lvl1pPr>
            <a:lvl2pPr indent="-317500" lvl="1" marL="914400">
              <a:lnSpc>
                <a:spcPct val="115000"/>
              </a:lnSpc>
              <a:spcBef>
                <a:spcPts val="0"/>
              </a:spcBef>
              <a:spcAft>
                <a:spcPts val="0"/>
              </a:spcAft>
              <a:buClr>
                <a:schemeClr val="lt1"/>
              </a:buClr>
              <a:buSzPts val="1400"/>
              <a:buFont typeface="Outfit Medium"/>
              <a:buChar char="○"/>
              <a:defRPr>
                <a:solidFill>
                  <a:schemeClr val="lt1"/>
                </a:solidFill>
                <a:latin typeface="Outfit Medium"/>
                <a:ea typeface="Outfit Medium"/>
                <a:cs typeface="Outfit Medium"/>
                <a:sym typeface="Outfit Medium"/>
              </a:defRPr>
            </a:lvl2pPr>
            <a:lvl3pPr indent="-317500" lvl="2" marL="1371600">
              <a:lnSpc>
                <a:spcPct val="115000"/>
              </a:lnSpc>
              <a:spcBef>
                <a:spcPts val="0"/>
              </a:spcBef>
              <a:spcAft>
                <a:spcPts val="0"/>
              </a:spcAft>
              <a:buClr>
                <a:schemeClr val="lt1"/>
              </a:buClr>
              <a:buSzPts val="1400"/>
              <a:buFont typeface="Outfit Medium"/>
              <a:buChar char="■"/>
              <a:defRPr>
                <a:solidFill>
                  <a:schemeClr val="lt1"/>
                </a:solidFill>
                <a:latin typeface="Outfit Medium"/>
                <a:ea typeface="Outfit Medium"/>
                <a:cs typeface="Outfit Medium"/>
                <a:sym typeface="Outfit Medium"/>
              </a:defRPr>
            </a:lvl3pPr>
            <a:lvl4pPr indent="-317500" lvl="3" marL="1828800">
              <a:lnSpc>
                <a:spcPct val="115000"/>
              </a:lnSpc>
              <a:spcBef>
                <a:spcPts val="0"/>
              </a:spcBef>
              <a:spcAft>
                <a:spcPts val="0"/>
              </a:spcAft>
              <a:buClr>
                <a:schemeClr val="lt1"/>
              </a:buClr>
              <a:buSzPts val="1400"/>
              <a:buFont typeface="Outfit Medium"/>
              <a:buChar char="●"/>
              <a:defRPr>
                <a:solidFill>
                  <a:schemeClr val="lt1"/>
                </a:solidFill>
                <a:latin typeface="Outfit Medium"/>
                <a:ea typeface="Outfit Medium"/>
                <a:cs typeface="Outfit Medium"/>
                <a:sym typeface="Outfit Medium"/>
              </a:defRPr>
            </a:lvl4pPr>
            <a:lvl5pPr indent="-317500" lvl="4" marL="2286000">
              <a:lnSpc>
                <a:spcPct val="115000"/>
              </a:lnSpc>
              <a:spcBef>
                <a:spcPts val="0"/>
              </a:spcBef>
              <a:spcAft>
                <a:spcPts val="0"/>
              </a:spcAft>
              <a:buClr>
                <a:schemeClr val="lt1"/>
              </a:buClr>
              <a:buSzPts val="1400"/>
              <a:buFont typeface="Outfit Medium"/>
              <a:buChar char="○"/>
              <a:defRPr>
                <a:solidFill>
                  <a:schemeClr val="lt1"/>
                </a:solidFill>
                <a:latin typeface="Outfit Medium"/>
                <a:ea typeface="Outfit Medium"/>
                <a:cs typeface="Outfit Medium"/>
                <a:sym typeface="Outfit Medium"/>
              </a:defRPr>
            </a:lvl5pPr>
            <a:lvl6pPr indent="-317500" lvl="5" marL="2743200">
              <a:lnSpc>
                <a:spcPct val="115000"/>
              </a:lnSpc>
              <a:spcBef>
                <a:spcPts val="0"/>
              </a:spcBef>
              <a:spcAft>
                <a:spcPts val="0"/>
              </a:spcAft>
              <a:buClr>
                <a:schemeClr val="lt1"/>
              </a:buClr>
              <a:buSzPts val="1400"/>
              <a:buFont typeface="Outfit Medium"/>
              <a:buChar char="■"/>
              <a:defRPr>
                <a:solidFill>
                  <a:schemeClr val="lt1"/>
                </a:solidFill>
                <a:latin typeface="Outfit Medium"/>
                <a:ea typeface="Outfit Medium"/>
                <a:cs typeface="Outfit Medium"/>
                <a:sym typeface="Outfit Medium"/>
              </a:defRPr>
            </a:lvl6pPr>
            <a:lvl7pPr indent="-317500" lvl="6" marL="3200400">
              <a:lnSpc>
                <a:spcPct val="115000"/>
              </a:lnSpc>
              <a:spcBef>
                <a:spcPts val="0"/>
              </a:spcBef>
              <a:spcAft>
                <a:spcPts val="0"/>
              </a:spcAft>
              <a:buClr>
                <a:schemeClr val="lt1"/>
              </a:buClr>
              <a:buSzPts val="1400"/>
              <a:buFont typeface="Outfit Medium"/>
              <a:buChar char="●"/>
              <a:defRPr>
                <a:solidFill>
                  <a:schemeClr val="lt1"/>
                </a:solidFill>
                <a:latin typeface="Outfit Medium"/>
                <a:ea typeface="Outfit Medium"/>
                <a:cs typeface="Outfit Medium"/>
                <a:sym typeface="Outfit Medium"/>
              </a:defRPr>
            </a:lvl7pPr>
            <a:lvl8pPr indent="-317500" lvl="7" marL="3657600">
              <a:lnSpc>
                <a:spcPct val="115000"/>
              </a:lnSpc>
              <a:spcBef>
                <a:spcPts val="0"/>
              </a:spcBef>
              <a:spcAft>
                <a:spcPts val="0"/>
              </a:spcAft>
              <a:buClr>
                <a:schemeClr val="lt1"/>
              </a:buClr>
              <a:buSzPts val="1400"/>
              <a:buFont typeface="Outfit Medium"/>
              <a:buChar char="○"/>
              <a:defRPr>
                <a:solidFill>
                  <a:schemeClr val="lt1"/>
                </a:solidFill>
                <a:latin typeface="Outfit Medium"/>
                <a:ea typeface="Outfit Medium"/>
                <a:cs typeface="Outfit Medium"/>
                <a:sym typeface="Outfit Medium"/>
              </a:defRPr>
            </a:lvl8pPr>
            <a:lvl9pPr indent="-317500" lvl="8" marL="4114800">
              <a:lnSpc>
                <a:spcPct val="115000"/>
              </a:lnSpc>
              <a:spcBef>
                <a:spcPts val="0"/>
              </a:spcBef>
              <a:spcAft>
                <a:spcPts val="0"/>
              </a:spcAft>
              <a:buClr>
                <a:schemeClr val="lt1"/>
              </a:buClr>
              <a:buSzPts val="1400"/>
              <a:buFont typeface="Outfit Medium"/>
              <a:buChar char="■"/>
              <a:defRPr>
                <a:solidFill>
                  <a:schemeClr val="lt1"/>
                </a:solidFill>
                <a:latin typeface="Outfit Medium"/>
                <a:ea typeface="Outfit Medium"/>
                <a:cs typeface="Outfit Medium"/>
                <a:sym typeface="Outfit Medium"/>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hyperlink" Target="http://packops.ir" TargetMode="External"/><Relationship Id="rId5"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39.jpg"/><Relationship Id="rId4" Type="http://schemas.openxmlformats.org/officeDocument/2006/relationships/image" Target="../media/image36.jpg"/><Relationship Id="rId5" Type="http://schemas.openxmlformats.org/officeDocument/2006/relationships/image" Target="../media/image3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9.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4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21.png"/><Relationship Id="rId5" Type="http://schemas.openxmlformats.org/officeDocument/2006/relationships/image" Target="../media/image19.png"/><Relationship Id="rId6" Type="http://schemas.openxmlformats.org/officeDocument/2006/relationships/image" Target="../media/image14.png"/><Relationship Id="rId7" Type="http://schemas.openxmlformats.org/officeDocument/2006/relationships/image" Target="../media/image24.png"/><Relationship Id="rId8"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30.png"/><Relationship Id="rId4" Type="http://schemas.openxmlformats.org/officeDocument/2006/relationships/image" Target="../media/image23.png"/><Relationship Id="rId5" Type="http://schemas.openxmlformats.org/officeDocument/2006/relationships/image" Target="../media/image25.png"/><Relationship Id="rId6"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35.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2.xml"/><Relationship Id="rId3" Type="http://schemas.openxmlformats.org/officeDocument/2006/relationships/image" Target="../media/image8.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 name="Shape 113"/>
        <p:cNvGrpSpPr/>
        <p:nvPr/>
      </p:nvGrpSpPr>
      <p:grpSpPr>
        <a:xfrm>
          <a:off x="0" y="0"/>
          <a:ext cx="0" cy="0"/>
          <a:chOff x="0" y="0"/>
          <a:chExt cx="0" cy="0"/>
        </a:xfrm>
      </p:grpSpPr>
      <p:sp>
        <p:nvSpPr>
          <p:cNvPr id="114" name="Google Shape;114;p17"/>
          <p:cNvSpPr txBox="1"/>
          <p:nvPr>
            <p:ph idx="4294967295" type="subTitle"/>
          </p:nvPr>
        </p:nvSpPr>
        <p:spPr>
          <a:xfrm>
            <a:off x="0" y="2117150"/>
            <a:ext cx="4950600" cy="10221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1200"/>
              </a:spcAft>
              <a:buNone/>
            </a:pPr>
            <a:r>
              <a:rPr b="1" lang="en" sz="2100">
                <a:highlight>
                  <a:schemeClr val="accent2"/>
                </a:highlight>
                <a:latin typeface="Outfit"/>
                <a:ea typeface="Outfit"/>
                <a:cs typeface="Outfit"/>
                <a:sym typeface="Outfit"/>
              </a:rPr>
              <a:t>Farshad Nickfetrat</a:t>
            </a:r>
            <a:endParaRPr b="1" sz="2100">
              <a:highlight>
                <a:schemeClr val="accent2"/>
              </a:highlight>
              <a:latin typeface="Outfit"/>
              <a:ea typeface="Outfit"/>
              <a:cs typeface="Outfit"/>
              <a:sym typeface="Outfit"/>
            </a:endParaRPr>
          </a:p>
        </p:txBody>
      </p:sp>
      <p:sp>
        <p:nvSpPr>
          <p:cNvPr id="115" name="Google Shape;115;p17"/>
          <p:cNvSpPr txBox="1"/>
          <p:nvPr/>
        </p:nvSpPr>
        <p:spPr>
          <a:xfrm>
            <a:off x="-64925" y="833450"/>
            <a:ext cx="4751700" cy="134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780">
                <a:solidFill>
                  <a:schemeClr val="accent2"/>
                </a:solidFill>
                <a:highlight>
                  <a:schemeClr val="lt1"/>
                </a:highlight>
                <a:latin typeface="Outfit ExtraBold"/>
                <a:ea typeface="Outfit ExtraBold"/>
                <a:cs typeface="Outfit ExtraBold"/>
                <a:sym typeface="Outfit ExtraBold"/>
              </a:rPr>
              <a:t>Automation </a:t>
            </a:r>
            <a:endParaRPr sz="3780">
              <a:solidFill>
                <a:schemeClr val="accent2"/>
              </a:solidFill>
              <a:highlight>
                <a:schemeClr val="lt1"/>
              </a:highlight>
              <a:latin typeface="Outfit ExtraBold"/>
              <a:ea typeface="Outfit ExtraBold"/>
              <a:cs typeface="Outfit ExtraBold"/>
              <a:sym typeface="Outfit ExtraBold"/>
            </a:endParaRPr>
          </a:p>
          <a:p>
            <a:pPr indent="0" lvl="0" marL="0" rtl="0" algn="l">
              <a:spcBef>
                <a:spcPts val="0"/>
              </a:spcBef>
              <a:spcAft>
                <a:spcPts val="0"/>
              </a:spcAft>
              <a:buNone/>
            </a:pPr>
            <a:r>
              <a:rPr lang="en" sz="3780">
                <a:solidFill>
                  <a:schemeClr val="accent2"/>
                </a:solidFill>
                <a:highlight>
                  <a:schemeClr val="lt1"/>
                </a:highlight>
                <a:latin typeface="Outfit ExtraBold"/>
                <a:ea typeface="Outfit ExtraBold"/>
                <a:cs typeface="Outfit ExtraBold"/>
                <a:sym typeface="Outfit ExtraBold"/>
              </a:rPr>
              <a:t>Without Borders</a:t>
            </a:r>
            <a:endParaRPr sz="3780">
              <a:solidFill>
                <a:schemeClr val="accent2"/>
              </a:solidFill>
              <a:highlight>
                <a:schemeClr val="lt1"/>
              </a:highlight>
              <a:latin typeface="Outfit ExtraBold"/>
              <a:ea typeface="Outfit ExtraBold"/>
              <a:cs typeface="Outfit ExtraBold"/>
              <a:sym typeface="Outfit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title"/>
          </p:nvPr>
        </p:nvSpPr>
        <p:spPr>
          <a:xfrm>
            <a:off x="4317550" y="1187250"/>
            <a:ext cx="4226400" cy="903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2800"/>
              <a:t>Farshad Nickfetrat</a:t>
            </a:r>
            <a:endParaRPr sz="2800"/>
          </a:p>
          <a:p>
            <a:pPr indent="0" lvl="0" marL="0" rtl="0" algn="l">
              <a:spcBef>
                <a:spcPts val="0"/>
              </a:spcBef>
              <a:spcAft>
                <a:spcPts val="0"/>
              </a:spcAft>
              <a:buNone/>
            </a:pPr>
            <a:r>
              <a:t/>
            </a:r>
            <a:endParaRPr/>
          </a:p>
        </p:txBody>
      </p:sp>
      <p:cxnSp>
        <p:nvCxnSpPr>
          <p:cNvPr id="121" name="Google Shape;121;p18"/>
          <p:cNvCxnSpPr/>
          <p:nvPr/>
        </p:nvCxnSpPr>
        <p:spPr>
          <a:xfrm>
            <a:off x="123247" y="958542"/>
            <a:ext cx="4194300" cy="1800"/>
          </a:xfrm>
          <a:prstGeom prst="straightConnector1">
            <a:avLst/>
          </a:prstGeom>
          <a:noFill/>
          <a:ln cap="flat" cmpd="sng" w="16375">
            <a:solidFill>
              <a:schemeClr val="accent4"/>
            </a:solidFill>
            <a:prstDash val="solid"/>
            <a:round/>
            <a:headEnd len="med" w="med" type="none"/>
            <a:tailEnd len="med" w="med" type="none"/>
          </a:ln>
        </p:spPr>
      </p:cxnSp>
      <p:pic>
        <p:nvPicPr>
          <p:cNvPr id="122" name="Google Shape;122;p18" title="telegram-peer-photo-size-4-412750257435904781-1-0-0-removebg-preview.png"/>
          <p:cNvPicPr preferRelativeResize="0"/>
          <p:nvPr>
            <p:ph idx="2" type="pic"/>
          </p:nvPr>
        </p:nvPicPr>
        <p:blipFill rotWithShape="1">
          <a:blip r:embed="rId3">
            <a:alphaModFix/>
          </a:blip>
          <a:srcRect b="0" l="2946" r="2946" t="0"/>
          <a:stretch/>
        </p:blipFill>
        <p:spPr>
          <a:xfrm>
            <a:off x="323250" y="1242600"/>
            <a:ext cx="2239500" cy="2379600"/>
          </a:xfrm>
          <a:prstGeom prst="roundRect">
            <a:avLst>
              <a:gd fmla="val 16667" name="adj"/>
            </a:avLst>
          </a:prstGeom>
        </p:spPr>
      </p:pic>
      <p:sp>
        <p:nvSpPr>
          <p:cNvPr id="123" name="Google Shape;123;p18"/>
          <p:cNvSpPr txBox="1"/>
          <p:nvPr>
            <p:ph idx="1" type="subTitle"/>
          </p:nvPr>
        </p:nvSpPr>
        <p:spPr>
          <a:xfrm>
            <a:off x="4364650" y="1891950"/>
            <a:ext cx="4226400" cy="2045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CTO of Devops Iran</a:t>
            </a:r>
            <a:endParaRPr/>
          </a:p>
          <a:p>
            <a:pPr indent="0" lvl="0" marL="0" rtl="0" algn="l">
              <a:spcBef>
                <a:spcPts val="1200"/>
              </a:spcBef>
              <a:spcAft>
                <a:spcPts val="0"/>
              </a:spcAft>
              <a:buNone/>
            </a:pPr>
            <a:r>
              <a:rPr lang="en"/>
              <a:t>Founder of </a:t>
            </a:r>
            <a:r>
              <a:rPr lang="en" u="sng">
                <a:solidFill>
                  <a:schemeClr val="hlink"/>
                </a:solidFill>
                <a:hlinkClick r:id="rId4"/>
              </a:rPr>
              <a:t>Packops.ir</a:t>
            </a:r>
            <a:br>
              <a:rPr lang="en"/>
            </a:br>
            <a:r>
              <a:rPr lang="en"/>
              <a:t>Devops Team Lead At ADLAS</a:t>
            </a:r>
            <a:endParaRPr/>
          </a:p>
          <a:p>
            <a:pPr indent="0" lvl="0" marL="0" rtl="0" algn="l">
              <a:spcBef>
                <a:spcPts val="1200"/>
              </a:spcBef>
              <a:spcAft>
                <a:spcPts val="0"/>
              </a:spcAft>
              <a:buNone/>
            </a:pPr>
            <a:r>
              <a:rPr lang="en"/>
              <a:t>Devops Engineer Alibaba</a:t>
            </a:r>
            <a:endParaRPr/>
          </a:p>
          <a:p>
            <a:pPr indent="0" lvl="0" marL="0" rtl="0" algn="l">
              <a:spcBef>
                <a:spcPts val="1200"/>
              </a:spcBef>
              <a:spcAft>
                <a:spcPts val="1200"/>
              </a:spcAft>
              <a:buNone/>
            </a:pPr>
            <a:r>
              <a:rPr lang="en"/>
              <a:t>Devops Engineer Zarinpal</a:t>
            </a:r>
            <a:endParaRPr/>
          </a:p>
        </p:txBody>
      </p:sp>
      <p:sp>
        <p:nvSpPr>
          <p:cNvPr id="124" name="Google Shape;124;p18"/>
          <p:cNvSpPr txBox="1"/>
          <p:nvPr>
            <p:ph type="title"/>
          </p:nvPr>
        </p:nvSpPr>
        <p:spPr>
          <a:xfrm>
            <a:off x="185425" y="56450"/>
            <a:ext cx="4226400" cy="903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800"/>
              <a:t>Who am I ?</a:t>
            </a:r>
            <a:endParaRPr/>
          </a:p>
        </p:txBody>
      </p:sp>
      <p:pic>
        <p:nvPicPr>
          <p:cNvPr id="125" name="Google Shape;125;p18"/>
          <p:cNvPicPr preferRelativeResize="0"/>
          <p:nvPr/>
        </p:nvPicPr>
        <p:blipFill>
          <a:blip r:embed="rId5">
            <a:alphaModFix/>
          </a:blip>
          <a:stretch>
            <a:fillRect/>
          </a:stretch>
        </p:blipFill>
        <p:spPr>
          <a:xfrm>
            <a:off x="7534350" y="3536500"/>
            <a:ext cx="1572200" cy="1572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ph type="title"/>
          </p:nvPr>
        </p:nvSpPr>
        <p:spPr>
          <a:xfrm>
            <a:off x="13925" y="452825"/>
            <a:ext cx="4992600" cy="903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2800"/>
              <a:t>GitLab 31 January 2017</a:t>
            </a:r>
            <a:endParaRPr sz="2800"/>
          </a:p>
          <a:p>
            <a:pPr indent="0" lvl="0" marL="0" rtl="0" algn="l">
              <a:spcBef>
                <a:spcPts val="0"/>
              </a:spcBef>
              <a:spcAft>
                <a:spcPts val="0"/>
              </a:spcAft>
              <a:buNone/>
            </a:pPr>
            <a:r>
              <a:t/>
            </a:r>
            <a:endParaRPr/>
          </a:p>
        </p:txBody>
      </p:sp>
      <p:cxnSp>
        <p:nvCxnSpPr>
          <p:cNvPr id="131" name="Google Shape;131;p19"/>
          <p:cNvCxnSpPr/>
          <p:nvPr/>
        </p:nvCxnSpPr>
        <p:spPr>
          <a:xfrm>
            <a:off x="123247" y="958542"/>
            <a:ext cx="4194300" cy="1800"/>
          </a:xfrm>
          <a:prstGeom prst="straightConnector1">
            <a:avLst/>
          </a:prstGeom>
          <a:noFill/>
          <a:ln cap="flat" cmpd="sng" w="16375">
            <a:solidFill>
              <a:schemeClr val="accent4"/>
            </a:solidFill>
            <a:prstDash val="solid"/>
            <a:round/>
            <a:headEnd len="med" w="med" type="none"/>
            <a:tailEnd len="med" w="med" type="none"/>
          </a:ln>
        </p:spPr>
      </p:cxnSp>
      <p:pic>
        <p:nvPicPr>
          <p:cNvPr id="132" name="Google Shape;132;p19"/>
          <p:cNvPicPr preferRelativeResize="0"/>
          <p:nvPr/>
        </p:nvPicPr>
        <p:blipFill>
          <a:blip r:embed="rId3">
            <a:alphaModFix/>
          </a:blip>
          <a:stretch>
            <a:fillRect/>
          </a:stretch>
        </p:blipFill>
        <p:spPr>
          <a:xfrm>
            <a:off x="2463650" y="1294788"/>
            <a:ext cx="6310694" cy="34819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0"/>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800"/>
              <a:t>GitLab: the wrong database server</a:t>
            </a:r>
            <a:endParaRPr sz="2800"/>
          </a:p>
        </p:txBody>
      </p:sp>
      <p:sp>
        <p:nvSpPr>
          <p:cNvPr id="138" name="Google Shape;138;p20"/>
          <p:cNvSpPr/>
          <p:nvPr/>
        </p:nvSpPr>
        <p:spPr>
          <a:xfrm>
            <a:off x="609600" y="1333500"/>
            <a:ext cx="4648200" cy="1740000"/>
          </a:xfrm>
          <a:prstGeom prst="roundRect">
            <a:avLst>
              <a:gd fmla="val 16667" name="adj"/>
            </a:avLst>
          </a:prstGeom>
          <a:solidFill>
            <a:srgbClr val="111B38"/>
          </a:solidFill>
          <a:ln cap="flat" cmpd="sng" w="15250">
            <a:solidFill>
              <a:srgbClr val="7EC8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39" name="Google Shape;139;p20"/>
          <p:cNvSpPr txBox="1"/>
          <p:nvPr/>
        </p:nvSpPr>
        <p:spPr>
          <a:xfrm>
            <a:off x="787400" y="1447800"/>
            <a:ext cx="4191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7EC8F3"/>
                </a:solidFill>
                <a:latin typeface="Outfit"/>
                <a:ea typeface="Outfit"/>
                <a:cs typeface="Outfit"/>
                <a:sym typeface="Outfit"/>
              </a:rPr>
              <a:t>db1  ·  PRIMARY</a:t>
            </a:r>
            <a:endParaRPr b="1" sz="1800">
              <a:solidFill>
                <a:srgbClr val="7EC8F3"/>
              </a:solidFill>
              <a:latin typeface="Outfit"/>
              <a:ea typeface="Outfit"/>
              <a:cs typeface="Outfit"/>
              <a:sym typeface="Outfit"/>
            </a:endParaRPr>
          </a:p>
        </p:txBody>
      </p:sp>
      <p:sp>
        <p:nvSpPr>
          <p:cNvPr id="140" name="Google Shape;140;p20"/>
          <p:cNvSpPr txBox="1"/>
          <p:nvPr/>
        </p:nvSpPr>
        <p:spPr>
          <a:xfrm>
            <a:off x="812800" y="1930400"/>
            <a:ext cx="41910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F3F6F8"/>
                </a:solidFill>
                <a:latin typeface="Outfit"/>
                <a:ea typeface="Outfit"/>
                <a:cs typeface="Outfit"/>
                <a:sym typeface="Outfit"/>
              </a:rPr>
              <a:t>rm -rf [data directory]</a:t>
            </a:r>
            <a:endParaRPr b="1" sz="2200">
              <a:solidFill>
                <a:srgbClr val="F3F6F8"/>
              </a:solidFill>
              <a:latin typeface="Outfit"/>
              <a:ea typeface="Outfit"/>
              <a:cs typeface="Outfit"/>
              <a:sym typeface="Outfit"/>
            </a:endParaRPr>
          </a:p>
        </p:txBody>
      </p:sp>
      <p:sp>
        <p:nvSpPr>
          <p:cNvPr id="141" name="Google Shape;141;p20"/>
          <p:cNvSpPr txBox="1"/>
          <p:nvPr/>
        </p:nvSpPr>
        <p:spPr>
          <a:xfrm>
            <a:off x="825500" y="2476500"/>
            <a:ext cx="12699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F7941D"/>
                </a:solidFill>
                <a:latin typeface="Outfit"/>
                <a:ea typeface="Outfit"/>
                <a:cs typeface="Outfit"/>
                <a:sym typeface="Outfit"/>
              </a:rPr>
              <a:t>^C</a:t>
            </a:r>
            <a:endParaRPr b="1" sz="2200">
              <a:solidFill>
                <a:srgbClr val="F7941D"/>
              </a:solidFill>
              <a:latin typeface="Outfit"/>
              <a:ea typeface="Outfit"/>
              <a:cs typeface="Outfit"/>
              <a:sym typeface="Outfit"/>
            </a:endParaRPr>
          </a:p>
        </p:txBody>
      </p:sp>
      <p:sp>
        <p:nvSpPr>
          <p:cNvPr id="142" name="Google Shape;142;p20"/>
          <p:cNvSpPr/>
          <p:nvPr/>
        </p:nvSpPr>
        <p:spPr>
          <a:xfrm>
            <a:off x="825500" y="3365500"/>
            <a:ext cx="1346100" cy="609600"/>
          </a:xfrm>
          <a:prstGeom prst="roundRect">
            <a:avLst>
              <a:gd fmla="val 16667" name="adj"/>
            </a:avLst>
          </a:prstGeom>
          <a:solidFill>
            <a:srgbClr val="F3F6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43" name="Google Shape;143;p20"/>
          <p:cNvSpPr txBox="1"/>
          <p:nvPr/>
        </p:nvSpPr>
        <p:spPr>
          <a:xfrm>
            <a:off x="876300" y="3454400"/>
            <a:ext cx="1244700" cy="44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500">
                <a:solidFill>
                  <a:srgbClr val="0B0D31"/>
                </a:solidFill>
                <a:latin typeface="Outfit"/>
                <a:ea typeface="Outfit"/>
                <a:cs typeface="Outfit"/>
                <a:sym typeface="Outfit"/>
              </a:rPr>
              <a:t>Ctrl</a:t>
            </a:r>
            <a:endParaRPr b="1" sz="2500">
              <a:solidFill>
                <a:srgbClr val="0B0D31"/>
              </a:solidFill>
              <a:latin typeface="Outfit"/>
              <a:ea typeface="Outfit"/>
              <a:cs typeface="Outfit"/>
              <a:sym typeface="Outfit"/>
            </a:endParaRPr>
          </a:p>
        </p:txBody>
      </p:sp>
      <p:sp>
        <p:nvSpPr>
          <p:cNvPr id="144" name="Google Shape;144;p20"/>
          <p:cNvSpPr txBox="1"/>
          <p:nvPr/>
        </p:nvSpPr>
        <p:spPr>
          <a:xfrm>
            <a:off x="2273300" y="3492500"/>
            <a:ext cx="469800" cy="44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600">
                <a:solidFill>
                  <a:srgbClr val="F3F6F8"/>
                </a:solidFill>
                <a:latin typeface="Outfit"/>
                <a:ea typeface="Outfit"/>
                <a:cs typeface="Outfit"/>
                <a:sym typeface="Outfit"/>
              </a:rPr>
              <a:t>+</a:t>
            </a:r>
            <a:endParaRPr b="1" sz="2600">
              <a:solidFill>
                <a:srgbClr val="F3F6F8"/>
              </a:solidFill>
              <a:latin typeface="Outfit"/>
              <a:ea typeface="Outfit"/>
              <a:cs typeface="Outfit"/>
              <a:sym typeface="Outfit"/>
            </a:endParaRPr>
          </a:p>
        </p:txBody>
      </p:sp>
      <p:sp>
        <p:nvSpPr>
          <p:cNvPr id="145" name="Google Shape;145;p20"/>
          <p:cNvSpPr/>
          <p:nvPr/>
        </p:nvSpPr>
        <p:spPr>
          <a:xfrm>
            <a:off x="2895600" y="3365500"/>
            <a:ext cx="825600" cy="609600"/>
          </a:xfrm>
          <a:prstGeom prst="roundRect">
            <a:avLst>
              <a:gd fmla="val 16667" name="adj"/>
            </a:avLst>
          </a:prstGeom>
          <a:solidFill>
            <a:srgbClr val="F3F6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46" name="Google Shape;146;p20"/>
          <p:cNvSpPr txBox="1"/>
          <p:nvPr/>
        </p:nvSpPr>
        <p:spPr>
          <a:xfrm>
            <a:off x="2959100" y="3454400"/>
            <a:ext cx="698400" cy="44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500">
                <a:solidFill>
                  <a:srgbClr val="0B0D31"/>
                </a:solidFill>
                <a:latin typeface="Outfit"/>
                <a:ea typeface="Outfit"/>
                <a:cs typeface="Outfit"/>
                <a:sym typeface="Outfit"/>
              </a:rPr>
              <a:t>C</a:t>
            </a:r>
            <a:endParaRPr b="1" sz="2500">
              <a:solidFill>
                <a:srgbClr val="0B0D31"/>
              </a:solidFill>
              <a:latin typeface="Outfit"/>
              <a:ea typeface="Outfit"/>
              <a:cs typeface="Outfit"/>
              <a:sym typeface="Outfit"/>
            </a:endParaRPr>
          </a:p>
        </p:txBody>
      </p:sp>
      <p:sp>
        <p:nvSpPr>
          <p:cNvPr id="147" name="Google Shape;147;p20"/>
          <p:cNvSpPr txBox="1"/>
          <p:nvPr/>
        </p:nvSpPr>
        <p:spPr>
          <a:xfrm>
            <a:off x="698500" y="4089400"/>
            <a:ext cx="45975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F7941D"/>
                </a:solidFill>
                <a:latin typeface="Outfit"/>
                <a:ea typeface="Outfit"/>
                <a:cs typeface="Outfit"/>
                <a:sym typeface="Outfit"/>
              </a:rPr>
              <a:t>Stopped after noticing the mistake</a:t>
            </a:r>
            <a:endParaRPr sz="1700">
              <a:solidFill>
                <a:srgbClr val="F7941D"/>
              </a:solidFill>
              <a:latin typeface="Outfit"/>
              <a:ea typeface="Outfit"/>
              <a:cs typeface="Outfit"/>
              <a:sym typeface="Outfit"/>
            </a:endParaRPr>
          </a:p>
        </p:txBody>
      </p:sp>
      <p:sp>
        <p:nvSpPr>
          <p:cNvPr id="148" name="Google Shape;148;p20"/>
          <p:cNvSpPr/>
          <p:nvPr/>
        </p:nvSpPr>
        <p:spPr>
          <a:xfrm>
            <a:off x="6070600" y="1409700"/>
            <a:ext cx="2006700" cy="2438400"/>
          </a:xfrm>
          <a:prstGeom prst="roundRect">
            <a:avLst>
              <a:gd fmla="val 16667" name="adj"/>
            </a:avLst>
          </a:prstGeom>
          <a:solidFill>
            <a:srgbClr val="111B38"/>
          </a:solidFill>
          <a:ln cap="flat" cmpd="sng" w="15250">
            <a:solidFill>
              <a:srgbClr val="7EC8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49" name="Google Shape;149;p20"/>
          <p:cNvSpPr/>
          <p:nvPr/>
        </p:nvSpPr>
        <p:spPr>
          <a:xfrm>
            <a:off x="6223000" y="1587500"/>
            <a:ext cx="1701900" cy="381000"/>
          </a:xfrm>
          <a:prstGeom prst="roundRect">
            <a:avLst>
              <a:gd fmla="val 16667" name="adj"/>
            </a:avLst>
          </a:prstGeom>
          <a:solidFill>
            <a:srgbClr val="0B0D31"/>
          </a:solidFill>
          <a:ln cap="flat" cmpd="sng" w="15250">
            <a:solidFill>
              <a:srgbClr val="7EC8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50" name="Google Shape;150;p20"/>
          <p:cNvSpPr/>
          <p:nvPr/>
        </p:nvSpPr>
        <p:spPr>
          <a:xfrm>
            <a:off x="6350000" y="1727200"/>
            <a:ext cx="76200" cy="76200"/>
          </a:xfrm>
          <a:prstGeom prst="ellipse">
            <a:avLst/>
          </a:prstGeom>
          <a:solidFill>
            <a:srgbClr val="F24D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51" name="Google Shape;151;p20"/>
          <p:cNvSpPr/>
          <p:nvPr/>
        </p:nvSpPr>
        <p:spPr>
          <a:xfrm>
            <a:off x="6502400" y="1727200"/>
            <a:ext cx="76200" cy="76200"/>
          </a:xfrm>
          <a:prstGeom prst="ellipse">
            <a:avLst/>
          </a:prstGeom>
          <a:solidFill>
            <a:srgbClr val="F794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52" name="Google Shape;152;p20"/>
          <p:cNvSpPr/>
          <p:nvPr/>
        </p:nvSpPr>
        <p:spPr>
          <a:xfrm>
            <a:off x="6654800" y="1727200"/>
            <a:ext cx="76200" cy="76200"/>
          </a:xfrm>
          <a:prstGeom prst="ellipse">
            <a:avLst/>
          </a:prstGeom>
          <a:solidFill>
            <a:srgbClr val="F794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53" name="Google Shape;153;p20"/>
          <p:cNvSpPr/>
          <p:nvPr/>
        </p:nvSpPr>
        <p:spPr>
          <a:xfrm>
            <a:off x="6946900" y="1752600"/>
            <a:ext cx="774600" cy="38100"/>
          </a:xfrm>
          <a:prstGeom prst="rect">
            <a:avLst/>
          </a:prstGeom>
          <a:solidFill>
            <a:srgbClr val="7EC8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54" name="Google Shape;154;p20"/>
          <p:cNvSpPr/>
          <p:nvPr/>
        </p:nvSpPr>
        <p:spPr>
          <a:xfrm>
            <a:off x="6223000" y="2120900"/>
            <a:ext cx="1701900" cy="381000"/>
          </a:xfrm>
          <a:prstGeom prst="roundRect">
            <a:avLst>
              <a:gd fmla="val 16667" name="adj"/>
            </a:avLst>
          </a:prstGeom>
          <a:solidFill>
            <a:srgbClr val="0B0D31"/>
          </a:solidFill>
          <a:ln cap="flat" cmpd="sng" w="15250">
            <a:solidFill>
              <a:srgbClr val="7EC8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55" name="Google Shape;155;p20"/>
          <p:cNvSpPr/>
          <p:nvPr/>
        </p:nvSpPr>
        <p:spPr>
          <a:xfrm>
            <a:off x="6350000" y="2260600"/>
            <a:ext cx="76200" cy="76200"/>
          </a:xfrm>
          <a:prstGeom prst="ellipse">
            <a:avLst/>
          </a:prstGeom>
          <a:solidFill>
            <a:srgbClr val="F794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56" name="Google Shape;156;p20"/>
          <p:cNvSpPr/>
          <p:nvPr/>
        </p:nvSpPr>
        <p:spPr>
          <a:xfrm>
            <a:off x="6502400" y="2260600"/>
            <a:ext cx="76200" cy="76200"/>
          </a:xfrm>
          <a:prstGeom prst="ellipse">
            <a:avLst/>
          </a:prstGeom>
          <a:solidFill>
            <a:srgbClr val="F24D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57" name="Google Shape;157;p20"/>
          <p:cNvSpPr/>
          <p:nvPr/>
        </p:nvSpPr>
        <p:spPr>
          <a:xfrm>
            <a:off x="6654800" y="2260600"/>
            <a:ext cx="76200" cy="76200"/>
          </a:xfrm>
          <a:prstGeom prst="ellipse">
            <a:avLst/>
          </a:prstGeom>
          <a:solidFill>
            <a:srgbClr val="F794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58" name="Google Shape;158;p20"/>
          <p:cNvSpPr/>
          <p:nvPr/>
        </p:nvSpPr>
        <p:spPr>
          <a:xfrm>
            <a:off x="6946900" y="2286000"/>
            <a:ext cx="774600" cy="38100"/>
          </a:xfrm>
          <a:prstGeom prst="rect">
            <a:avLst/>
          </a:prstGeom>
          <a:solidFill>
            <a:srgbClr val="7EC8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59" name="Google Shape;159;p20"/>
          <p:cNvSpPr/>
          <p:nvPr/>
        </p:nvSpPr>
        <p:spPr>
          <a:xfrm>
            <a:off x="6223000" y="2654300"/>
            <a:ext cx="1701900" cy="381000"/>
          </a:xfrm>
          <a:prstGeom prst="roundRect">
            <a:avLst>
              <a:gd fmla="val 16667" name="adj"/>
            </a:avLst>
          </a:prstGeom>
          <a:solidFill>
            <a:srgbClr val="0B0D31"/>
          </a:solidFill>
          <a:ln cap="flat" cmpd="sng" w="15250">
            <a:solidFill>
              <a:srgbClr val="7EC8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60" name="Google Shape;160;p20"/>
          <p:cNvSpPr/>
          <p:nvPr/>
        </p:nvSpPr>
        <p:spPr>
          <a:xfrm>
            <a:off x="6350000" y="2794000"/>
            <a:ext cx="76200" cy="76200"/>
          </a:xfrm>
          <a:prstGeom prst="ellipse">
            <a:avLst/>
          </a:prstGeom>
          <a:solidFill>
            <a:srgbClr val="F794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61" name="Google Shape;161;p20"/>
          <p:cNvSpPr/>
          <p:nvPr/>
        </p:nvSpPr>
        <p:spPr>
          <a:xfrm>
            <a:off x="6502400" y="2794000"/>
            <a:ext cx="76200" cy="76200"/>
          </a:xfrm>
          <a:prstGeom prst="ellipse">
            <a:avLst/>
          </a:prstGeom>
          <a:solidFill>
            <a:srgbClr val="F794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62" name="Google Shape;162;p20"/>
          <p:cNvSpPr/>
          <p:nvPr/>
        </p:nvSpPr>
        <p:spPr>
          <a:xfrm>
            <a:off x="6654800" y="2794000"/>
            <a:ext cx="76200" cy="76200"/>
          </a:xfrm>
          <a:prstGeom prst="ellipse">
            <a:avLst/>
          </a:prstGeom>
          <a:solidFill>
            <a:srgbClr val="F24D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63" name="Google Shape;163;p20"/>
          <p:cNvSpPr/>
          <p:nvPr/>
        </p:nvSpPr>
        <p:spPr>
          <a:xfrm>
            <a:off x="6946900" y="2819400"/>
            <a:ext cx="774600" cy="38100"/>
          </a:xfrm>
          <a:prstGeom prst="rect">
            <a:avLst/>
          </a:prstGeom>
          <a:solidFill>
            <a:srgbClr val="7EC8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64" name="Google Shape;164;p20"/>
          <p:cNvSpPr/>
          <p:nvPr/>
        </p:nvSpPr>
        <p:spPr>
          <a:xfrm>
            <a:off x="6223000" y="3187700"/>
            <a:ext cx="1701900" cy="381000"/>
          </a:xfrm>
          <a:prstGeom prst="roundRect">
            <a:avLst>
              <a:gd fmla="val 16667" name="adj"/>
            </a:avLst>
          </a:prstGeom>
          <a:solidFill>
            <a:srgbClr val="0B0D31"/>
          </a:solidFill>
          <a:ln cap="flat" cmpd="sng" w="15250">
            <a:solidFill>
              <a:srgbClr val="7EC8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65" name="Google Shape;165;p20"/>
          <p:cNvSpPr/>
          <p:nvPr/>
        </p:nvSpPr>
        <p:spPr>
          <a:xfrm>
            <a:off x="6350000" y="3327400"/>
            <a:ext cx="76200" cy="76200"/>
          </a:xfrm>
          <a:prstGeom prst="ellipse">
            <a:avLst/>
          </a:prstGeom>
          <a:solidFill>
            <a:srgbClr val="F24D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66" name="Google Shape;166;p20"/>
          <p:cNvSpPr/>
          <p:nvPr/>
        </p:nvSpPr>
        <p:spPr>
          <a:xfrm>
            <a:off x="6502400" y="3327400"/>
            <a:ext cx="76200" cy="76200"/>
          </a:xfrm>
          <a:prstGeom prst="ellipse">
            <a:avLst/>
          </a:prstGeom>
          <a:solidFill>
            <a:srgbClr val="F794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67" name="Google Shape;167;p20"/>
          <p:cNvSpPr/>
          <p:nvPr/>
        </p:nvSpPr>
        <p:spPr>
          <a:xfrm>
            <a:off x="6654800" y="3327400"/>
            <a:ext cx="76200" cy="76200"/>
          </a:xfrm>
          <a:prstGeom prst="ellipse">
            <a:avLst/>
          </a:prstGeom>
          <a:solidFill>
            <a:srgbClr val="F794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68" name="Google Shape;168;p20"/>
          <p:cNvSpPr/>
          <p:nvPr/>
        </p:nvSpPr>
        <p:spPr>
          <a:xfrm>
            <a:off x="6946900" y="3352800"/>
            <a:ext cx="774600" cy="38100"/>
          </a:xfrm>
          <a:prstGeom prst="rect">
            <a:avLst/>
          </a:prstGeom>
          <a:solidFill>
            <a:srgbClr val="7EC8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69" name="Google Shape;169;p20"/>
          <p:cNvSpPr txBox="1"/>
          <p:nvPr/>
        </p:nvSpPr>
        <p:spPr>
          <a:xfrm>
            <a:off x="5930900" y="3975100"/>
            <a:ext cx="2286000" cy="34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F7941D"/>
                </a:solidFill>
                <a:latin typeface="Outfit"/>
                <a:ea typeface="Outfit"/>
                <a:cs typeface="Outfit"/>
                <a:sym typeface="Outfit"/>
              </a:rPr>
              <a:t>db1 · PRIMARY</a:t>
            </a:r>
            <a:endParaRPr b="1" sz="1800">
              <a:solidFill>
                <a:srgbClr val="F7941D"/>
              </a:solidFill>
              <a:latin typeface="Outfit"/>
              <a:ea typeface="Outfit"/>
              <a:cs typeface="Outfit"/>
              <a:sym typeface="Outfi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1"/>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800"/>
              <a:t>GitLab: the scale of the deletion</a:t>
            </a:r>
            <a:endParaRPr sz="2800"/>
          </a:p>
        </p:txBody>
      </p:sp>
      <p:sp>
        <p:nvSpPr>
          <p:cNvPr id="175" name="Google Shape;175;p21"/>
          <p:cNvSpPr/>
          <p:nvPr/>
        </p:nvSpPr>
        <p:spPr>
          <a:xfrm>
            <a:off x="800100" y="1638300"/>
            <a:ext cx="2793900" cy="2336700"/>
          </a:xfrm>
          <a:prstGeom prst="can">
            <a:avLst>
              <a:gd fmla="val 25000" name="adj"/>
            </a:avLst>
          </a:prstGeom>
          <a:solidFill>
            <a:srgbClr val="111B38"/>
          </a:solidFill>
          <a:ln cap="flat" cmpd="sng" w="15250">
            <a:solidFill>
              <a:srgbClr val="7EC8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76" name="Google Shape;176;p21"/>
          <p:cNvSpPr txBox="1"/>
          <p:nvPr/>
        </p:nvSpPr>
        <p:spPr>
          <a:xfrm>
            <a:off x="838200" y="1231900"/>
            <a:ext cx="27939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rgbClr val="7EC8F3"/>
                </a:solidFill>
                <a:latin typeface="Outfit"/>
                <a:ea typeface="Outfit"/>
                <a:cs typeface="Outfit"/>
                <a:sym typeface="Outfit"/>
              </a:rPr>
              <a:t>PRIMARY DATABASE</a:t>
            </a:r>
            <a:endParaRPr b="1" sz="1700">
              <a:solidFill>
                <a:srgbClr val="7EC8F3"/>
              </a:solidFill>
              <a:latin typeface="Outfit"/>
              <a:ea typeface="Outfit"/>
              <a:cs typeface="Outfit"/>
              <a:sym typeface="Outfit"/>
            </a:endParaRPr>
          </a:p>
        </p:txBody>
      </p:sp>
      <p:sp>
        <p:nvSpPr>
          <p:cNvPr id="177" name="Google Shape;177;p21"/>
          <p:cNvSpPr/>
          <p:nvPr/>
        </p:nvSpPr>
        <p:spPr>
          <a:xfrm>
            <a:off x="1041400" y="3619500"/>
            <a:ext cx="2311500" cy="101700"/>
          </a:xfrm>
          <a:prstGeom prst="rect">
            <a:avLst/>
          </a:prstGeom>
          <a:solidFill>
            <a:srgbClr val="F24D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78" name="Google Shape;178;p21"/>
          <p:cNvSpPr txBox="1"/>
          <p:nvPr/>
        </p:nvSpPr>
        <p:spPr>
          <a:xfrm>
            <a:off x="774700" y="4140200"/>
            <a:ext cx="29211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rgbClr val="F24D66"/>
                </a:solidFill>
                <a:latin typeface="Outfit"/>
                <a:ea typeface="Outfit"/>
                <a:cs typeface="Outfit"/>
                <a:sym typeface="Outfit"/>
              </a:rPr>
              <a:t>~300 GB removed</a:t>
            </a:r>
            <a:endParaRPr b="1" sz="2000">
              <a:solidFill>
                <a:srgbClr val="F24D66"/>
              </a:solidFill>
              <a:latin typeface="Outfit"/>
              <a:ea typeface="Outfit"/>
              <a:cs typeface="Outfit"/>
              <a:sym typeface="Outfit"/>
            </a:endParaRPr>
          </a:p>
        </p:txBody>
      </p:sp>
      <p:sp>
        <p:nvSpPr>
          <p:cNvPr id="179" name="Google Shape;179;p21"/>
          <p:cNvSpPr txBox="1"/>
          <p:nvPr/>
        </p:nvSpPr>
        <p:spPr>
          <a:xfrm>
            <a:off x="4559300" y="1397000"/>
            <a:ext cx="3657600" cy="71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900">
                <a:solidFill>
                  <a:srgbClr val="7EC8F3"/>
                </a:solidFill>
                <a:latin typeface="Outfit"/>
                <a:ea typeface="Outfit"/>
                <a:cs typeface="Outfit"/>
                <a:sym typeface="Outfit"/>
              </a:rPr>
              <a:t>~300 GB</a:t>
            </a:r>
            <a:endParaRPr b="1" sz="3900">
              <a:solidFill>
                <a:srgbClr val="7EC8F3"/>
              </a:solidFill>
              <a:latin typeface="Outfit"/>
              <a:ea typeface="Outfit"/>
              <a:cs typeface="Outfit"/>
              <a:sym typeface="Outfit"/>
            </a:endParaRPr>
          </a:p>
        </p:txBody>
      </p:sp>
      <p:sp>
        <p:nvSpPr>
          <p:cNvPr id="180" name="Google Shape;180;p21"/>
          <p:cNvSpPr txBox="1"/>
          <p:nvPr/>
        </p:nvSpPr>
        <p:spPr>
          <a:xfrm>
            <a:off x="4749800" y="2108200"/>
            <a:ext cx="3276600" cy="31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rgbClr val="F3F6F8"/>
                </a:solidFill>
                <a:latin typeface="Outfit"/>
                <a:ea typeface="Outfit"/>
                <a:cs typeface="Outfit"/>
                <a:sym typeface="Outfit"/>
              </a:rPr>
              <a:t>before deletion</a:t>
            </a:r>
            <a:endParaRPr sz="1700">
              <a:solidFill>
                <a:srgbClr val="F3F6F8"/>
              </a:solidFill>
              <a:latin typeface="Outfit"/>
              <a:ea typeface="Outfit"/>
              <a:cs typeface="Outfit"/>
              <a:sym typeface="Outfit"/>
            </a:endParaRPr>
          </a:p>
        </p:txBody>
      </p:sp>
      <p:sp>
        <p:nvSpPr>
          <p:cNvPr id="181" name="Google Shape;181;p21"/>
          <p:cNvSpPr txBox="1"/>
          <p:nvPr/>
        </p:nvSpPr>
        <p:spPr>
          <a:xfrm>
            <a:off x="4356100" y="2857500"/>
            <a:ext cx="4064100" cy="88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5100">
                <a:solidFill>
                  <a:srgbClr val="F24D66"/>
                </a:solidFill>
                <a:latin typeface="Outfit"/>
                <a:ea typeface="Outfit"/>
                <a:cs typeface="Outfit"/>
                <a:sym typeface="Outfit"/>
              </a:rPr>
              <a:t>~4.5 GB</a:t>
            </a:r>
            <a:endParaRPr b="1" sz="5100">
              <a:solidFill>
                <a:srgbClr val="F24D66"/>
              </a:solidFill>
              <a:latin typeface="Outfit"/>
              <a:ea typeface="Outfit"/>
              <a:cs typeface="Outfit"/>
              <a:sym typeface="Outfit"/>
            </a:endParaRPr>
          </a:p>
        </p:txBody>
      </p:sp>
      <p:sp>
        <p:nvSpPr>
          <p:cNvPr id="182" name="Google Shape;182;p21"/>
          <p:cNvSpPr txBox="1"/>
          <p:nvPr/>
        </p:nvSpPr>
        <p:spPr>
          <a:xfrm>
            <a:off x="4064000" y="3835400"/>
            <a:ext cx="4673700" cy="53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F3F6F8"/>
                </a:solidFill>
                <a:latin typeface="Outfit"/>
                <a:ea typeface="Outfit"/>
                <a:cs typeface="Outfit"/>
                <a:sym typeface="Outfit"/>
              </a:rPr>
              <a:t>remaining when the command stopped</a:t>
            </a:r>
            <a:endParaRPr sz="1800">
              <a:solidFill>
                <a:srgbClr val="F3F6F8"/>
              </a:solidFill>
              <a:latin typeface="Outfit"/>
              <a:ea typeface="Outfit"/>
              <a:cs typeface="Outfit"/>
              <a:sym typeface="Outfi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2"/>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2800">
                <a:latin typeface="Outfit"/>
                <a:ea typeface="Outfit"/>
                <a:cs typeface="Outfit"/>
                <a:sym typeface="Outfit"/>
              </a:rPr>
              <a:t>GitLab: estimated data loss</a:t>
            </a:r>
            <a:endParaRPr b="1" sz="2800">
              <a:latin typeface="Outfit"/>
              <a:ea typeface="Outfit"/>
              <a:cs typeface="Outfit"/>
              <a:sym typeface="Outfit"/>
            </a:endParaRPr>
          </a:p>
        </p:txBody>
      </p:sp>
      <p:sp>
        <p:nvSpPr>
          <p:cNvPr id="188" name="Google Shape;188;p22"/>
          <p:cNvSpPr txBox="1"/>
          <p:nvPr/>
        </p:nvSpPr>
        <p:spPr>
          <a:xfrm>
            <a:off x="762000" y="1257300"/>
            <a:ext cx="76200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900">
                <a:solidFill>
                  <a:srgbClr val="7EC8F3"/>
                </a:solidFill>
                <a:latin typeface="Outfit"/>
                <a:ea typeface="Outfit"/>
                <a:cs typeface="Outfit"/>
                <a:sym typeface="Outfit"/>
              </a:rPr>
              <a:t>GitLab’s estimate of affected database records</a:t>
            </a:r>
            <a:endParaRPr sz="1900">
              <a:solidFill>
                <a:srgbClr val="7EC8F3"/>
              </a:solidFill>
              <a:latin typeface="Outfit"/>
              <a:ea typeface="Outfit"/>
              <a:cs typeface="Outfit"/>
              <a:sym typeface="Outfit"/>
            </a:endParaRPr>
          </a:p>
        </p:txBody>
      </p:sp>
      <p:sp>
        <p:nvSpPr>
          <p:cNvPr id="189" name="Google Shape;189;p22"/>
          <p:cNvSpPr/>
          <p:nvPr/>
        </p:nvSpPr>
        <p:spPr>
          <a:xfrm>
            <a:off x="660400" y="1993900"/>
            <a:ext cx="2412900" cy="2044800"/>
          </a:xfrm>
          <a:prstGeom prst="roundRect">
            <a:avLst>
              <a:gd fmla="val 16667" name="adj"/>
            </a:avLst>
          </a:prstGeom>
          <a:solidFill>
            <a:srgbClr val="111B38"/>
          </a:solidFill>
          <a:ln cap="flat" cmpd="sng" w="15250">
            <a:solidFill>
              <a:srgbClr val="F794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90" name="Google Shape;190;p22"/>
          <p:cNvSpPr txBox="1"/>
          <p:nvPr/>
        </p:nvSpPr>
        <p:spPr>
          <a:xfrm>
            <a:off x="723900" y="2222500"/>
            <a:ext cx="2286000" cy="8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800">
                <a:solidFill>
                  <a:srgbClr val="F7941D"/>
                </a:solidFill>
                <a:latin typeface="Outfit"/>
                <a:ea typeface="Outfit"/>
                <a:cs typeface="Outfit"/>
                <a:sym typeface="Outfit"/>
              </a:rPr>
              <a:t>~5,000</a:t>
            </a:r>
            <a:endParaRPr b="1" sz="3800">
              <a:solidFill>
                <a:srgbClr val="F7941D"/>
              </a:solidFill>
              <a:latin typeface="Outfit"/>
              <a:ea typeface="Outfit"/>
              <a:cs typeface="Outfit"/>
              <a:sym typeface="Outfit"/>
            </a:endParaRPr>
          </a:p>
        </p:txBody>
      </p:sp>
      <p:sp>
        <p:nvSpPr>
          <p:cNvPr id="191" name="Google Shape;191;p22"/>
          <p:cNvSpPr txBox="1"/>
          <p:nvPr/>
        </p:nvSpPr>
        <p:spPr>
          <a:xfrm>
            <a:off x="723900" y="3136900"/>
            <a:ext cx="22860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F3F6F8"/>
                </a:solidFill>
                <a:latin typeface="Outfit"/>
                <a:ea typeface="Outfit"/>
                <a:cs typeface="Outfit"/>
                <a:sym typeface="Outfit"/>
              </a:rPr>
              <a:t>PROJECTS</a:t>
            </a:r>
            <a:endParaRPr b="1" sz="1800">
              <a:solidFill>
                <a:srgbClr val="F3F6F8"/>
              </a:solidFill>
              <a:latin typeface="Outfit"/>
              <a:ea typeface="Outfit"/>
              <a:cs typeface="Outfit"/>
              <a:sym typeface="Outfit"/>
            </a:endParaRPr>
          </a:p>
        </p:txBody>
      </p:sp>
      <p:sp>
        <p:nvSpPr>
          <p:cNvPr id="192" name="Google Shape;192;p22"/>
          <p:cNvSpPr txBox="1"/>
          <p:nvPr/>
        </p:nvSpPr>
        <p:spPr>
          <a:xfrm>
            <a:off x="723900" y="3619500"/>
            <a:ext cx="2286000" cy="31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3F6F8"/>
                </a:solidFill>
                <a:latin typeface="Outfit"/>
                <a:ea typeface="Outfit"/>
                <a:cs typeface="Outfit"/>
                <a:sym typeface="Outfit"/>
              </a:rPr>
              <a:t>Project data</a:t>
            </a:r>
            <a:endParaRPr>
              <a:solidFill>
                <a:srgbClr val="F3F6F8"/>
              </a:solidFill>
              <a:latin typeface="Outfit"/>
              <a:ea typeface="Outfit"/>
              <a:cs typeface="Outfit"/>
              <a:sym typeface="Outfit"/>
            </a:endParaRPr>
          </a:p>
        </p:txBody>
      </p:sp>
      <p:sp>
        <p:nvSpPr>
          <p:cNvPr id="193" name="Google Shape;193;p22"/>
          <p:cNvSpPr/>
          <p:nvPr/>
        </p:nvSpPr>
        <p:spPr>
          <a:xfrm>
            <a:off x="3352800" y="1993900"/>
            <a:ext cx="2412900" cy="2044800"/>
          </a:xfrm>
          <a:prstGeom prst="roundRect">
            <a:avLst>
              <a:gd fmla="val 16667" name="adj"/>
            </a:avLst>
          </a:prstGeom>
          <a:solidFill>
            <a:srgbClr val="111B38"/>
          </a:solidFill>
          <a:ln cap="flat" cmpd="sng" w="15250">
            <a:solidFill>
              <a:srgbClr val="7EC8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94" name="Google Shape;194;p22"/>
          <p:cNvSpPr txBox="1"/>
          <p:nvPr/>
        </p:nvSpPr>
        <p:spPr>
          <a:xfrm>
            <a:off x="3416300" y="2222500"/>
            <a:ext cx="2286000" cy="8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800">
                <a:solidFill>
                  <a:srgbClr val="7EC8F3"/>
                </a:solidFill>
                <a:latin typeface="Outfit"/>
                <a:ea typeface="Outfit"/>
                <a:cs typeface="Outfit"/>
                <a:sym typeface="Outfit"/>
              </a:rPr>
              <a:t>~5,000</a:t>
            </a:r>
            <a:endParaRPr b="1" sz="3800">
              <a:solidFill>
                <a:srgbClr val="7EC8F3"/>
              </a:solidFill>
              <a:latin typeface="Outfit"/>
              <a:ea typeface="Outfit"/>
              <a:cs typeface="Outfit"/>
              <a:sym typeface="Outfit"/>
            </a:endParaRPr>
          </a:p>
        </p:txBody>
      </p:sp>
      <p:sp>
        <p:nvSpPr>
          <p:cNvPr id="195" name="Google Shape;195;p22"/>
          <p:cNvSpPr txBox="1"/>
          <p:nvPr/>
        </p:nvSpPr>
        <p:spPr>
          <a:xfrm>
            <a:off x="3416300" y="3136900"/>
            <a:ext cx="22860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F3F6F8"/>
                </a:solidFill>
                <a:latin typeface="Outfit"/>
                <a:ea typeface="Outfit"/>
                <a:cs typeface="Outfit"/>
                <a:sym typeface="Outfit"/>
              </a:rPr>
              <a:t>COMMENTS</a:t>
            </a:r>
            <a:endParaRPr b="1" sz="1800">
              <a:solidFill>
                <a:srgbClr val="F3F6F8"/>
              </a:solidFill>
              <a:latin typeface="Outfit"/>
              <a:ea typeface="Outfit"/>
              <a:cs typeface="Outfit"/>
              <a:sym typeface="Outfit"/>
            </a:endParaRPr>
          </a:p>
        </p:txBody>
      </p:sp>
      <p:sp>
        <p:nvSpPr>
          <p:cNvPr id="196" name="Google Shape;196;p22"/>
          <p:cNvSpPr txBox="1"/>
          <p:nvPr/>
        </p:nvSpPr>
        <p:spPr>
          <a:xfrm>
            <a:off x="3416300" y="3619500"/>
            <a:ext cx="2286000" cy="31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3F6F8"/>
                </a:solidFill>
                <a:latin typeface="Outfit"/>
                <a:ea typeface="Outfit"/>
                <a:cs typeface="Outfit"/>
                <a:sym typeface="Outfit"/>
              </a:rPr>
              <a:t>Comments</a:t>
            </a:r>
            <a:endParaRPr>
              <a:solidFill>
                <a:srgbClr val="F3F6F8"/>
              </a:solidFill>
              <a:latin typeface="Outfit"/>
              <a:ea typeface="Outfit"/>
              <a:cs typeface="Outfit"/>
              <a:sym typeface="Outfit"/>
            </a:endParaRPr>
          </a:p>
        </p:txBody>
      </p:sp>
      <p:sp>
        <p:nvSpPr>
          <p:cNvPr id="197" name="Google Shape;197;p22"/>
          <p:cNvSpPr/>
          <p:nvPr/>
        </p:nvSpPr>
        <p:spPr>
          <a:xfrm>
            <a:off x="6045200" y="1993900"/>
            <a:ext cx="2412900" cy="2044800"/>
          </a:xfrm>
          <a:prstGeom prst="roundRect">
            <a:avLst>
              <a:gd fmla="val 16667" name="adj"/>
            </a:avLst>
          </a:prstGeom>
          <a:solidFill>
            <a:srgbClr val="111B38"/>
          </a:solidFill>
          <a:ln cap="flat" cmpd="sng" w="15250">
            <a:solidFill>
              <a:srgbClr val="F24D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198" name="Google Shape;198;p22"/>
          <p:cNvSpPr txBox="1"/>
          <p:nvPr/>
        </p:nvSpPr>
        <p:spPr>
          <a:xfrm>
            <a:off x="6108700" y="2222500"/>
            <a:ext cx="2286000" cy="8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800">
                <a:solidFill>
                  <a:srgbClr val="F24D66"/>
                </a:solidFill>
                <a:latin typeface="Outfit"/>
                <a:ea typeface="Outfit"/>
                <a:cs typeface="Outfit"/>
                <a:sym typeface="Outfit"/>
              </a:rPr>
              <a:t>~700</a:t>
            </a:r>
            <a:endParaRPr b="1" sz="3800">
              <a:solidFill>
                <a:srgbClr val="F24D66"/>
              </a:solidFill>
              <a:latin typeface="Outfit"/>
              <a:ea typeface="Outfit"/>
              <a:cs typeface="Outfit"/>
              <a:sym typeface="Outfit"/>
            </a:endParaRPr>
          </a:p>
        </p:txBody>
      </p:sp>
      <p:sp>
        <p:nvSpPr>
          <p:cNvPr id="199" name="Google Shape;199;p22"/>
          <p:cNvSpPr txBox="1"/>
          <p:nvPr/>
        </p:nvSpPr>
        <p:spPr>
          <a:xfrm>
            <a:off x="6108700" y="3136900"/>
            <a:ext cx="22860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F3F6F8"/>
                </a:solidFill>
                <a:latin typeface="Outfit"/>
                <a:ea typeface="Outfit"/>
                <a:cs typeface="Outfit"/>
                <a:sym typeface="Outfit"/>
              </a:rPr>
              <a:t>NEW USERS</a:t>
            </a:r>
            <a:endParaRPr b="1" sz="1800">
              <a:solidFill>
                <a:srgbClr val="F3F6F8"/>
              </a:solidFill>
              <a:latin typeface="Outfit"/>
              <a:ea typeface="Outfit"/>
              <a:cs typeface="Outfit"/>
              <a:sym typeface="Outfit"/>
            </a:endParaRPr>
          </a:p>
        </p:txBody>
      </p:sp>
      <p:sp>
        <p:nvSpPr>
          <p:cNvPr id="200" name="Google Shape;200;p22"/>
          <p:cNvSpPr txBox="1"/>
          <p:nvPr/>
        </p:nvSpPr>
        <p:spPr>
          <a:xfrm>
            <a:off x="6108700" y="3619500"/>
            <a:ext cx="2286000" cy="31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3F6F8"/>
                </a:solidFill>
                <a:latin typeface="Outfit"/>
                <a:ea typeface="Outfit"/>
                <a:cs typeface="Outfit"/>
                <a:sym typeface="Outfit"/>
              </a:rPr>
              <a:t>New user accounts</a:t>
            </a:r>
            <a:endParaRPr>
              <a:solidFill>
                <a:srgbClr val="F3F6F8"/>
              </a:solidFill>
              <a:latin typeface="Outfit"/>
              <a:ea typeface="Outfit"/>
              <a:cs typeface="Outfit"/>
              <a:sym typeface="Outfit"/>
            </a:endParaRPr>
          </a:p>
        </p:txBody>
      </p:sp>
      <p:sp>
        <p:nvSpPr>
          <p:cNvPr id="201" name="Google Shape;201;p22"/>
          <p:cNvSpPr txBox="1"/>
          <p:nvPr/>
        </p:nvSpPr>
        <p:spPr>
          <a:xfrm>
            <a:off x="939800" y="4216400"/>
            <a:ext cx="7365900" cy="35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7EC8F3"/>
                </a:solidFill>
                <a:latin typeface="Outfit"/>
                <a:ea typeface="Outfit"/>
                <a:cs typeface="Outfit"/>
                <a:sym typeface="Outfit"/>
              </a:rPr>
              <a:t>Git repositories and wikis did not lose their code.</a:t>
            </a:r>
            <a:endParaRPr sz="1800">
              <a:solidFill>
                <a:srgbClr val="7EC8F3"/>
              </a:solidFill>
              <a:latin typeface="Outfit"/>
              <a:ea typeface="Outfit"/>
              <a:cs typeface="Outfit"/>
              <a:sym typeface="Outfi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3"/>
          <p:cNvSpPr txBox="1"/>
          <p:nvPr>
            <p:ph type="title"/>
          </p:nvPr>
        </p:nvSpPr>
        <p:spPr>
          <a:xfrm>
            <a:off x="13925" y="452825"/>
            <a:ext cx="4992600" cy="903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sz="2800"/>
              <a:t>Knight Capital 1 August 2012</a:t>
            </a:r>
            <a:endParaRPr sz="2800"/>
          </a:p>
          <a:p>
            <a:pPr indent="0" lvl="0" marL="0" rtl="0" algn="l">
              <a:spcBef>
                <a:spcPts val="0"/>
              </a:spcBef>
              <a:spcAft>
                <a:spcPts val="0"/>
              </a:spcAft>
              <a:buNone/>
            </a:pPr>
            <a:r>
              <a:t/>
            </a:r>
            <a:endParaRPr/>
          </a:p>
        </p:txBody>
      </p:sp>
      <p:pic>
        <p:nvPicPr>
          <p:cNvPr id="207" name="Google Shape;207;p23"/>
          <p:cNvPicPr preferRelativeResize="0"/>
          <p:nvPr>
            <p:ph idx="2" type="pic"/>
          </p:nvPr>
        </p:nvPicPr>
        <p:blipFill rotWithShape="1">
          <a:blip r:embed="rId3">
            <a:alphaModFix/>
          </a:blip>
          <a:srcRect b="0" l="2946" r="2946" t="0"/>
          <a:stretch/>
        </p:blipFill>
        <p:spPr>
          <a:xfrm>
            <a:off x="5269675" y="1280400"/>
            <a:ext cx="3444900" cy="3660300"/>
          </a:xfrm>
          <a:prstGeom prst="roundRect">
            <a:avLst>
              <a:gd fmla="val 16667" name="adj"/>
            </a:avLst>
          </a:prstGeom>
        </p:spPr>
      </p:pic>
      <p:cxnSp>
        <p:nvCxnSpPr>
          <p:cNvPr id="208" name="Google Shape;208;p23"/>
          <p:cNvCxnSpPr/>
          <p:nvPr/>
        </p:nvCxnSpPr>
        <p:spPr>
          <a:xfrm>
            <a:off x="123247" y="958542"/>
            <a:ext cx="4194300" cy="1800"/>
          </a:xfrm>
          <a:prstGeom prst="straightConnector1">
            <a:avLst/>
          </a:prstGeom>
          <a:noFill/>
          <a:ln cap="flat" cmpd="sng" w="16375">
            <a:solidFill>
              <a:schemeClr val="accent4"/>
            </a:solidFill>
            <a:prstDash val="solid"/>
            <a:round/>
            <a:headEnd len="med" w="med" type="none"/>
            <a:tailEnd len="med" w="med" type="none"/>
          </a:ln>
        </p:spPr>
      </p:cxnSp>
      <p:sp>
        <p:nvSpPr>
          <p:cNvPr id="209" name="Google Shape;209;p23"/>
          <p:cNvSpPr txBox="1"/>
          <p:nvPr/>
        </p:nvSpPr>
        <p:spPr>
          <a:xfrm>
            <a:off x="13925" y="1280400"/>
            <a:ext cx="7424700" cy="119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500">
                <a:solidFill>
                  <a:schemeClr val="lt1"/>
                </a:solidFill>
                <a:latin typeface="Outfit"/>
                <a:ea typeface="Outfit"/>
                <a:cs typeface="Outfit"/>
                <a:sym typeface="Outfit"/>
              </a:rPr>
              <a:t>How one failed deployment cost a company </a:t>
            </a:r>
            <a:endParaRPr sz="1500">
              <a:solidFill>
                <a:schemeClr val="lt1"/>
              </a:solidFill>
              <a:latin typeface="Outfit"/>
              <a:ea typeface="Outfit"/>
              <a:cs typeface="Outfit"/>
              <a:sym typeface="Outfit"/>
            </a:endParaRPr>
          </a:p>
          <a:p>
            <a:pPr indent="0" lvl="0" marL="0" rtl="0" algn="l">
              <a:lnSpc>
                <a:spcPct val="115000"/>
              </a:lnSpc>
              <a:spcBef>
                <a:spcPts val="1200"/>
              </a:spcBef>
              <a:spcAft>
                <a:spcPts val="0"/>
              </a:spcAft>
              <a:buNone/>
            </a:pPr>
            <a:r>
              <a:rPr lang="en" sz="1500">
                <a:solidFill>
                  <a:schemeClr val="lt1"/>
                </a:solidFill>
                <a:latin typeface="Outfit"/>
                <a:ea typeface="Outfit"/>
                <a:cs typeface="Outfit"/>
                <a:sym typeface="Outfit"/>
              </a:rPr>
              <a:t>$460 million in just 45 minutes.</a:t>
            </a:r>
            <a:endParaRPr sz="1500">
              <a:solidFill>
                <a:schemeClr val="lt1"/>
              </a:solidFill>
              <a:latin typeface="Outfit"/>
              <a:ea typeface="Outfit"/>
              <a:cs typeface="Outfit"/>
              <a:sym typeface="Outfit"/>
            </a:endParaRPr>
          </a:p>
          <a:p>
            <a:pPr indent="0" lvl="0" marL="0" rtl="0" algn="l">
              <a:lnSpc>
                <a:spcPct val="115000"/>
              </a:lnSpc>
              <a:spcBef>
                <a:spcPts val="1200"/>
              </a:spcBef>
              <a:spcAft>
                <a:spcPts val="0"/>
              </a:spcAft>
              <a:buNone/>
            </a:pPr>
            <a:r>
              <a:t/>
            </a:r>
            <a:endParaRPr sz="1100">
              <a:solidFill>
                <a:schemeClr val="lt1"/>
              </a:solidFill>
              <a:latin typeface="Outfit"/>
              <a:ea typeface="Outfit"/>
              <a:cs typeface="Outfit"/>
              <a:sym typeface="Outfit"/>
            </a:endParaRPr>
          </a:p>
        </p:txBody>
      </p:sp>
      <p:sp>
        <p:nvSpPr>
          <p:cNvPr id="210" name="Google Shape;210;p23"/>
          <p:cNvSpPr txBox="1"/>
          <p:nvPr/>
        </p:nvSpPr>
        <p:spPr>
          <a:xfrm>
            <a:off x="171750" y="2373844"/>
            <a:ext cx="1592700" cy="83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 sz="2300">
                <a:solidFill>
                  <a:schemeClr val="lt1"/>
                </a:solidFill>
                <a:latin typeface="Outfit"/>
                <a:ea typeface="Outfit"/>
                <a:cs typeface="Outfit"/>
                <a:sym typeface="Outfit"/>
              </a:rPr>
              <a:t>$460M</a:t>
            </a:r>
            <a:endParaRPr b="1" sz="2300">
              <a:solidFill>
                <a:schemeClr val="lt1"/>
              </a:solidFill>
              <a:latin typeface="Outfit"/>
              <a:ea typeface="Outfit"/>
              <a:cs typeface="Outfit"/>
              <a:sym typeface="Outfit"/>
            </a:endParaRPr>
          </a:p>
          <a:p>
            <a:pPr indent="0" lvl="0" marL="0" rtl="0" algn="l">
              <a:lnSpc>
                <a:spcPct val="115000"/>
              </a:lnSpc>
              <a:spcBef>
                <a:spcPts val="600"/>
              </a:spcBef>
              <a:spcAft>
                <a:spcPts val="0"/>
              </a:spcAft>
              <a:buNone/>
            </a:pPr>
            <a:r>
              <a:rPr lang="en" sz="1100">
                <a:solidFill>
                  <a:schemeClr val="lt1"/>
                </a:solidFill>
                <a:latin typeface="Outfit"/>
                <a:ea typeface="Outfit"/>
                <a:cs typeface="Outfit"/>
                <a:sym typeface="Outfit"/>
              </a:rPr>
              <a:t>Trading Loss</a:t>
            </a:r>
            <a:endParaRPr>
              <a:latin typeface="Outfit"/>
              <a:ea typeface="Outfit"/>
              <a:cs typeface="Outfit"/>
              <a:sym typeface="Outfit"/>
            </a:endParaRPr>
          </a:p>
        </p:txBody>
      </p:sp>
      <p:sp>
        <p:nvSpPr>
          <p:cNvPr id="211" name="Google Shape;211;p23"/>
          <p:cNvSpPr txBox="1"/>
          <p:nvPr/>
        </p:nvSpPr>
        <p:spPr>
          <a:xfrm>
            <a:off x="1272600" y="2373844"/>
            <a:ext cx="3000000" cy="83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 sz="2300">
                <a:solidFill>
                  <a:schemeClr val="lt1"/>
                </a:solidFill>
                <a:latin typeface="Outfit"/>
                <a:ea typeface="Outfit"/>
                <a:cs typeface="Outfit"/>
                <a:sym typeface="Outfit"/>
              </a:rPr>
              <a:t>45 min</a:t>
            </a:r>
            <a:endParaRPr b="1" sz="2300">
              <a:solidFill>
                <a:schemeClr val="lt1"/>
              </a:solidFill>
              <a:latin typeface="Outfit"/>
              <a:ea typeface="Outfit"/>
              <a:cs typeface="Outfit"/>
              <a:sym typeface="Outfit"/>
            </a:endParaRPr>
          </a:p>
          <a:p>
            <a:pPr indent="0" lvl="0" marL="0" rtl="0" algn="l">
              <a:lnSpc>
                <a:spcPct val="115000"/>
              </a:lnSpc>
              <a:spcBef>
                <a:spcPts val="600"/>
              </a:spcBef>
              <a:spcAft>
                <a:spcPts val="0"/>
              </a:spcAft>
              <a:buNone/>
            </a:pPr>
            <a:r>
              <a:rPr lang="en" sz="1100">
                <a:solidFill>
                  <a:schemeClr val="lt1"/>
                </a:solidFill>
                <a:latin typeface="Outfit"/>
                <a:ea typeface="Outfit"/>
                <a:cs typeface="Outfit"/>
                <a:sym typeface="Outfit"/>
              </a:rPr>
              <a:t>Incident Duration</a:t>
            </a:r>
            <a:endParaRPr>
              <a:latin typeface="Outfit"/>
              <a:ea typeface="Outfit"/>
              <a:cs typeface="Outfit"/>
              <a:sym typeface="Outfit"/>
            </a:endParaRPr>
          </a:p>
        </p:txBody>
      </p:sp>
      <p:sp>
        <p:nvSpPr>
          <p:cNvPr id="212" name="Google Shape;212;p23"/>
          <p:cNvSpPr txBox="1"/>
          <p:nvPr/>
        </p:nvSpPr>
        <p:spPr>
          <a:xfrm>
            <a:off x="2771625" y="2373844"/>
            <a:ext cx="3000000" cy="83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 sz="2300">
                <a:solidFill>
                  <a:schemeClr val="lt1"/>
                </a:solidFill>
                <a:latin typeface="Outfit"/>
                <a:ea typeface="Outfit"/>
                <a:cs typeface="Outfit"/>
                <a:sym typeface="Outfit"/>
              </a:rPr>
              <a:t>1 of 8</a:t>
            </a:r>
            <a:endParaRPr b="1" sz="2300">
              <a:solidFill>
                <a:schemeClr val="lt1"/>
              </a:solidFill>
              <a:latin typeface="Outfit"/>
              <a:ea typeface="Outfit"/>
              <a:cs typeface="Outfit"/>
              <a:sym typeface="Outfit"/>
            </a:endParaRPr>
          </a:p>
          <a:p>
            <a:pPr indent="0" lvl="0" marL="0" rtl="0" algn="l">
              <a:lnSpc>
                <a:spcPct val="115000"/>
              </a:lnSpc>
              <a:spcBef>
                <a:spcPts val="600"/>
              </a:spcBef>
              <a:spcAft>
                <a:spcPts val="0"/>
              </a:spcAft>
              <a:buNone/>
            </a:pPr>
            <a:r>
              <a:rPr lang="en" sz="1100">
                <a:solidFill>
                  <a:schemeClr val="lt1"/>
                </a:solidFill>
                <a:latin typeface="Outfit"/>
                <a:ea typeface="Outfit"/>
                <a:cs typeface="Outfit"/>
                <a:sym typeface="Outfit"/>
              </a:rPr>
              <a:t>Servers Not Updated</a:t>
            </a:r>
            <a:endParaRPr>
              <a:solidFill>
                <a:schemeClr val="dk1"/>
              </a:solidFill>
              <a:latin typeface="Outfit"/>
              <a:ea typeface="Outfit"/>
              <a:cs typeface="Outfit"/>
              <a:sym typeface="Outfi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id="216" name="Google Shape;216;p24"/>
          <p:cNvPicPr preferRelativeResize="0"/>
          <p:nvPr/>
        </p:nvPicPr>
        <p:blipFill>
          <a:blip r:embed="rId3">
            <a:alphaModFix/>
          </a:blip>
          <a:stretch>
            <a:fillRect/>
          </a:stretch>
        </p:blipFill>
        <p:spPr>
          <a:xfrm>
            <a:off x="154051" y="360750"/>
            <a:ext cx="755701" cy="755701"/>
          </a:xfrm>
          <a:prstGeom prst="rect">
            <a:avLst/>
          </a:prstGeom>
          <a:noFill/>
          <a:ln>
            <a:noFill/>
          </a:ln>
        </p:spPr>
      </p:pic>
      <p:pic>
        <p:nvPicPr>
          <p:cNvPr id="217" name="Google Shape;217;p24" title="image (10).png"/>
          <p:cNvPicPr preferRelativeResize="0"/>
          <p:nvPr/>
        </p:nvPicPr>
        <p:blipFill>
          <a:blip r:embed="rId4">
            <a:alphaModFix/>
          </a:blip>
          <a:stretch>
            <a:fillRect/>
          </a:stretch>
        </p:blipFill>
        <p:spPr>
          <a:xfrm>
            <a:off x="816395" y="4314788"/>
            <a:ext cx="606379" cy="728918"/>
          </a:xfrm>
          <a:prstGeom prst="rect">
            <a:avLst/>
          </a:prstGeom>
          <a:noFill/>
          <a:ln>
            <a:noFill/>
          </a:ln>
        </p:spPr>
      </p:pic>
      <p:pic>
        <p:nvPicPr>
          <p:cNvPr id="218" name="Google Shape;218;p24" title="نشانه تکرنگ سفید (1).png"/>
          <p:cNvPicPr preferRelativeResize="0"/>
          <p:nvPr/>
        </p:nvPicPr>
        <p:blipFill rotWithShape="1">
          <a:blip r:embed="rId5">
            <a:alphaModFix/>
          </a:blip>
          <a:srcRect b="14986" l="11067" r="54658" t="21835"/>
          <a:stretch/>
        </p:blipFill>
        <p:spPr>
          <a:xfrm>
            <a:off x="-4" y="4286480"/>
            <a:ext cx="907674" cy="941049"/>
          </a:xfrm>
          <a:prstGeom prst="rect">
            <a:avLst/>
          </a:prstGeom>
          <a:noFill/>
          <a:ln>
            <a:noFill/>
          </a:ln>
        </p:spPr>
      </p:pic>
      <p:sp>
        <p:nvSpPr>
          <p:cNvPr id="219" name="Google Shape;219;p24"/>
          <p:cNvSpPr txBox="1"/>
          <p:nvPr/>
        </p:nvSpPr>
        <p:spPr>
          <a:xfrm>
            <a:off x="952500" y="333375"/>
            <a:ext cx="76200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800">
                <a:solidFill>
                  <a:srgbClr val="FFFFFF"/>
                </a:solidFill>
                <a:latin typeface="Outfit ExtraBold"/>
                <a:ea typeface="Outfit ExtraBold"/>
                <a:cs typeface="Outfit ExtraBold"/>
                <a:sym typeface="Outfit ExtraBold"/>
              </a:rPr>
              <a:t>Pillars of Enterprise Automation</a:t>
            </a:r>
            <a:endParaRPr b="0" sz="2800">
              <a:solidFill>
                <a:srgbClr val="FFFFFF"/>
              </a:solidFill>
              <a:latin typeface="Outfit ExtraBold"/>
              <a:ea typeface="Outfit ExtraBold"/>
              <a:cs typeface="Outfit ExtraBold"/>
              <a:sym typeface="Outfit ExtraBold"/>
            </a:endParaRPr>
          </a:p>
          <a:p>
            <a:pPr indent="0" lvl="0" marL="0" rtl="0" algn="l">
              <a:spcBef>
                <a:spcPts val="450"/>
              </a:spcBef>
              <a:spcAft>
                <a:spcPts val="0"/>
              </a:spcAft>
              <a:buNone/>
            </a:pPr>
            <a:r>
              <a:rPr b="0" lang="en" sz="1300">
                <a:solidFill>
                  <a:srgbClr val="7EC8F3"/>
                </a:solidFill>
                <a:latin typeface="Outfit"/>
                <a:ea typeface="Outfit"/>
                <a:cs typeface="Outfit"/>
                <a:sym typeface="Outfit"/>
              </a:rPr>
              <a:t>Transforming manual operations into scalable, deterministic systems</a:t>
            </a:r>
            <a:endParaRPr b="0" sz="1300">
              <a:solidFill>
                <a:srgbClr val="7EC8F3"/>
              </a:solidFill>
              <a:latin typeface="Outfit"/>
              <a:ea typeface="Outfit"/>
              <a:cs typeface="Outfit"/>
              <a:sym typeface="Outfit"/>
            </a:endParaRPr>
          </a:p>
        </p:txBody>
      </p:sp>
      <p:sp>
        <p:nvSpPr>
          <p:cNvPr id="220" name="Google Shape;220;p24"/>
          <p:cNvSpPr/>
          <p:nvPr/>
        </p:nvSpPr>
        <p:spPr>
          <a:xfrm>
            <a:off x="476250" y="1428750"/>
            <a:ext cx="2571900" cy="2571900"/>
          </a:xfrm>
          <a:prstGeom prst="roundRect">
            <a:avLst>
              <a:gd fmla="val 7407" name="adj"/>
            </a:avLst>
          </a:prstGeom>
          <a:solidFill>
            <a:srgbClr val="111B38">
              <a:alpha val="90000"/>
            </a:srgbClr>
          </a:solidFill>
          <a:ln cap="flat" cmpd="sng" w="19050">
            <a:solidFill>
              <a:srgbClr val="F7941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24"/>
          <p:cNvSpPr txBox="1"/>
          <p:nvPr/>
        </p:nvSpPr>
        <p:spPr>
          <a:xfrm>
            <a:off x="666750" y="1619250"/>
            <a:ext cx="21909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800">
                <a:solidFill>
                  <a:srgbClr val="F7941D"/>
                </a:solidFill>
                <a:latin typeface="Material Icons"/>
                <a:ea typeface="Material Icons"/>
                <a:cs typeface="Material Icons"/>
                <a:sym typeface="Material Icons"/>
              </a:rPr>
              <a:t>speed</a:t>
            </a:r>
            <a:endParaRPr>
              <a:latin typeface="Outfit"/>
              <a:ea typeface="Outfit"/>
              <a:cs typeface="Outfit"/>
              <a:sym typeface="Outfit"/>
            </a:endParaRPr>
          </a:p>
          <a:p>
            <a:pPr indent="0" lvl="0" marL="0" rtl="0" algn="l">
              <a:spcBef>
                <a:spcPts val="900"/>
              </a:spcBef>
              <a:spcAft>
                <a:spcPts val="0"/>
              </a:spcAft>
              <a:buNone/>
            </a:pPr>
            <a:r>
              <a:rPr b="1" lang="en" sz="1800">
                <a:solidFill>
                  <a:srgbClr val="FFFFFF"/>
                </a:solidFill>
                <a:latin typeface="Outfit"/>
                <a:ea typeface="Outfit"/>
                <a:cs typeface="Outfit"/>
                <a:sym typeface="Outfit"/>
              </a:rPr>
              <a:t>Velocity</a:t>
            </a:r>
            <a:endParaRPr b="1" sz="1800">
              <a:solidFill>
                <a:srgbClr val="FFFFFF"/>
              </a:solidFill>
              <a:latin typeface="Outfit"/>
              <a:ea typeface="Outfit"/>
              <a:cs typeface="Outfit"/>
              <a:sym typeface="Outfit"/>
            </a:endParaRPr>
          </a:p>
          <a:p>
            <a:pPr indent="0" lvl="0" marL="0" rtl="0" algn="l">
              <a:spcBef>
                <a:spcPts val="300"/>
              </a:spcBef>
              <a:spcAft>
                <a:spcPts val="0"/>
              </a:spcAft>
              <a:buNone/>
            </a:pPr>
            <a:r>
              <a:rPr b="0" lang="en" sz="2200">
                <a:solidFill>
                  <a:srgbClr val="F7941D"/>
                </a:solidFill>
                <a:latin typeface="Outfit ExtraBold"/>
                <a:ea typeface="Outfit ExtraBold"/>
                <a:cs typeface="Outfit ExtraBold"/>
                <a:sym typeface="Outfit ExtraBold"/>
              </a:rPr>
              <a:t>10x Faster</a:t>
            </a:r>
            <a:endParaRPr b="0" sz="2200">
              <a:solidFill>
                <a:srgbClr val="F7941D"/>
              </a:solidFill>
              <a:latin typeface="Outfit ExtraBold"/>
              <a:ea typeface="Outfit ExtraBold"/>
              <a:cs typeface="Outfit ExtraBold"/>
              <a:sym typeface="Outfit ExtraBold"/>
            </a:endParaRPr>
          </a:p>
          <a:p>
            <a:pPr indent="0" lvl="0" marL="0" rtl="0" algn="l">
              <a:spcBef>
                <a:spcPts val="900"/>
              </a:spcBef>
              <a:spcAft>
                <a:spcPts val="0"/>
              </a:spcAft>
              <a:buNone/>
            </a:pPr>
            <a:r>
              <a:rPr b="0" lang="en" sz="1100">
                <a:solidFill>
                  <a:srgbClr val="CBD5E1"/>
                </a:solidFill>
                <a:latin typeface="Outfit"/>
                <a:ea typeface="Outfit"/>
                <a:cs typeface="Outfit"/>
                <a:sym typeface="Outfit"/>
              </a:rPr>
              <a:t>Accelerate release frequency and eliminate operational bottlenecks through continuous integration.</a:t>
            </a:r>
            <a:endParaRPr b="0" sz="1100">
              <a:solidFill>
                <a:srgbClr val="CBD5E1"/>
              </a:solidFill>
              <a:latin typeface="Outfit"/>
              <a:ea typeface="Outfit"/>
              <a:cs typeface="Outfit"/>
              <a:sym typeface="Outfit"/>
            </a:endParaRPr>
          </a:p>
        </p:txBody>
      </p:sp>
      <p:sp>
        <p:nvSpPr>
          <p:cNvPr id="222" name="Google Shape;222;p24"/>
          <p:cNvSpPr/>
          <p:nvPr/>
        </p:nvSpPr>
        <p:spPr>
          <a:xfrm>
            <a:off x="3286125" y="1428750"/>
            <a:ext cx="2571900" cy="2571900"/>
          </a:xfrm>
          <a:prstGeom prst="roundRect">
            <a:avLst>
              <a:gd fmla="val 7407" name="adj"/>
            </a:avLst>
          </a:prstGeom>
          <a:solidFill>
            <a:srgbClr val="111B38">
              <a:alpha val="90000"/>
            </a:srgbClr>
          </a:solidFill>
          <a:ln cap="flat" cmpd="sng" w="19050">
            <a:solidFill>
              <a:srgbClr val="7EC8F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 name="Google Shape;223;p24"/>
          <p:cNvSpPr txBox="1"/>
          <p:nvPr/>
        </p:nvSpPr>
        <p:spPr>
          <a:xfrm>
            <a:off x="3476625" y="1619250"/>
            <a:ext cx="21909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800">
                <a:solidFill>
                  <a:srgbClr val="7EC8F3"/>
                </a:solidFill>
                <a:latin typeface="Material Icons"/>
                <a:ea typeface="Material Icons"/>
                <a:cs typeface="Material Icons"/>
                <a:sym typeface="Material Icons"/>
              </a:rPr>
              <a:t>verified_user</a:t>
            </a:r>
            <a:endParaRPr>
              <a:latin typeface="Outfit"/>
              <a:ea typeface="Outfit"/>
              <a:cs typeface="Outfit"/>
              <a:sym typeface="Outfit"/>
            </a:endParaRPr>
          </a:p>
          <a:p>
            <a:pPr indent="0" lvl="0" marL="0" rtl="0" algn="l">
              <a:spcBef>
                <a:spcPts val="900"/>
              </a:spcBef>
              <a:spcAft>
                <a:spcPts val="0"/>
              </a:spcAft>
              <a:buNone/>
            </a:pPr>
            <a:r>
              <a:rPr b="1" lang="en" sz="1800">
                <a:solidFill>
                  <a:srgbClr val="FFFFFF"/>
                </a:solidFill>
                <a:latin typeface="Outfit"/>
                <a:ea typeface="Outfit"/>
                <a:cs typeface="Outfit"/>
                <a:sym typeface="Outfit"/>
              </a:rPr>
              <a:t>Reliability</a:t>
            </a:r>
            <a:endParaRPr b="1" sz="1800">
              <a:solidFill>
                <a:srgbClr val="FFFFFF"/>
              </a:solidFill>
              <a:latin typeface="Outfit"/>
              <a:ea typeface="Outfit"/>
              <a:cs typeface="Outfit"/>
              <a:sym typeface="Outfit"/>
            </a:endParaRPr>
          </a:p>
          <a:p>
            <a:pPr indent="0" lvl="0" marL="0" rtl="0" algn="l">
              <a:spcBef>
                <a:spcPts val="300"/>
              </a:spcBef>
              <a:spcAft>
                <a:spcPts val="0"/>
              </a:spcAft>
              <a:buNone/>
            </a:pPr>
            <a:r>
              <a:rPr b="0" lang="en" sz="2200">
                <a:solidFill>
                  <a:srgbClr val="7EC8F3"/>
                </a:solidFill>
                <a:latin typeface="Outfit ExtraBold"/>
                <a:ea typeface="Outfit ExtraBold"/>
                <a:cs typeface="Outfit ExtraBold"/>
                <a:sym typeface="Outfit ExtraBold"/>
              </a:rPr>
              <a:t>99.99% Ops</a:t>
            </a:r>
            <a:endParaRPr b="0" sz="2200">
              <a:solidFill>
                <a:srgbClr val="7EC8F3"/>
              </a:solidFill>
              <a:latin typeface="Outfit ExtraBold"/>
              <a:ea typeface="Outfit ExtraBold"/>
              <a:cs typeface="Outfit ExtraBold"/>
              <a:sym typeface="Outfit ExtraBold"/>
            </a:endParaRPr>
          </a:p>
          <a:p>
            <a:pPr indent="0" lvl="0" marL="0" rtl="0" algn="l">
              <a:spcBef>
                <a:spcPts val="900"/>
              </a:spcBef>
              <a:spcAft>
                <a:spcPts val="0"/>
              </a:spcAft>
              <a:buNone/>
            </a:pPr>
            <a:r>
              <a:rPr b="0" lang="en" sz="1100">
                <a:solidFill>
                  <a:srgbClr val="CBD5E1"/>
                </a:solidFill>
                <a:latin typeface="Outfit"/>
                <a:ea typeface="Outfit"/>
                <a:cs typeface="Outfit"/>
                <a:sym typeface="Outfit"/>
              </a:rPr>
              <a:t>Enforce immutable infrastructure and deterministic configurations to prevent system drift.</a:t>
            </a:r>
            <a:endParaRPr b="0" sz="1100">
              <a:solidFill>
                <a:srgbClr val="CBD5E1"/>
              </a:solidFill>
              <a:latin typeface="Outfit"/>
              <a:ea typeface="Outfit"/>
              <a:cs typeface="Outfit"/>
              <a:sym typeface="Outfit"/>
            </a:endParaRPr>
          </a:p>
        </p:txBody>
      </p:sp>
      <p:sp>
        <p:nvSpPr>
          <p:cNvPr id="224" name="Google Shape;224;p24"/>
          <p:cNvSpPr/>
          <p:nvPr/>
        </p:nvSpPr>
        <p:spPr>
          <a:xfrm>
            <a:off x="6096000" y="1428750"/>
            <a:ext cx="2571900" cy="2571900"/>
          </a:xfrm>
          <a:prstGeom prst="roundRect">
            <a:avLst>
              <a:gd fmla="val 7407" name="adj"/>
            </a:avLst>
          </a:prstGeom>
          <a:solidFill>
            <a:srgbClr val="111B38">
              <a:alpha val="90000"/>
            </a:srgbClr>
          </a:solidFill>
          <a:ln cap="flat" cmpd="sng" w="19050">
            <a:solidFill>
              <a:srgbClr val="22C5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24"/>
          <p:cNvSpPr txBox="1"/>
          <p:nvPr/>
        </p:nvSpPr>
        <p:spPr>
          <a:xfrm>
            <a:off x="6286500" y="1619250"/>
            <a:ext cx="21909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800">
                <a:solidFill>
                  <a:srgbClr val="22C55E"/>
                </a:solidFill>
                <a:latin typeface="Material Icons"/>
                <a:ea typeface="Material Icons"/>
                <a:cs typeface="Material Icons"/>
                <a:sym typeface="Material Icons"/>
              </a:rPr>
              <a:t>security</a:t>
            </a:r>
            <a:endParaRPr>
              <a:latin typeface="Outfit"/>
              <a:ea typeface="Outfit"/>
              <a:cs typeface="Outfit"/>
              <a:sym typeface="Outfit"/>
            </a:endParaRPr>
          </a:p>
          <a:p>
            <a:pPr indent="0" lvl="0" marL="0" rtl="0" algn="l">
              <a:spcBef>
                <a:spcPts val="900"/>
              </a:spcBef>
              <a:spcAft>
                <a:spcPts val="0"/>
              </a:spcAft>
              <a:buNone/>
            </a:pPr>
            <a:r>
              <a:rPr b="1" lang="en" sz="1800">
                <a:solidFill>
                  <a:srgbClr val="FFFFFF"/>
                </a:solidFill>
                <a:latin typeface="Outfit"/>
                <a:ea typeface="Outfit"/>
                <a:cs typeface="Outfit"/>
                <a:sym typeface="Outfit"/>
              </a:rPr>
              <a:t>Governance</a:t>
            </a:r>
            <a:endParaRPr b="1" sz="1800">
              <a:solidFill>
                <a:srgbClr val="FFFFFF"/>
              </a:solidFill>
              <a:latin typeface="Outfit"/>
              <a:ea typeface="Outfit"/>
              <a:cs typeface="Outfit"/>
              <a:sym typeface="Outfit"/>
            </a:endParaRPr>
          </a:p>
          <a:p>
            <a:pPr indent="0" lvl="0" marL="0" rtl="0" algn="l">
              <a:spcBef>
                <a:spcPts val="300"/>
              </a:spcBef>
              <a:spcAft>
                <a:spcPts val="0"/>
              </a:spcAft>
              <a:buNone/>
            </a:pPr>
            <a:r>
              <a:rPr b="0" lang="en" sz="2200">
                <a:solidFill>
                  <a:srgbClr val="22C55E"/>
                </a:solidFill>
                <a:latin typeface="Outfit ExtraBold"/>
                <a:ea typeface="Outfit ExtraBold"/>
                <a:cs typeface="Outfit ExtraBold"/>
                <a:sym typeface="Outfit ExtraBold"/>
              </a:rPr>
              <a:t>Zero Trust</a:t>
            </a:r>
            <a:endParaRPr b="0" sz="2200">
              <a:solidFill>
                <a:srgbClr val="22C55E"/>
              </a:solidFill>
              <a:latin typeface="Outfit ExtraBold"/>
              <a:ea typeface="Outfit ExtraBold"/>
              <a:cs typeface="Outfit ExtraBold"/>
              <a:sym typeface="Outfit ExtraBold"/>
            </a:endParaRPr>
          </a:p>
          <a:p>
            <a:pPr indent="0" lvl="0" marL="0" rtl="0" algn="l">
              <a:spcBef>
                <a:spcPts val="900"/>
              </a:spcBef>
              <a:spcAft>
                <a:spcPts val="0"/>
              </a:spcAft>
              <a:buNone/>
            </a:pPr>
            <a:r>
              <a:rPr b="0" lang="en" sz="1100">
                <a:solidFill>
                  <a:srgbClr val="CBD5E1"/>
                </a:solidFill>
                <a:latin typeface="Outfit"/>
                <a:ea typeface="Outfit"/>
                <a:cs typeface="Outfit"/>
                <a:sym typeface="Outfit"/>
              </a:rPr>
              <a:t>Automate compliance guardrails, vulnerability scanning, and audit trails by default.</a:t>
            </a:r>
            <a:endParaRPr b="0" sz="1100">
              <a:solidFill>
                <a:srgbClr val="CBD5E1"/>
              </a:solidFill>
              <a:latin typeface="Outfit"/>
              <a:ea typeface="Outfit"/>
              <a:cs typeface="Outfit"/>
              <a:sym typeface="Outfi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5"/>
          <p:cNvSpPr txBox="1"/>
          <p:nvPr>
            <p:ph idx="1" type="subTitle"/>
          </p:nvPr>
        </p:nvSpPr>
        <p:spPr>
          <a:xfrm>
            <a:off x="1011150" y="1013099"/>
            <a:ext cx="7121700" cy="16551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lang="en" sz="3000">
                <a:solidFill>
                  <a:schemeClr val="lt2"/>
                </a:solidFill>
              </a:rPr>
              <a:t>The automation mindset</a:t>
            </a:r>
            <a:endParaRPr sz="3000">
              <a:solidFill>
                <a:schemeClr val="lt2"/>
              </a:solidFill>
            </a:endParaRPr>
          </a:p>
        </p:txBody>
      </p:sp>
      <p:cxnSp>
        <p:nvCxnSpPr>
          <p:cNvPr id="230" name="Google Shape;230;p25"/>
          <p:cNvCxnSpPr/>
          <p:nvPr/>
        </p:nvCxnSpPr>
        <p:spPr>
          <a:xfrm>
            <a:off x="1011150" y="2797603"/>
            <a:ext cx="7121700" cy="0"/>
          </a:xfrm>
          <a:prstGeom prst="straightConnector1">
            <a:avLst/>
          </a:prstGeom>
          <a:noFill/>
          <a:ln cap="flat" cmpd="sng" w="19050">
            <a:solidFill>
              <a:schemeClr val="accent4"/>
            </a:solidFill>
            <a:prstDash val="solid"/>
            <a:round/>
            <a:headEnd len="med" w="med" type="none"/>
            <a:tailEnd len="med" w="med" type="none"/>
          </a:ln>
        </p:spPr>
      </p:cxnSp>
      <p:sp>
        <p:nvSpPr>
          <p:cNvPr id="231" name="Google Shape;231;p25"/>
          <p:cNvSpPr txBox="1"/>
          <p:nvPr/>
        </p:nvSpPr>
        <p:spPr>
          <a:xfrm>
            <a:off x="1856050" y="2927000"/>
            <a:ext cx="5709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highlight>
                  <a:schemeClr val="lt1"/>
                </a:highlight>
                <a:latin typeface="Outfit"/>
                <a:ea typeface="Outfit"/>
                <a:cs typeface="Outfit"/>
                <a:sym typeface="Outfit"/>
              </a:rPr>
              <a:t>Automate the repetitive  Focus on the innovative</a:t>
            </a:r>
            <a:endParaRPr sz="2000">
              <a:highlight>
                <a:schemeClr val="lt1"/>
              </a:highlight>
              <a:latin typeface="Outfit"/>
              <a:ea typeface="Outfit"/>
              <a:cs typeface="Outfit"/>
              <a:sym typeface="Outfi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6"/>
          <p:cNvSpPr txBox="1"/>
          <p:nvPr>
            <p:ph idx="1" type="subTitle"/>
          </p:nvPr>
        </p:nvSpPr>
        <p:spPr>
          <a:xfrm>
            <a:off x="718750" y="1144700"/>
            <a:ext cx="7121700" cy="15954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lang="en" sz="3200"/>
              <a:t>“Give me six hours to chop down a tree, and I will spend the first four sharpening the axe.”</a:t>
            </a:r>
            <a:endParaRPr sz="3200"/>
          </a:p>
        </p:txBody>
      </p:sp>
      <p:sp>
        <p:nvSpPr>
          <p:cNvPr id="237" name="Google Shape;237;p26"/>
          <p:cNvSpPr txBox="1"/>
          <p:nvPr>
            <p:ph idx="2" type="subTitle"/>
          </p:nvPr>
        </p:nvSpPr>
        <p:spPr>
          <a:xfrm>
            <a:off x="1011150" y="2926988"/>
            <a:ext cx="7121700" cy="531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200"/>
              <a:t>Attributed to Abraham Lincoln</a:t>
            </a:r>
            <a:endParaRPr sz="2200"/>
          </a:p>
        </p:txBody>
      </p:sp>
      <p:cxnSp>
        <p:nvCxnSpPr>
          <p:cNvPr id="238" name="Google Shape;238;p26"/>
          <p:cNvCxnSpPr/>
          <p:nvPr/>
        </p:nvCxnSpPr>
        <p:spPr>
          <a:xfrm>
            <a:off x="1011150" y="2797603"/>
            <a:ext cx="7121700" cy="0"/>
          </a:xfrm>
          <a:prstGeom prst="straightConnector1">
            <a:avLst/>
          </a:prstGeom>
          <a:noFill/>
          <a:ln cap="flat" cmpd="sng" w="19050">
            <a:solidFill>
              <a:schemeClr val="accent4"/>
            </a:solidFill>
            <a:prstDash val="solid"/>
            <a:round/>
            <a:headEnd len="med" w="med" type="none"/>
            <a:tailEnd len="med" w="med" type="none"/>
          </a:ln>
        </p:spPr>
      </p:cxnSp>
      <p:pic>
        <p:nvPicPr>
          <p:cNvPr id="239" name="Google Shape;239;p26" title="نشانه تکرنگ سیاه (1).png"/>
          <p:cNvPicPr preferRelativeResize="0"/>
          <p:nvPr/>
        </p:nvPicPr>
        <p:blipFill rotWithShape="1">
          <a:blip r:embed="rId3">
            <a:alphaModFix/>
          </a:blip>
          <a:srcRect b="26737" l="14217" r="60953" t="28656"/>
          <a:stretch/>
        </p:blipFill>
        <p:spPr>
          <a:xfrm>
            <a:off x="7325850" y="4304250"/>
            <a:ext cx="797855" cy="806250"/>
          </a:xfrm>
          <a:prstGeom prst="rect">
            <a:avLst/>
          </a:prstGeom>
          <a:noFill/>
          <a:ln>
            <a:noFill/>
          </a:ln>
        </p:spPr>
      </p:pic>
      <p:pic>
        <p:nvPicPr>
          <p:cNvPr id="240" name="Google Shape;240;p26" title="IMG_20260924_181219.jpg.png"/>
          <p:cNvPicPr preferRelativeResize="0"/>
          <p:nvPr/>
        </p:nvPicPr>
        <p:blipFill>
          <a:blip r:embed="rId4">
            <a:alphaModFix/>
          </a:blip>
          <a:stretch>
            <a:fillRect/>
          </a:stretch>
        </p:blipFill>
        <p:spPr>
          <a:xfrm>
            <a:off x="7920149" y="3313115"/>
            <a:ext cx="2012824" cy="2683776"/>
          </a:xfrm>
          <a:prstGeom prst="rect">
            <a:avLst/>
          </a:prstGeom>
          <a:noFill/>
          <a:ln>
            <a:noFill/>
          </a:ln>
        </p:spPr>
      </p:pic>
      <p:pic>
        <p:nvPicPr>
          <p:cNvPr id="241" name="Google Shape;241;p26" title="image-removebg-preview (1).png"/>
          <p:cNvPicPr preferRelativeResize="0"/>
          <p:nvPr/>
        </p:nvPicPr>
        <p:blipFill rotWithShape="1">
          <a:blip r:embed="rId5">
            <a:alphaModFix/>
          </a:blip>
          <a:srcRect b="17988" l="11963" r="2771" t="4744"/>
          <a:stretch/>
        </p:blipFill>
        <p:spPr>
          <a:xfrm>
            <a:off x="6213725" y="1389900"/>
            <a:ext cx="2862550" cy="2594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7"/>
          <p:cNvSpPr txBox="1"/>
          <p:nvPr>
            <p:ph idx="1" type="subTitle"/>
          </p:nvPr>
        </p:nvSpPr>
        <p:spPr>
          <a:xfrm>
            <a:off x="1011150" y="1013099"/>
            <a:ext cx="7121700" cy="16551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lang="en" sz="3000">
                <a:solidFill>
                  <a:schemeClr val="lt2"/>
                </a:solidFill>
              </a:rPr>
              <a:t>Automation needs verification and tested recovery.</a:t>
            </a:r>
            <a:endParaRPr sz="3000">
              <a:solidFill>
                <a:schemeClr val="lt2"/>
              </a:solidFill>
            </a:endParaRPr>
          </a:p>
        </p:txBody>
      </p:sp>
      <p:cxnSp>
        <p:nvCxnSpPr>
          <p:cNvPr id="246" name="Google Shape;246;p27"/>
          <p:cNvCxnSpPr/>
          <p:nvPr/>
        </p:nvCxnSpPr>
        <p:spPr>
          <a:xfrm>
            <a:off x="1011150" y="2797603"/>
            <a:ext cx="7121700" cy="0"/>
          </a:xfrm>
          <a:prstGeom prst="straightConnector1">
            <a:avLst/>
          </a:prstGeom>
          <a:noFill/>
          <a:ln cap="flat" cmpd="sng" w="19050">
            <a:solidFill>
              <a:schemeClr val="accent4"/>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8"/>
          <p:cNvSpPr txBox="1"/>
          <p:nvPr/>
        </p:nvSpPr>
        <p:spPr>
          <a:xfrm>
            <a:off x="571500" y="238125"/>
            <a:ext cx="8001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960">
                <a:solidFill>
                  <a:srgbClr val="FFFFFF"/>
                </a:solidFill>
                <a:latin typeface="Outfit ExtraBold"/>
                <a:ea typeface="Outfit ExtraBold"/>
                <a:cs typeface="Outfit ExtraBold"/>
                <a:sym typeface="Outfit ExtraBold"/>
              </a:rPr>
              <a:t>When NOT to Automate</a:t>
            </a:r>
            <a:endParaRPr b="0" sz="2960">
              <a:solidFill>
                <a:srgbClr val="FFFFFF"/>
              </a:solidFill>
              <a:latin typeface="Outfit ExtraBold"/>
              <a:ea typeface="Outfit ExtraBold"/>
              <a:cs typeface="Outfit ExtraBold"/>
              <a:sym typeface="Outfit ExtraBold"/>
            </a:endParaRPr>
          </a:p>
        </p:txBody>
      </p:sp>
      <p:sp>
        <p:nvSpPr>
          <p:cNvPr id="252" name="Google Shape;252;p28"/>
          <p:cNvSpPr txBox="1"/>
          <p:nvPr/>
        </p:nvSpPr>
        <p:spPr>
          <a:xfrm>
            <a:off x="571500" y="714375"/>
            <a:ext cx="80010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40">
                <a:solidFill>
                  <a:srgbClr val="7EC8F3"/>
                </a:solidFill>
                <a:latin typeface="Outfit"/>
                <a:ea typeface="Outfit"/>
                <a:cs typeface="Outfit"/>
                <a:sym typeface="Outfit"/>
              </a:rPr>
              <a:t>Automation isn't a silver bullet — avoid forcing it in these critical scenarios.</a:t>
            </a:r>
            <a:endParaRPr b="0" sz="1240">
              <a:solidFill>
                <a:srgbClr val="7EC8F3"/>
              </a:solidFill>
              <a:latin typeface="Outfit"/>
              <a:ea typeface="Outfit"/>
              <a:cs typeface="Outfit"/>
              <a:sym typeface="Outfit"/>
            </a:endParaRPr>
          </a:p>
        </p:txBody>
      </p:sp>
      <p:grpSp>
        <p:nvGrpSpPr>
          <p:cNvPr id="253" name="Google Shape;253;p28"/>
          <p:cNvGrpSpPr/>
          <p:nvPr/>
        </p:nvGrpSpPr>
        <p:grpSpPr>
          <a:xfrm>
            <a:off x="571500" y="1238250"/>
            <a:ext cx="2428800" cy="3238500"/>
            <a:chOff x="0" y="0"/>
            <a:chExt cx="2428800" cy="3238500"/>
          </a:xfrm>
        </p:grpSpPr>
        <p:sp>
          <p:nvSpPr>
            <p:cNvPr id="254" name="Google Shape;254;p28"/>
            <p:cNvSpPr/>
            <p:nvPr/>
          </p:nvSpPr>
          <p:spPr>
            <a:xfrm>
              <a:off x="0" y="0"/>
              <a:ext cx="2428800" cy="3238500"/>
            </a:xfrm>
            <a:prstGeom prst="roundRect">
              <a:avLst>
                <a:gd fmla="val 4705" name="adj"/>
              </a:avLst>
            </a:prstGeom>
            <a:solidFill>
              <a:srgbClr val="0B0D31">
                <a:alpha val="60000"/>
              </a:srgbClr>
            </a:solidFill>
            <a:ln cap="flat" cmpd="sng" w="19050">
              <a:solidFill>
                <a:srgbClr val="1E22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simple conceptual vector graphic showing an evolving unstable mechanical blueprint with shifting dynamic arrows, isometric style, dark blue background, minimalist orange accents." id="255" name="Google Shape;255;p28"/>
            <p:cNvPicPr preferRelativeResize="0"/>
            <p:nvPr/>
          </p:nvPicPr>
          <p:blipFill rotWithShape="1">
            <a:blip r:embed="rId3">
              <a:alphaModFix/>
            </a:blip>
            <a:srcRect b="-51960" l="0" r="0" t="18627"/>
            <a:stretch/>
          </p:blipFill>
          <p:spPr>
            <a:xfrm>
              <a:off x="0" y="0"/>
              <a:ext cx="2428800" cy="3238500"/>
            </a:xfrm>
            <a:prstGeom prst="roundRect">
              <a:avLst>
                <a:gd fmla="val 4705" name="adj"/>
              </a:avLst>
            </a:prstGeom>
            <a:noFill/>
            <a:ln>
              <a:noFill/>
            </a:ln>
          </p:spPr>
        </p:pic>
        <p:sp>
          <p:nvSpPr>
            <p:cNvPr id="256" name="Google Shape;256;p28"/>
            <p:cNvSpPr txBox="1"/>
            <p:nvPr/>
          </p:nvSpPr>
          <p:spPr>
            <a:xfrm>
              <a:off x="190500" y="1939025"/>
              <a:ext cx="20478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40">
                  <a:solidFill>
                    <a:srgbClr val="F7941D"/>
                  </a:solidFill>
                  <a:latin typeface="Outfit"/>
                  <a:ea typeface="Outfit"/>
                  <a:cs typeface="Outfit"/>
                  <a:sym typeface="Outfit"/>
                </a:rPr>
                <a:t>UNSTABLE PROCESSES</a:t>
              </a:r>
              <a:endParaRPr b="1" sz="1240">
                <a:solidFill>
                  <a:srgbClr val="F7941D"/>
                </a:solidFill>
                <a:latin typeface="Outfit"/>
                <a:ea typeface="Outfit"/>
                <a:cs typeface="Outfit"/>
                <a:sym typeface="Outfit"/>
              </a:endParaRPr>
            </a:p>
          </p:txBody>
        </p:sp>
        <p:sp>
          <p:nvSpPr>
            <p:cNvPr id="257" name="Google Shape;257;p28"/>
            <p:cNvSpPr txBox="1"/>
            <p:nvPr/>
          </p:nvSpPr>
          <p:spPr>
            <a:xfrm>
              <a:off x="69600" y="2143200"/>
              <a:ext cx="21687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F3F6F8"/>
                  </a:solidFill>
                  <a:latin typeface="Outfit"/>
                  <a:ea typeface="Outfit"/>
                  <a:cs typeface="Outfit"/>
                  <a:sym typeface="Outfit"/>
                </a:rPr>
                <a:t>If the workflow changes frequently, automating creates maintenance overhead rather than efficiency.</a:t>
              </a:r>
              <a:endParaRPr b="0" sz="1400">
                <a:solidFill>
                  <a:srgbClr val="F3F6F8"/>
                </a:solidFill>
                <a:latin typeface="Outfit"/>
                <a:ea typeface="Outfit"/>
                <a:cs typeface="Outfit"/>
                <a:sym typeface="Outfit"/>
              </a:endParaRPr>
            </a:p>
          </p:txBody>
        </p:sp>
      </p:grpSp>
      <p:grpSp>
        <p:nvGrpSpPr>
          <p:cNvPr id="258" name="Google Shape;258;p28"/>
          <p:cNvGrpSpPr/>
          <p:nvPr/>
        </p:nvGrpSpPr>
        <p:grpSpPr>
          <a:xfrm>
            <a:off x="3352800" y="1238250"/>
            <a:ext cx="2428800" cy="3238500"/>
            <a:chOff x="0" y="0"/>
            <a:chExt cx="2428800" cy="3238500"/>
          </a:xfrm>
        </p:grpSpPr>
        <p:sp>
          <p:nvSpPr>
            <p:cNvPr id="259" name="Google Shape;259;p28"/>
            <p:cNvSpPr/>
            <p:nvPr/>
          </p:nvSpPr>
          <p:spPr>
            <a:xfrm>
              <a:off x="0" y="0"/>
              <a:ext cx="2428800" cy="3238500"/>
            </a:xfrm>
            <a:prstGeom prst="roundRect">
              <a:avLst>
                <a:gd fmla="val 4705" name="adj"/>
              </a:avLst>
            </a:prstGeom>
            <a:solidFill>
              <a:srgbClr val="0B0D31">
                <a:alpha val="60000"/>
              </a:srgbClr>
            </a:solidFill>
            <a:ln cap="flat" cmpd="sng" w="19050">
              <a:solidFill>
                <a:srgbClr val="1E22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conceptual visual representing low volume high touch manual decision making, singular isolated geometric puzzle piece, modern tech aesthetic dark blue background, orange accents." id="260" name="Google Shape;260;p28"/>
            <p:cNvPicPr preferRelativeResize="0"/>
            <p:nvPr/>
          </p:nvPicPr>
          <p:blipFill rotWithShape="1">
            <a:blip r:embed="rId4">
              <a:alphaModFix/>
            </a:blip>
            <a:srcRect b="-51960" l="0" r="0" t="18627"/>
            <a:stretch/>
          </p:blipFill>
          <p:spPr>
            <a:xfrm>
              <a:off x="0" y="0"/>
              <a:ext cx="2428800" cy="3238500"/>
            </a:xfrm>
            <a:prstGeom prst="roundRect">
              <a:avLst>
                <a:gd fmla="val 4705" name="adj"/>
              </a:avLst>
            </a:prstGeom>
            <a:noFill/>
            <a:ln>
              <a:noFill/>
            </a:ln>
          </p:spPr>
        </p:pic>
        <p:sp>
          <p:nvSpPr>
            <p:cNvPr id="261" name="Google Shape;261;p28"/>
            <p:cNvSpPr txBox="1"/>
            <p:nvPr/>
          </p:nvSpPr>
          <p:spPr>
            <a:xfrm>
              <a:off x="159099" y="1959952"/>
              <a:ext cx="20478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40">
                  <a:solidFill>
                    <a:srgbClr val="F7941D"/>
                  </a:solidFill>
                  <a:latin typeface="Outfit"/>
                  <a:ea typeface="Outfit"/>
                  <a:cs typeface="Outfit"/>
                  <a:sym typeface="Outfit"/>
                </a:rPr>
                <a:t>ONE-OFF / LOW VOLUME</a:t>
              </a:r>
              <a:endParaRPr b="1" sz="1240">
                <a:solidFill>
                  <a:srgbClr val="F7941D"/>
                </a:solidFill>
                <a:latin typeface="Outfit"/>
                <a:ea typeface="Outfit"/>
                <a:cs typeface="Outfit"/>
                <a:sym typeface="Outfit"/>
              </a:endParaRPr>
            </a:p>
          </p:txBody>
        </p:sp>
        <p:sp>
          <p:nvSpPr>
            <p:cNvPr id="262" name="Google Shape;262;p28"/>
            <p:cNvSpPr txBox="1"/>
            <p:nvPr/>
          </p:nvSpPr>
          <p:spPr>
            <a:xfrm>
              <a:off x="159099" y="2226936"/>
              <a:ext cx="2083500" cy="97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F3F6F8"/>
                  </a:solidFill>
                  <a:latin typeface="Outfit"/>
                  <a:ea typeface="Outfit"/>
                  <a:cs typeface="Outfit"/>
                  <a:sym typeface="Outfit"/>
                </a:rPr>
                <a:t>Tasks done rarely take more effort to automate and test than executing them manually.</a:t>
              </a:r>
              <a:endParaRPr b="0" sz="1400">
                <a:solidFill>
                  <a:srgbClr val="F3F6F8"/>
                </a:solidFill>
                <a:latin typeface="Outfit"/>
                <a:ea typeface="Outfit"/>
                <a:cs typeface="Outfit"/>
                <a:sym typeface="Outfit"/>
              </a:endParaRPr>
            </a:p>
          </p:txBody>
        </p:sp>
      </p:grpSp>
      <p:grpSp>
        <p:nvGrpSpPr>
          <p:cNvPr id="263" name="Google Shape;263;p28"/>
          <p:cNvGrpSpPr/>
          <p:nvPr/>
        </p:nvGrpSpPr>
        <p:grpSpPr>
          <a:xfrm>
            <a:off x="6134100" y="1238250"/>
            <a:ext cx="2428800" cy="3238500"/>
            <a:chOff x="0" y="0"/>
            <a:chExt cx="2428800" cy="3238500"/>
          </a:xfrm>
        </p:grpSpPr>
        <p:sp>
          <p:nvSpPr>
            <p:cNvPr id="264" name="Google Shape;264;p28"/>
            <p:cNvSpPr/>
            <p:nvPr/>
          </p:nvSpPr>
          <p:spPr>
            <a:xfrm>
              <a:off x="0" y="0"/>
              <a:ext cx="2428800" cy="3238500"/>
            </a:xfrm>
            <a:prstGeom prst="roundRect">
              <a:avLst>
                <a:gd fmla="val 4705" name="adj"/>
              </a:avLst>
            </a:prstGeom>
            <a:solidFill>
              <a:srgbClr val="0B0D31">
                <a:alpha val="60000"/>
              </a:srgbClr>
            </a:solidFill>
            <a:ln cap="flat" cmpd="sng" w="19050">
              <a:solidFill>
                <a:srgbClr val="1E22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conceptual vector illustration representing subjective human judgment, ethical balance scale, high context evaluation, dark blue color scheme with orange subtle highlights." id="265" name="Google Shape;265;p28"/>
            <p:cNvPicPr preferRelativeResize="0"/>
            <p:nvPr/>
          </p:nvPicPr>
          <p:blipFill rotWithShape="1">
            <a:blip r:embed="rId5">
              <a:alphaModFix/>
            </a:blip>
            <a:srcRect b="-51960" l="0" r="0" t="18627"/>
            <a:stretch/>
          </p:blipFill>
          <p:spPr>
            <a:xfrm>
              <a:off x="0" y="0"/>
              <a:ext cx="2428800" cy="3238500"/>
            </a:xfrm>
            <a:prstGeom prst="roundRect">
              <a:avLst>
                <a:gd fmla="val 4705" name="adj"/>
              </a:avLst>
            </a:prstGeom>
            <a:noFill/>
            <a:ln>
              <a:noFill/>
            </a:ln>
          </p:spPr>
        </p:pic>
        <p:sp>
          <p:nvSpPr>
            <p:cNvPr id="266" name="Google Shape;266;p28"/>
            <p:cNvSpPr txBox="1"/>
            <p:nvPr/>
          </p:nvSpPr>
          <p:spPr>
            <a:xfrm>
              <a:off x="127050" y="1959950"/>
              <a:ext cx="20478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40">
                  <a:solidFill>
                    <a:srgbClr val="F7941D"/>
                  </a:solidFill>
                  <a:latin typeface="Outfit"/>
                  <a:ea typeface="Outfit"/>
                  <a:cs typeface="Outfit"/>
                  <a:sym typeface="Outfit"/>
                </a:rPr>
                <a:t>HIGH-JUDGMENT TASKS</a:t>
              </a:r>
              <a:endParaRPr b="1" sz="1240">
                <a:solidFill>
                  <a:srgbClr val="F7941D"/>
                </a:solidFill>
                <a:latin typeface="Outfit"/>
                <a:ea typeface="Outfit"/>
                <a:cs typeface="Outfit"/>
                <a:sym typeface="Outfit"/>
              </a:endParaRPr>
            </a:p>
          </p:txBody>
        </p:sp>
        <p:sp>
          <p:nvSpPr>
            <p:cNvPr id="267" name="Google Shape;267;p28"/>
            <p:cNvSpPr txBox="1"/>
            <p:nvPr/>
          </p:nvSpPr>
          <p:spPr>
            <a:xfrm>
              <a:off x="127050" y="2143200"/>
              <a:ext cx="21747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F3F6F8"/>
                  </a:solidFill>
                  <a:latin typeface="Outfit"/>
                  <a:ea typeface="Outfit"/>
                  <a:cs typeface="Outfit"/>
                  <a:sym typeface="Outfit"/>
                </a:rPr>
                <a:t>Processes requiring human empathy, creative judgment, or nuanced decision-making under uncertainty.</a:t>
              </a:r>
              <a:endParaRPr b="0" sz="1400">
                <a:solidFill>
                  <a:srgbClr val="F3F6F8"/>
                </a:solidFill>
                <a:latin typeface="Outfit"/>
                <a:ea typeface="Outfit"/>
                <a:cs typeface="Outfit"/>
                <a:sym typeface="Outfit"/>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9"/>
          <p:cNvSpPr txBox="1"/>
          <p:nvPr>
            <p:ph type="title"/>
          </p:nvPr>
        </p:nvSpPr>
        <p:spPr>
          <a:xfrm>
            <a:off x="866675" y="360750"/>
            <a:ext cx="60423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800"/>
              <a:t>A brief history of automation</a:t>
            </a:r>
            <a:endParaRPr sz="2800"/>
          </a:p>
        </p:txBody>
      </p:sp>
      <p:sp>
        <p:nvSpPr>
          <p:cNvPr id="272" name="Google Shape;272;p29"/>
          <p:cNvSpPr txBox="1"/>
          <p:nvPr>
            <p:ph idx="1" type="subTitle"/>
          </p:nvPr>
        </p:nvSpPr>
        <p:spPr>
          <a:xfrm>
            <a:off x="5003800" y="1333500"/>
            <a:ext cx="3632100" cy="368400"/>
          </a:xfrm>
          <a:prstGeom prst="rect">
            <a:avLst/>
          </a:prstGeom>
        </p:spPr>
        <p:txBody>
          <a:bodyPr anchorCtr="0" anchor="b" bIns="91425" lIns="91425" spcFirstLastPara="1" rIns="91425" wrap="square" tIns="91425">
            <a:noAutofit/>
          </a:bodyPr>
          <a:lstStyle/>
          <a:p>
            <a:pPr indent="0" lvl="0" marL="0" rtl="0" algn="l">
              <a:lnSpc>
                <a:spcPct val="80000"/>
              </a:lnSpc>
              <a:spcBef>
                <a:spcPts val="0"/>
              </a:spcBef>
              <a:spcAft>
                <a:spcPts val="0"/>
              </a:spcAft>
              <a:buSzPts val="770"/>
              <a:buNone/>
            </a:pPr>
            <a:r>
              <a:rPr lang="en" sz="1800">
                <a:solidFill>
                  <a:srgbClr val="F7941D"/>
                </a:solidFill>
              </a:rPr>
              <a:t>MECHANIZATION</a:t>
            </a:r>
            <a:endParaRPr sz="1800">
              <a:solidFill>
                <a:srgbClr val="F7941D"/>
              </a:solidFill>
            </a:endParaRPr>
          </a:p>
        </p:txBody>
      </p:sp>
      <p:sp>
        <p:nvSpPr>
          <p:cNvPr id="273" name="Google Shape;273;p29"/>
          <p:cNvSpPr txBox="1"/>
          <p:nvPr>
            <p:ph idx="2" type="subTitle"/>
          </p:nvPr>
        </p:nvSpPr>
        <p:spPr>
          <a:xfrm>
            <a:off x="5003800" y="2374900"/>
            <a:ext cx="3632100" cy="368400"/>
          </a:xfrm>
          <a:prstGeom prst="rect">
            <a:avLst/>
          </a:prstGeom>
        </p:spPr>
        <p:txBody>
          <a:bodyPr anchorCtr="0" anchor="b" bIns="91425" lIns="91425" spcFirstLastPara="1" rIns="91425" wrap="square" tIns="91425">
            <a:noAutofit/>
          </a:bodyPr>
          <a:lstStyle/>
          <a:p>
            <a:pPr indent="0" lvl="0" marL="0" marR="0" rtl="0" algn="l">
              <a:lnSpc>
                <a:spcPct val="80000"/>
              </a:lnSpc>
              <a:spcBef>
                <a:spcPts val="0"/>
              </a:spcBef>
              <a:spcAft>
                <a:spcPts val="0"/>
              </a:spcAft>
              <a:buSzPts val="770"/>
              <a:buNone/>
            </a:pPr>
            <a:r>
              <a:rPr lang="en" sz="1800">
                <a:solidFill>
                  <a:srgbClr val="F7941D"/>
                </a:solidFill>
              </a:rPr>
              <a:t>FACTORY CONTROL</a:t>
            </a:r>
            <a:endParaRPr sz="1800">
              <a:solidFill>
                <a:srgbClr val="F7941D"/>
              </a:solidFill>
            </a:endParaRPr>
          </a:p>
        </p:txBody>
      </p:sp>
      <p:sp>
        <p:nvSpPr>
          <p:cNvPr id="274" name="Google Shape;274;p29"/>
          <p:cNvSpPr txBox="1"/>
          <p:nvPr>
            <p:ph idx="3" type="subTitle"/>
          </p:nvPr>
        </p:nvSpPr>
        <p:spPr>
          <a:xfrm>
            <a:off x="5003800" y="3416300"/>
            <a:ext cx="3632100" cy="368400"/>
          </a:xfrm>
          <a:prstGeom prst="rect">
            <a:avLst/>
          </a:prstGeom>
        </p:spPr>
        <p:txBody>
          <a:bodyPr anchorCtr="0" anchor="b" bIns="91425" lIns="91425" spcFirstLastPara="1" rIns="91425" wrap="square" tIns="91425">
            <a:noAutofit/>
          </a:bodyPr>
          <a:lstStyle/>
          <a:p>
            <a:pPr indent="0" lvl="0" marL="0" marR="0" rtl="0" algn="l">
              <a:lnSpc>
                <a:spcPct val="80000"/>
              </a:lnSpc>
              <a:spcBef>
                <a:spcPts val="0"/>
              </a:spcBef>
              <a:spcAft>
                <a:spcPts val="0"/>
              </a:spcAft>
              <a:buSzPts val="770"/>
              <a:buNone/>
            </a:pPr>
            <a:r>
              <a:rPr lang="en" sz="1800">
                <a:solidFill>
                  <a:srgbClr val="F7941D"/>
                </a:solidFill>
              </a:rPr>
              <a:t>SOFTWARE</a:t>
            </a:r>
            <a:endParaRPr sz="1800">
              <a:solidFill>
                <a:srgbClr val="F7941D"/>
              </a:solidFill>
            </a:endParaRPr>
          </a:p>
        </p:txBody>
      </p:sp>
      <p:sp>
        <p:nvSpPr>
          <p:cNvPr id="275" name="Google Shape;275;p29"/>
          <p:cNvSpPr txBox="1"/>
          <p:nvPr>
            <p:ph idx="4" type="subTitle"/>
          </p:nvPr>
        </p:nvSpPr>
        <p:spPr>
          <a:xfrm>
            <a:off x="5003800" y="3822700"/>
            <a:ext cx="3632100" cy="6477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700">
                <a:solidFill>
                  <a:srgbClr val="F3F6F8"/>
                </a:solidFill>
              </a:rPr>
              <a:t>Programs repeat digital operations.</a:t>
            </a:r>
            <a:endParaRPr sz="1700">
              <a:solidFill>
                <a:srgbClr val="F3F6F8"/>
              </a:solidFill>
            </a:endParaRPr>
          </a:p>
        </p:txBody>
      </p:sp>
      <p:sp>
        <p:nvSpPr>
          <p:cNvPr id="276" name="Google Shape;276;p29"/>
          <p:cNvSpPr txBox="1"/>
          <p:nvPr>
            <p:ph idx="5" type="subTitle"/>
          </p:nvPr>
        </p:nvSpPr>
        <p:spPr>
          <a:xfrm>
            <a:off x="5003800" y="2781300"/>
            <a:ext cx="3632100" cy="6477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700">
                <a:solidFill>
                  <a:srgbClr val="F3F6F8"/>
                </a:solidFill>
              </a:rPr>
              <a:t>Electrical controls and computers coordinate production.</a:t>
            </a:r>
            <a:endParaRPr sz="1700">
              <a:solidFill>
                <a:srgbClr val="F3F6F8"/>
              </a:solidFill>
            </a:endParaRPr>
          </a:p>
        </p:txBody>
      </p:sp>
      <p:sp>
        <p:nvSpPr>
          <p:cNvPr id="277" name="Google Shape;277;p29"/>
          <p:cNvSpPr txBox="1"/>
          <p:nvPr>
            <p:ph idx="6" type="subTitle"/>
          </p:nvPr>
        </p:nvSpPr>
        <p:spPr>
          <a:xfrm>
            <a:off x="5003800" y="1739900"/>
            <a:ext cx="3632100" cy="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F3F6F8"/>
                </a:solidFill>
              </a:rPr>
              <a:t>Steam engines power industrial machinery.</a:t>
            </a:r>
            <a:endParaRPr sz="1700">
              <a:solidFill>
                <a:srgbClr val="F3F6F8"/>
              </a:solidFill>
            </a:endParaRPr>
          </a:p>
        </p:txBody>
      </p:sp>
      <p:pic>
        <p:nvPicPr>
          <p:cNvPr id="278" name="Google Shape;278;p29"/>
          <p:cNvPicPr preferRelativeResize="0"/>
          <p:nvPr/>
        </p:nvPicPr>
        <p:blipFill>
          <a:blip r:embed="rId3">
            <a:alphaModFix/>
          </a:blip>
          <a:stretch>
            <a:fillRect/>
          </a:stretch>
        </p:blipFill>
        <p:spPr>
          <a:xfrm>
            <a:off x="444500" y="1320800"/>
            <a:ext cx="4279899" cy="285326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0"/>
          <p:cNvSpPr txBox="1"/>
          <p:nvPr>
            <p:ph type="title"/>
          </p:nvPr>
        </p:nvSpPr>
        <p:spPr>
          <a:xfrm>
            <a:off x="47925" y="393450"/>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How Automation Starts</a:t>
            </a:r>
            <a:endParaRPr/>
          </a:p>
        </p:txBody>
      </p:sp>
      <p:pic>
        <p:nvPicPr>
          <p:cNvPr id="284" name="Google Shape;284;p30" title="ezgif-1529c2a8320a5969.gif"/>
          <p:cNvPicPr preferRelativeResize="0"/>
          <p:nvPr/>
        </p:nvPicPr>
        <p:blipFill>
          <a:blip r:embed="rId3">
            <a:alphaModFix/>
          </a:blip>
          <a:stretch>
            <a:fillRect/>
          </a:stretch>
        </p:blipFill>
        <p:spPr>
          <a:xfrm>
            <a:off x="1250902" y="1285325"/>
            <a:ext cx="1987600" cy="3542250"/>
          </a:xfrm>
          <a:prstGeom prst="rect">
            <a:avLst/>
          </a:prstGeom>
          <a:noFill/>
          <a:ln>
            <a:noFill/>
          </a:ln>
        </p:spPr>
      </p:pic>
      <p:sp>
        <p:nvSpPr>
          <p:cNvPr id="285" name="Google Shape;285;p30"/>
          <p:cNvSpPr txBox="1"/>
          <p:nvPr/>
        </p:nvSpPr>
        <p:spPr>
          <a:xfrm>
            <a:off x="4013200" y="1701800"/>
            <a:ext cx="4508400" cy="232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rgbClr val="7EC8F3"/>
                </a:solidFill>
                <a:latin typeface="Outfit"/>
                <a:ea typeface="Outfit"/>
                <a:cs typeface="Outfit"/>
                <a:sym typeface="Outfit"/>
              </a:rPr>
              <a:t>Start with one repeatable task.</a:t>
            </a:r>
            <a:endParaRPr sz="2300">
              <a:solidFill>
                <a:srgbClr val="7EC8F3"/>
              </a:solidFill>
              <a:latin typeface="Outfit"/>
              <a:ea typeface="Outfit"/>
              <a:cs typeface="Outfit"/>
              <a:sym typeface="Outfit"/>
            </a:endParaRPr>
          </a:p>
          <a:p>
            <a:pPr indent="0" lvl="0" marL="0" rtl="0" algn="l">
              <a:spcBef>
                <a:spcPts val="1400"/>
              </a:spcBef>
              <a:spcAft>
                <a:spcPts val="0"/>
              </a:spcAft>
              <a:buNone/>
            </a:pPr>
            <a:r>
              <a:rPr lang="en" sz="2300">
                <a:solidFill>
                  <a:srgbClr val="7EC8F3"/>
                </a:solidFill>
                <a:latin typeface="Outfit"/>
                <a:ea typeface="Outfit"/>
                <a:cs typeface="Outfit"/>
                <a:sym typeface="Outfit"/>
              </a:rPr>
              <a:t>Make the inputs explicit.</a:t>
            </a:r>
            <a:endParaRPr sz="2300">
              <a:solidFill>
                <a:srgbClr val="7EC8F3"/>
              </a:solidFill>
              <a:latin typeface="Outfit"/>
              <a:ea typeface="Outfit"/>
              <a:cs typeface="Outfit"/>
              <a:sym typeface="Outfit"/>
            </a:endParaRPr>
          </a:p>
          <a:p>
            <a:pPr indent="0" lvl="0" marL="0" rtl="0" algn="l">
              <a:spcBef>
                <a:spcPts val="1400"/>
              </a:spcBef>
              <a:spcAft>
                <a:spcPts val="1400"/>
              </a:spcAft>
              <a:buNone/>
            </a:pPr>
            <a:r>
              <a:rPr lang="en" sz="2300">
                <a:solidFill>
                  <a:srgbClr val="7EC8F3"/>
                </a:solidFill>
                <a:latin typeface="Outfit"/>
                <a:ea typeface="Outfit"/>
                <a:cs typeface="Outfit"/>
                <a:sym typeface="Outfit"/>
              </a:rPr>
              <a:t>Check the result and failure path.</a:t>
            </a:r>
            <a:endParaRPr sz="2300">
              <a:solidFill>
                <a:srgbClr val="7EC8F3"/>
              </a:solidFill>
              <a:latin typeface="Outfit"/>
              <a:ea typeface="Outfit"/>
              <a:cs typeface="Outfit"/>
              <a:sym typeface="Outfi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1"/>
          <p:cNvSpPr txBox="1"/>
          <p:nvPr>
            <p:ph type="title"/>
          </p:nvPr>
        </p:nvSpPr>
        <p:spPr>
          <a:xfrm>
            <a:off x="866675" y="360750"/>
            <a:ext cx="60423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800"/>
              <a:t>Bash scripts: repeatable commands</a:t>
            </a:r>
            <a:endParaRPr sz="2800"/>
          </a:p>
        </p:txBody>
      </p:sp>
      <p:grpSp>
        <p:nvGrpSpPr>
          <p:cNvPr id="290" name="Google Shape;290;p31"/>
          <p:cNvGrpSpPr/>
          <p:nvPr/>
        </p:nvGrpSpPr>
        <p:grpSpPr>
          <a:xfrm>
            <a:off x="1464131" y="1786503"/>
            <a:ext cx="420539" cy="401186"/>
            <a:chOff x="1757388" y="1858738"/>
            <a:chExt cx="370225" cy="353250"/>
          </a:xfrm>
        </p:grpSpPr>
        <p:sp>
          <p:nvSpPr>
            <p:cNvPr id="291" name="Google Shape;291;p31"/>
            <p:cNvSpPr/>
            <p:nvPr/>
          </p:nvSpPr>
          <p:spPr>
            <a:xfrm>
              <a:off x="1771388" y="1937063"/>
              <a:ext cx="339975" cy="255050"/>
            </a:xfrm>
            <a:custGeom>
              <a:rect b="b" l="l" r="r" t="t"/>
              <a:pathLst>
                <a:path extrusionOk="0" h="10202" w="13599">
                  <a:moveTo>
                    <a:pt x="1066" y="1"/>
                  </a:moveTo>
                  <a:cubicBezTo>
                    <a:pt x="478" y="1"/>
                    <a:pt x="0" y="478"/>
                    <a:pt x="0" y="1066"/>
                  </a:cubicBezTo>
                  <a:lnTo>
                    <a:pt x="0" y="9405"/>
                  </a:lnTo>
                  <a:lnTo>
                    <a:pt x="6799" y="10201"/>
                  </a:lnTo>
                  <a:lnTo>
                    <a:pt x="13599" y="9405"/>
                  </a:lnTo>
                  <a:lnTo>
                    <a:pt x="13599" y="1067"/>
                  </a:lnTo>
                  <a:cubicBezTo>
                    <a:pt x="13599" y="478"/>
                    <a:pt x="13121" y="1"/>
                    <a:pt x="1253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1"/>
            <p:cNvSpPr/>
            <p:nvPr/>
          </p:nvSpPr>
          <p:spPr>
            <a:xfrm>
              <a:off x="1757388" y="2172163"/>
              <a:ext cx="367950" cy="39825"/>
            </a:xfrm>
            <a:custGeom>
              <a:rect b="b" l="l" r="r" t="t"/>
              <a:pathLst>
                <a:path extrusionOk="0" h="1593" w="14718">
                  <a:moveTo>
                    <a:pt x="416" y="1"/>
                  </a:moveTo>
                  <a:cubicBezTo>
                    <a:pt x="175" y="1"/>
                    <a:pt x="0" y="232"/>
                    <a:pt x="66" y="464"/>
                  </a:cubicBezTo>
                  <a:lnTo>
                    <a:pt x="130" y="692"/>
                  </a:lnTo>
                  <a:cubicBezTo>
                    <a:pt x="280" y="1224"/>
                    <a:pt x="766" y="1593"/>
                    <a:pt x="1319" y="1593"/>
                  </a:cubicBezTo>
                  <a:lnTo>
                    <a:pt x="13400" y="1593"/>
                  </a:lnTo>
                  <a:cubicBezTo>
                    <a:pt x="13953" y="1593"/>
                    <a:pt x="14439" y="1224"/>
                    <a:pt x="14587" y="692"/>
                  </a:cubicBezTo>
                  <a:lnTo>
                    <a:pt x="14652" y="464"/>
                  </a:lnTo>
                  <a:cubicBezTo>
                    <a:pt x="14717" y="232"/>
                    <a:pt x="14542" y="1"/>
                    <a:pt x="1430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1"/>
            <p:cNvSpPr/>
            <p:nvPr/>
          </p:nvSpPr>
          <p:spPr>
            <a:xfrm>
              <a:off x="1771338" y="1937063"/>
              <a:ext cx="354000" cy="274925"/>
            </a:xfrm>
            <a:custGeom>
              <a:rect b="b" l="l" r="r" t="t"/>
              <a:pathLst>
                <a:path extrusionOk="0" h="10997" w="14160">
                  <a:moveTo>
                    <a:pt x="11072" y="1"/>
                  </a:moveTo>
                  <a:cubicBezTo>
                    <a:pt x="11660" y="1"/>
                    <a:pt x="12139" y="478"/>
                    <a:pt x="12139" y="1067"/>
                  </a:cubicBezTo>
                  <a:lnTo>
                    <a:pt x="12139" y="8661"/>
                  </a:lnTo>
                  <a:cubicBezTo>
                    <a:pt x="12139" y="8848"/>
                    <a:pt x="11988" y="9000"/>
                    <a:pt x="11800" y="9000"/>
                  </a:cubicBezTo>
                  <a:lnTo>
                    <a:pt x="1" y="9000"/>
                  </a:lnTo>
                  <a:lnTo>
                    <a:pt x="1" y="9405"/>
                  </a:lnTo>
                  <a:lnTo>
                    <a:pt x="12355" y="9405"/>
                  </a:lnTo>
                  <a:cubicBezTo>
                    <a:pt x="12596" y="9405"/>
                    <a:pt x="12771" y="9636"/>
                    <a:pt x="12705" y="9868"/>
                  </a:cubicBezTo>
                  <a:lnTo>
                    <a:pt x="12640" y="10096"/>
                  </a:lnTo>
                  <a:cubicBezTo>
                    <a:pt x="12491" y="10628"/>
                    <a:pt x="12005" y="10997"/>
                    <a:pt x="11453" y="10997"/>
                  </a:cubicBezTo>
                  <a:lnTo>
                    <a:pt x="12842" y="10997"/>
                  </a:lnTo>
                  <a:cubicBezTo>
                    <a:pt x="13395" y="10997"/>
                    <a:pt x="13881" y="10628"/>
                    <a:pt x="14029" y="10096"/>
                  </a:cubicBezTo>
                  <a:lnTo>
                    <a:pt x="14094" y="9868"/>
                  </a:lnTo>
                  <a:cubicBezTo>
                    <a:pt x="14159" y="9636"/>
                    <a:pt x="13986" y="9405"/>
                    <a:pt x="13744" y="9405"/>
                  </a:cubicBezTo>
                  <a:lnTo>
                    <a:pt x="13601" y="9405"/>
                  </a:lnTo>
                  <a:lnTo>
                    <a:pt x="13601" y="1067"/>
                  </a:lnTo>
                  <a:cubicBezTo>
                    <a:pt x="13601" y="478"/>
                    <a:pt x="13123" y="1"/>
                    <a:pt x="1253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1"/>
            <p:cNvSpPr/>
            <p:nvPr/>
          </p:nvSpPr>
          <p:spPr>
            <a:xfrm>
              <a:off x="1890388" y="2172163"/>
              <a:ext cx="101950" cy="19950"/>
            </a:xfrm>
            <a:custGeom>
              <a:rect b="b" l="l" r="r" t="t"/>
              <a:pathLst>
                <a:path extrusionOk="0" h="798" w="4078">
                  <a:moveTo>
                    <a:pt x="0" y="1"/>
                  </a:moveTo>
                  <a:lnTo>
                    <a:pt x="0" y="299"/>
                  </a:lnTo>
                  <a:cubicBezTo>
                    <a:pt x="0" y="573"/>
                    <a:pt x="223" y="797"/>
                    <a:pt x="499" y="797"/>
                  </a:cubicBezTo>
                  <a:lnTo>
                    <a:pt x="3580" y="797"/>
                  </a:lnTo>
                  <a:cubicBezTo>
                    <a:pt x="3855" y="797"/>
                    <a:pt x="4077" y="573"/>
                    <a:pt x="4077" y="299"/>
                  </a:cubicBezTo>
                  <a:lnTo>
                    <a:pt x="4077" y="1"/>
                  </a:ln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1"/>
            <p:cNvSpPr/>
            <p:nvPr/>
          </p:nvSpPr>
          <p:spPr>
            <a:xfrm>
              <a:off x="1793388" y="1959113"/>
              <a:ext cx="295925" cy="191025"/>
            </a:xfrm>
            <a:custGeom>
              <a:rect b="b" l="l" r="r" t="t"/>
              <a:pathLst>
                <a:path extrusionOk="0" h="7641" w="11837">
                  <a:moveTo>
                    <a:pt x="769" y="1"/>
                  </a:moveTo>
                  <a:cubicBezTo>
                    <a:pt x="345" y="1"/>
                    <a:pt x="1" y="344"/>
                    <a:pt x="1" y="768"/>
                  </a:cubicBezTo>
                  <a:lnTo>
                    <a:pt x="1" y="6874"/>
                  </a:lnTo>
                  <a:cubicBezTo>
                    <a:pt x="1" y="7298"/>
                    <a:pt x="345" y="7641"/>
                    <a:pt x="769" y="7641"/>
                  </a:cubicBezTo>
                  <a:lnTo>
                    <a:pt x="11070" y="7641"/>
                  </a:lnTo>
                  <a:cubicBezTo>
                    <a:pt x="11134" y="7641"/>
                    <a:pt x="11197" y="7632"/>
                    <a:pt x="11257" y="7618"/>
                  </a:cubicBezTo>
                  <a:cubicBezTo>
                    <a:pt x="11334" y="7599"/>
                    <a:pt x="11407" y="7568"/>
                    <a:pt x="11473" y="7526"/>
                  </a:cubicBezTo>
                  <a:cubicBezTo>
                    <a:pt x="11691" y="7392"/>
                    <a:pt x="11837" y="7149"/>
                    <a:pt x="11837" y="6874"/>
                  </a:cubicBezTo>
                  <a:lnTo>
                    <a:pt x="11837" y="768"/>
                  </a:lnTo>
                  <a:cubicBezTo>
                    <a:pt x="11837" y="491"/>
                    <a:pt x="11690" y="248"/>
                    <a:pt x="11470" y="114"/>
                  </a:cubicBezTo>
                  <a:cubicBezTo>
                    <a:pt x="11401" y="72"/>
                    <a:pt x="11324" y="40"/>
                    <a:pt x="11245" y="20"/>
                  </a:cubicBezTo>
                  <a:cubicBezTo>
                    <a:pt x="11187" y="8"/>
                    <a:pt x="11130" y="1"/>
                    <a:pt x="110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1"/>
            <p:cNvSpPr/>
            <p:nvPr/>
          </p:nvSpPr>
          <p:spPr>
            <a:xfrm>
              <a:off x="2074488" y="1959613"/>
              <a:ext cx="14825" cy="189975"/>
            </a:xfrm>
            <a:custGeom>
              <a:rect b="b" l="l" r="r" t="t"/>
              <a:pathLst>
                <a:path extrusionOk="0" h="7599" w="593">
                  <a:moveTo>
                    <a:pt x="1" y="0"/>
                  </a:moveTo>
                  <a:lnTo>
                    <a:pt x="1" y="0"/>
                  </a:lnTo>
                  <a:cubicBezTo>
                    <a:pt x="8" y="53"/>
                    <a:pt x="13" y="109"/>
                    <a:pt x="13" y="164"/>
                  </a:cubicBezTo>
                  <a:lnTo>
                    <a:pt x="13" y="7598"/>
                  </a:lnTo>
                  <a:cubicBezTo>
                    <a:pt x="90" y="7579"/>
                    <a:pt x="163" y="7548"/>
                    <a:pt x="229" y="7506"/>
                  </a:cubicBezTo>
                  <a:cubicBezTo>
                    <a:pt x="447" y="7372"/>
                    <a:pt x="593" y="7129"/>
                    <a:pt x="593" y="6854"/>
                  </a:cubicBezTo>
                  <a:lnTo>
                    <a:pt x="593" y="748"/>
                  </a:lnTo>
                  <a:cubicBezTo>
                    <a:pt x="593" y="471"/>
                    <a:pt x="446" y="228"/>
                    <a:pt x="226" y="94"/>
                  </a:cubicBezTo>
                  <a:cubicBezTo>
                    <a:pt x="157" y="51"/>
                    <a:pt x="80" y="20"/>
                    <a:pt x="1" y="0"/>
                  </a:cubicBezTo>
                  <a:close/>
                </a:path>
              </a:pathLst>
            </a:custGeom>
            <a:solidFill>
              <a:srgbClr val="878787">
                <a:alpha val="13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1"/>
            <p:cNvSpPr/>
            <p:nvPr/>
          </p:nvSpPr>
          <p:spPr>
            <a:xfrm>
              <a:off x="1825063" y="1996763"/>
              <a:ext cx="232600" cy="153375"/>
            </a:xfrm>
            <a:custGeom>
              <a:rect b="b" l="l" r="r" t="t"/>
              <a:pathLst>
                <a:path extrusionOk="0" h="6135" w="9304">
                  <a:moveTo>
                    <a:pt x="4652" y="1"/>
                  </a:moveTo>
                  <a:cubicBezTo>
                    <a:pt x="4383" y="1"/>
                    <a:pt x="4114" y="142"/>
                    <a:pt x="3978" y="424"/>
                  </a:cubicBezTo>
                  <a:lnTo>
                    <a:pt x="2370" y="3777"/>
                  </a:lnTo>
                  <a:lnTo>
                    <a:pt x="909" y="2822"/>
                  </a:lnTo>
                  <a:cubicBezTo>
                    <a:pt x="813" y="2759"/>
                    <a:pt x="709" y="2731"/>
                    <a:pt x="608" y="2731"/>
                  </a:cubicBezTo>
                  <a:cubicBezTo>
                    <a:pt x="289" y="2731"/>
                    <a:pt x="0" y="3015"/>
                    <a:pt x="61" y="3377"/>
                  </a:cubicBezTo>
                  <a:lnTo>
                    <a:pt x="519" y="6135"/>
                  </a:lnTo>
                  <a:lnTo>
                    <a:pt x="8785" y="6135"/>
                  </a:lnTo>
                  <a:lnTo>
                    <a:pt x="9244" y="3377"/>
                  </a:lnTo>
                  <a:cubicBezTo>
                    <a:pt x="9304" y="3015"/>
                    <a:pt x="9015" y="2731"/>
                    <a:pt x="8696" y="2731"/>
                  </a:cubicBezTo>
                  <a:cubicBezTo>
                    <a:pt x="8595" y="2731"/>
                    <a:pt x="8491" y="2759"/>
                    <a:pt x="8394" y="2822"/>
                  </a:cubicBezTo>
                  <a:lnTo>
                    <a:pt x="6935" y="3777"/>
                  </a:lnTo>
                  <a:lnTo>
                    <a:pt x="5325" y="424"/>
                  </a:lnTo>
                  <a:cubicBezTo>
                    <a:pt x="5190" y="142"/>
                    <a:pt x="4921" y="1"/>
                    <a:pt x="4652" y="1"/>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1"/>
            <p:cNvSpPr/>
            <p:nvPr/>
          </p:nvSpPr>
          <p:spPr>
            <a:xfrm>
              <a:off x="1880963" y="2070463"/>
              <a:ext cx="120800" cy="79675"/>
            </a:xfrm>
            <a:custGeom>
              <a:rect b="b" l="l" r="r" t="t"/>
              <a:pathLst>
                <a:path extrusionOk="0" h="3187" w="4832">
                  <a:moveTo>
                    <a:pt x="2416" y="1"/>
                  </a:moveTo>
                  <a:cubicBezTo>
                    <a:pt x="2276" y="1"/>
                    <a:pt x="2136" y="74"/>
                    <a:pt x="2066" y="221"/>
                  </a:cubicBezTo>
                  <a:lnTo>
                    <a:pt x="1231" y="1963"/>
                  </a:lnTo>
                  <a:lnTo>
                    <a:pt x="473" y="1467"/>
                  </a:lnTo>
                  <a:cubicBezTo>
                    <a:pt x="422" y="1434"/>
                    <a:pt x="368" y="1419"/>
                    <a:pt x="315" y="1419"/>
                  </a:cubicBezTo>
                  <a:cubicBezTo>
                    <a:pt x="150" y="1419"/>
                    <a:pt x="1" y="1567"/>
                    <a:pt x="31" y="1755"/>
                  </a:cubicBezTo>
                  <a:lnTo>
                    <a:pt x="270" y="3187"/>
                  </a:lnTo>
                  <a:lnTo>
                    <a:pt x="4562" y="3187"/>
                  </a:lnTo>
                  <a:lnTo>
                    <a:pt x="4800" y="1755"/>
                  </a:lnTo>
                  <a:cubicBezTo>
                    <a:pt x="4832" y="1567"/>
                    <a:pt x="4682" y="1419"/>
                    <a:pt x="4517" y="1419"/>
                  </a:cubicBezTo>
                  <a:cubicBezTo>
                    <a:pt x="4464" y="1419"/>
                    <a:pt x="4410" y="1434"/>
                    <a:pt x="4359" y="1467"/>
                  </a:cubicBezTo>
                  <a:lnTo>
                    <a:pt x="3602" y="1963"/>
                  </a:lnTo>
                  <a:lnTo>
                    <a:pt x="2766" y="221"/>
                  </a:lnTo>
                  <a:cubicBezTo>
                    <a:pt x="2696" y="74"/>
                    <a:pt x="2556" y="1"/>
                    <a:pt x="2416" y="1"/>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1"/>
            <p:cNvSpPr/>
            <p:nvPr/>
          </p:nvSpPr>
          <p:spPr>
            <a:xfrm>
              <a:off x="1978863" y="1858738"/>
              <a:ext cx="148750" cy="126400"/>
            </a:xfrm>
            <a:custGeom>
              <a:rect b="b" l="l" r="r" t="t"/>
              <a:pathLst>
                <a:path extrusionOk="0" h="5056" w="5950">
                  <a:moveTo>
                    <a:pt x="2975" y="0"/>
                  </a:moveTo>
                  <a:cubicBezTo>
                    <a:pt x="2784" y="0"/>
                    <a:pt x="2592" y="95"/>
                    <a:pt x="2483" y="285"/>
                  </a:cubicBezTo>
                  <a:lnTo>
                    <a:pt x="219" y="4203"/>
                  </a:lnTo>
                  <a:cubicBezTo>
                    <a:pt x="1" y="4583"/>
                    <a:pt x="274" y="5056"/>
                    <a:pt x="712" y="5056"/>
                  </a:cubicBezTo>
                  <a:lnTo>
                    <a:pt x="5238" y="5056"/>
                  </a:lnTo>
                  <a:cubicBezTo>
                    <a:pt x="5675" y="5056"/>
                    <a:pt x="5949" y="4583"/>
                    <a:pt x="5730" y="4203"/>
                  </a:cubicBezTo>
                  <a:lnTo>
                    <a:pt x="3467" y="285"/>
                  </a:lnTo>
                  <a:cubicBezTo>
                    <a:pt x="3358" y="95"/>
                    <a:pt x="3167" y="0"/>
                    <a:pt x="2975" y="0"/>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1"/>
            <p:cNvSpPr/>
            <p:nvPr/>
          </p:nvSpPr>
          <p:spPr>
            <a:xfrm>
              <a:off x="2042313" y="1858738"/>
              <a:ext cx="85300" cy="126400"/>
            </a:xfrm>
            <a:custGeom>
              <a:rect b="b" l="l" r="r" t="t"/>
              <a:pathLst>
                <a:path extrusionOk="0" h="5056" w="3412">
                  <a:moveTo>
                    <a:pt x="437" y="0"/>
                  </a:moveTo>
                  <a:cubicBezTo>
                    <a:pt x="275" y="0"/>
                    <a:pt x="113" y="68"/>
                    <a:pt x="1" y="203"/>
                  </a:cubicBezTo>
                  <a:cubicBezTo>
                    <a:pt x="21" y="229"/>
                    <a:pt x="40" y="255"/>
                    <a:pt x="57" y="285"/>
                  </a:cubicBezTo>
                  <a:lnTo>
                    <a:pt x="2319" y="4203"/>
                  </a:lnTo>
                  <a:cubicBezTo>
                    <a:pt x="2539" y="4583"/>
                    <a:pt x="2265" y="5056"/>
                    <a:pt x="1828" y="5056"/>
                  </a:cubicBezTo>
                  <a:lnTo>
                    <a:pt x="2700" y="5056"/>
                  </a:lnTo>
                  <a:cubicBezTo>
                    <a:pt x="3137" y="5056"/>
                    <a:pt x="3411" y="4583"/>
                    <a:pt x="3192" y="4203"/>
                  </a:cubicBezTo>
                  <a:lnTo>
                    <a:pt x="929" y="285"/>
                  </a:lnTo>
                  <a:cubicBezTo>
                    <a:pt x="819" y="95"/>
                    <a:pt x="628" y="0"/>
                    <a:pt x="437"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1"/>
            <p:cNvSpPr/>
            <p:nvPr/>
          </p:nvSpPr>
          <p:spPr>
            <a:xfrm>
              <a:off x="2041163" y="1887513"/>
              <a:ext cx="24150" cy="53675"/>
            </a:xfrm>
            <a:custGeom>
              <a:rect b="b" l="l" r="r" t="t"/>
              <a:pathLst>
                <a:path extrusionOk="0" h="2147" w="966">
                  <a:moveTo>
                    <a:pt x="482" y="0"/>
                  </a:moveTo>
                  <a:cubicBezTo>
                    <a:pt x="216" y="0"/>
                    <a:pt x="1" y="217"/>
                    <a:pt x="1" y="483"/>
                  </a:cubicBezTo>
                  <a:lnTo>
                    <a:pt x="1" y="1663"/>
                  </a:lnTo>
                  <a:cubicBezTo>
                    <a:pt x="1" y="1931"/>
                    <a:pt x="216" y="2146"/>
                    <a:pt x="482" y="2146"/>
                  </a:cubicBezTo>
                  <a:cubicBezTo>
                    <a:pt x="750" y="2146"/>
                    <a:pt x="965" y="1931"/>
                    <a:pt x="965" y="1663"/>
                  </a:cubicBezTo>
                  <a:lnTo>
                    <a:pt x="965" y="483"/>
                  </a:ln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1"/>
            <p:cNvSpPr/>
            <p:nvPr/>
          </p:nvSpPr>
          <p:spPr>
            <a:xfrm>
              <a:off x="2041163" y="1948513"/>
              <a:ext cx="24150" cy="24150"/>
            </a:xfrm>
            <a:custGeom>
              <a:rect b="b" l="l" r="r" t="t"/>
              <a:pathLst>
                <a:path extrusionOk="0" h="966" w="966">
                  <a:moveTo>
                    <a:pt x="482" y="0"/>
                  </a:moveTo>
                  <a:cubicBezTo>
                    <a:pt x="216" y="0"/>
                    <a:pt x="1" y="217"/>
                    <a:pt x="1" y="483"/>
                  </a:cubicBezTo>
                  <a:lnTo>
                    <a:pt x="1" y="531"/>
                  </a:lnTo>
                  <a:cubicBezTo>
                    <a:pt x="1" y="772"/>
                    <a:pt x="194" y="965"/>
                    <a:pt x="435" y="965"/>
                  </a:cubicBezTo>
                  <a:lnTo>
                    <a:pt x="482" y="965"/>
                  </a:lnTo>
                  <a:cubicBezTo>
                    <a:pt x="750" y="965"/>
                    <a:pt x="965" y="750"/>
                    <a:pt x="965" y="483"/>
                  </a:cubicBez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3" name="Google Shape;303;p31"/>
          <p:cNvSpPr txBox="1"/>
          <p:nvPr>
            <p:ph idx="1" type="subTitle"/>
          </p:nvPr>
        </p:nvSpPr>
        <p:spPr>
          <a:xfrm>
            <a:off x="5003800" y="1333500"/>
            <a:ext cx="3632100" cy="368400"/>
          </a:xfrm>
          <a:prstGeom prst="rect">
            <a:avLst/>
          </a:prstGeom>
        </p:spPr>
        <p:txBody>
          <a:bodyPr anchorCtr="0" anchor="b" bIns="91425" lIns="91425" spcFirstLastPara="1" rIns="91425" wrap="square" tIns="91425">
            <a:noAutofit/>
          </a:bodyPr>
          <a:lstStyle/>
          <a:p>
            <a:pPr indent="0" lvl="0" marL="0" rtl="0" algn="ctr">
              <a:lnSpc>
                <a:spcPct val="80000"/>
              </a:lnSpc>
              <a:spcBef>
                <a:spcPts val="0"/>
              </a:spcBef>
              <a:spcAft>
                <a:spcPts val="0"/>
              </a:spcAft>
              <a:buSzPts val="770"/>
              <a:buNone/>
            </a:pPr>
            <a:r>
              <a:rPr lang="en" sz="2000"/>
              <a:t>COMMANDS</a:t>
            </a:r>
            <a:endParaRPr sz="2000"/>
          </a:p>
        </p:txBody>
      </p:sp>
      <p:sp>
        <p:nvSpPr>
          <p:cNvPr id="304" name="Google Shape;304;p31"/>
          <p:cNvSpPr txBox="1"/>
          <p:nvPr>
            <p:ph idx="2" type="subTitle"/>
          </p:nvPr>
        </p:nvSpPr>
        <p:spPr>
          <a:xfrm>
            <a:off x="5003800" y="2374900"/>
            <a:ext cx="3632100" cy="3684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INPUTS</a:t>
            </a:r>
            <a:endParaRPr sz="2000"/>
          </a:p>
        </p:txBody>
      </p:sp>
      <p:sp>
        <p:nvSpPr>
          <p:cNvPr id="305" name="Google Shape;305;p31"/>
          <p:cNvSpPr txBox="1"/>
          <p:nvPr>
            <p:ph idx="3" type="subTitle"/>
          </p:nvPr>
        </p:nvSpPr>
        <p:spPr>
          <a:xfrm>
            <a:off x="5003800" y="3416300"/>
            <a:ext cx="3632100" cy="3684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FAILURES</a:t>
            </a:r>
            <a:endParaRPr sz="2000"/>
          </a:p>
        </p:txBody>
      </p:sp>
      <p:sp>
        <p:nvSpPr>
          <p:cNvPr id="306" name="Google Shape;306;p31"/>
          <p:cNvSpPr txBox="1"/>
          <p:nvPr>
            <p:ph idx="4" type="subTitle"/>
          </p:nvPr>
        </p:nvSpPr>
        <p:spPr>
          <a:xfrm>
            <a:off x="5003800" y="3822700"/>
            <a:ext cx="3632100" cy="6477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600"/>
              <a:t>Exit checks stop later steps after an error.</a:t>
            </a:r>
            <a:endParaRPr sz="1600">
              <a:solidFill>
                <a:srgbClr val="D9D9D9"/>
              </a:solidFill>
            </a:endParaRPr>
          </a:p>
        </p:txBody>
      </p:sp>
      <p:sp>
        <p:nvSpPr>
          <p:cNvPr id="307" name="Google Shape;307;p31"/>
          <p:cNvSpPr txBox="1"/>
          <p:nvPr>
            <p:ph idx="5" type="subTitle"/>
          </p:nvPr>
        </p:nvSpPr>
        <p:spPr>
          <a:xfrm>
            <a:off x="5003800" y="2781300"/>
            <a:ext cx="3632100" cy="6477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600"/>
              <a:t>Arguments replace hardcoded hosts and paths.</a:t>
            </a:r>
            <a:endParaRPr sz="1600"/>
          </a:p>
        </p:txBody>
      </p:sp>
      <p:sp>
        <p:nvSpPr>
          <p:cNvPr id="308" name="Google Shape;308;p31"/>
          <p:cNvSpPr txBox="1"/>
          <p:nvPr>
            <p:ph idx="6" type="subTitle"/>
          </p:nvPr>
        </p:nvSpPr>
        <p:spPr>
          <a:xfrm>
            <a:off x="5003800" y="1739900"/>
            <a:ext cx="3632100" cy="64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A script records the steps of an operation.</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2"/>
          <p:cNvSpPr txBox="1"/>
          <p:nvPr>
            <p:ph type="title"/>
          </p:nvPr>
        </p:nvSpPr>
        <p:spPr>
          <a:xfrm>
            <a:off x="866675" y="360750"/>
            <a:ext cx="60423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800"/>
              <a:t>Cron jobs: scheduled execution</a:t>
            </a:r>
            <a:endParaRPr sz="2800"/>
          </a:p>
        </p:txBody>
      </p:sp>
      <p:grpSp>
        <p:nvGrpSpPr>
          <p:cNvPr id="313" name="Google Shape;313;p32"/>
          <p:cNvGrpSpPr/>
          <p:nvPr/>
        </p:nvGrpSpPr>
        <p:grpSpPr>
          <a:xfrm>
            <a:off x="1464131" y="1786503"/>
            <a:ext cx="420539" cy="401186"/>
            <a:chOff x="1757388" y="1858738"/>
            <a:chExt cx="370225" cy="353250"/>
          </a:xfrm>
        </p:grpSpPr>
        <p:sp>
          <p:nvSpPr>
            <p:cNvPr id="314" name="Google Shape;314;p32"/>
            <p:cNvSpPr/>
            <p:nvPr/>
          </p:nvSpPr>
          <p:spPr>
            <a:xfrm>
              <a:off x="1771388" y="1937063"/>
              <a:ext cx="339975" cy="255050"/>
            </a:xfrm>
            <a:custGeom>
              <a:rect b="b" l="l" r="r" t="t"/>
              <a:pathLst>
                <a:path extrusionOk="0" h="10202" w="13599">
                  <a:moveTo>
                    <a:pt x="1066" y="1"/>
                  </a:moveTo>
                  <a:cubicBezTo>
                    <a:pt x="478" y="1"/>
                    <a:pt x="0" y="478"/>
                    <a:pt x="0" y="1066"/>
                  </a:cubicBezTo>
                  <a:lnTo>
                    <a:pt x="0" y="9405"/>
                  </a:lnTo>
                  <a:lnTo>
                    <a:pt x="6799" y="10201"/>
                  </a:lnTo>
                  <a:lnTo>
                    <a:pt x="13599" y="9405"/>
                  </a:lnTo>
                  <a:lnTo>
                    <a:pt x="13599" y="1067"/>
                  </a:lnTo>
                  <a:cubicBezTo>
                    <a:pt x="13599" y="478"/>
                    <a:pt x="13121" y="1"/>
                    <a:pt x="1253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2"/>
            <p:cNvSpPr/>
            <p:nvPr/>
          </p:nvSpPr>
          <p:spPr>
            <a:xfrm>
              <a:off x="1757388" y="2172163"/>
              <a:ext cx="367950" cy="39825"/>
            </a:xfrm>
            <a:custGeom>
              <a:rect b="b" l="l" r="r" t="t"/>
              <a:pathLst>
                <a:path extrusionOk="0" h="1593" w="14718">
                  <a:moveTo>
                    <a:pt x="416" y="1"/>
                  </a:moveTo>
                  <a:cubicBezTo>
                    <a:pt x="175" y="1"/>
                    <a:pt x="0" y="232"/>
                    <a:pt x="66" y="464"/>
                  </a:cubicBezTo>
                  <a:lnTo>
                    <a:pt x="130" y="692"/>
                  </a:lnTo>
                  <a:cubicBezTo>
                    <a:pt x="280" y="1224"/>
                    <a:pt x="766" y="1593"/>
                    <a:pt x="1319" y="1593"/>
                  </a:cubicBezTo>
                  <a:lnTo>
                    <a:pt x="13400" y="1593"/>
                  </a:lnTo>
                  <a:cubicBezTo>
                    <a:pt x="13953" y="1593"/>
                    <a:pt x="14439" y="1224"/>
                    <a:pt x="14587" y="692"/>
                  </a:cubicBezTo>
                  <a:lnTo>
                    <a:pt x="14652" y="464"/>
                  </a:lnTo>
                  <a:cubicBezTo>
                    <a:pt x="14717" y="232"/>
                    <a:pt x="14542" y="1"/>
                    <a:pt x="1430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2"/>
            <p:cNvSpPr/>
            <p:nvPr/>
          </p:nvSpPr>
          <p:spPr>
            <a:xfrm>
              <a:off x="1771338" y="1937063"/>
              <a:ext cx="354000" cy="274925"/>
            </a:xfrm>
            <a:custGeom>
              <a:rect b="b" l="l" r="r" t="t"/>
              <a:pathLst>
                <a:path extrusionOk="0" h="10997" w="14160">
                  <a:moveTo>
                    <a:pt x="11072" y="1"/>
                  </a:moveTo>
                  <a:cubicBezTo>
                    <a:pt x="11660" y="1"/>
                    <a:pt x="12139" y="478"/>
                    <a:pt x="12139" y="1067"/>
                  </a:cubicBezTo>
                  <a:lnTo>
                    <a:pt x="12139" y="8661"/>
                  </a:lnTo>
                  <a:cubicBezTo>
                    <a:pt x="12139" y="8848"/>
                    <a:pt x="11988" y="9000"/>
                    <a:pt x="11800" y="9000"/>
                  </a:cubicBezTo>
                  <a:lnTo>
                    <a:pt x="1" y="9000"/>
                  </a:lnTo>
                  <a:lnTo>
                    <a:pt x="1" y="9405"/>
                  </a:lnTo>
                  <a:lnTo>
                    <a:pt x="12355" y="9405"/>
                  </a:lnTo>
                  <a:cubicBezTo>
                    <a:pt x="12596" y="9405"/>
                    <a:pt x="12771" y="9636"/>
                    <a:pt x="12705" y="9868"/>
                  </a:cubicBezTo>
                  <a:lnTo>
                    <a:pt x="12640" y="10096"/>
                  </a:lnTo>
                  <a:cubicBezTo>
                    <a:pt x="12491" y="10628"/>
                    <a:pt x="12005" y="10997"/>
                    <a:pt x="11453" y="10997"/>
                  </a:cubicBezTo>
                  <a:lnTo>
                    <a:pt x="12842" y="10997"/>
                  </a:lnTo>
                  <a:cubicBezTo>
                    <a:pt x="13395" y="10997"/>
                    <a:pt x="13881" y="10628"/>
                    <a:pt x="14029" y="10096"/>
                  </a:cubicBezTo>
                  <a:lnTo>
                    <a:pt x="14094" y="9868"/>
                  </a:lnTo>
                  <a:cubicBezTo>
                    <a:pt x="14159" y="9636"/>
                    <a:pt x="13986" y="9405"/>
                    <a:pt x="13744" y="9405"/>
                  </a:cubicBezTo>
                  <a:lnTo>
                    <a:pt x="13601" y="9405"/>
                  </a:lnTo>
                  <a:lnTo>
                    <a:pt x="13601" y="1067"/>
                  </a:lnTo>
                  <a:cubicBezTo>
                    <a:pt x="13601" y="478"/>
                    <a:pt x="13123" y="1"/>
                    <a:pt x="1253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2"/>
            <p:cNvSpPr/>
            <p:nvPr/>
          </p:nvSpPr>
          <p:spPr>
            <a:xfrm>
              <a:off x="1890388" y="2172163"/>
              <a:ext cx="101950" cy="19950"/>
            </a:xfrm>
            <a:custGeom>
              <a:rect b="b" l="l" r="r" t="t"/>
              <a:pathLst>
                <a:path extrusionOk="0" h="798" w="4078">
                  <a:moveTo>
                    <a:pt x="0" y="1"/>
                  </a:moveTo>
                  <a:lnTo>
                    <a:pt x="0" y="299"/>
                  </a:lnTo>
                  <a:cubicBezTo>
                    <a:pt x="0" y="573"/>
                    <a:pt x="223" y="797"/>
                    <a:pt x="499" y="797"/>
                  </a:cubicBezTo>
                  <a:lnTo>
                    <a:pt x="3580" y="797"/>
                  </a:lnTo>
                  <a:cubicBezTo>
                    <a:pt x="3855" y="797"/>
                    <a:pt x="4077" y="573"/>
                    <a:pt x="4077" y="299"/>
                  </a:cubicBezTo>
                  <a:lnTo>
                    <a:pt x="4077" y="1"/>
                  </a:ln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2"/>
            <p:cNvSpPr/>
            <p:nvPr/>
          </p:nvSpPr>
          <p:spPr>
            <a:xfrm>
              <a:off x="1793388" y="1959113"/>
              <a:ext cx="295925" cy="191025"/>
            </a:xfrm>
            <a:custGeom>
              <a:rect b="b" l="l" r="r" t="t"/>
              <a:pathLst>
                <a:path extrusionOk="0" h="7641" w="11837">
                  <a:moveTo>
                    <a:pt x="769" y="1"/>
                  </a:moveTo>
                  <a:cubicBezTo>
                    <a:pt x="345" y="1"/>
                    <a:pt x="1" y="344"/>
                    <a:pt x="1" y="768"/>
                  </a:cubicBezTo>
                  <a:lnTo>
                    <a:pt x="1" y="6874"/>
                  </a:lnTo>
                  <a:cubicBezTo>
                    <a:pt x="1" y="7298"/>
                    <a:pt x="345" y="7641"/>
                    <a:pt x="769" y="7641"/>
                  </a:cubicBezTo>
                  <a:lnTo>
                    <a:pt x="11070" y="7641"/>
                  </a:lnTo>
                  <a:cubicBezTo>
                    <a:pt x="11134" y="7641"/>
                    <a:pt x="11197" y="7632"/>
                    <a:pt x="11257" y="7618"/>
                  </a:cubicBezTo>
                  <a:cubicBezTo>
                    <a:pt x="11334" y="7599"/>
                    <a:pt x="11407" y="7568"/>
                    <a:pt x="11473" y="7526"/>
                  </a:cubicBezTo>
                  <a:cubicBezTo>
                    <a:pt x="11691" y="7392"/>
                    <a:pt x="11837" y="7149"/>
                    <a:pt x="11837" y="6874"/>
                  </a:cubicBezTo>
                  <a:lnTo>
                    <a:pt x="11837" y="768"/>
                  </a:lnTo>
                  <a:cubicBezTo>
                    <a:pt x="11837" y="491"/>
                    <a:pt x="11690" y="248"/>
                    <a:pt x="11470" y="114"/>
                  </a:cubicBezTo>
                  <a:cubicBezTo>
                    <a:pt x="11401" y="72"/>
                    <a:pt x="11324" y="40"/>
                    <a:pt x="11245" y="20"/>
                  </a:cubicBezTo>
                  <a:cubicBezTo>
                    <a:pt x="11187" y="8"/>
                    <a:pt x="11130" y="1"/>
                    <a:pt x="110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2"/>
            <p:cNvSpPr/>
            <p:nvPr/>
          </p:nvSpPr>
          <p:spPr>
            <a:xfrm>
              <a:off x="2074488" y="1959613"/>
              <a:ext cx="14825" cy="189975"/>
            </a:xfrm>
            <a:custGeom>
              <a:rect b="b" l="l" r="r" t="t"/>
              <a:pathLst>
                <a:path extrusionOk="0" h="7599" w="593">
                  <a:moveTo>
                    <a:pt x="1" y="0"/>
                  </a:moveTo>
                  <a:lnTo>
                    <a:pt x="1" y="0"/>
                  </a:lnTo>
                  <a:cubicBezTo>
                    <a:pt x="8" y="53"/>
                    <a:pt x="13" y="109"/>
                    <a:pt x="13" y="164"/>
                  </a:cubicBezTo>
                  <a:lnTo>
                    <a:pt x="13" y="7598"/>
                  </a:lnTo>
                  <a:cubicBezTo>
                    <a:pt x="90" y="7579"/>
                    <a:pt x="163" y="7548"/>
                    <a:pt x="229" y="7506"/>
                  </a:cubicBezTo>
                  <a:cubicBezTo>
                    <a:pt x="447" y="7372"/>
                    <a:pt x="593" y="7129"/>
                    <a:pt x="593" y="6854"/>
                  </a:cubicBezTo>
                  <a:lnTo>
                    <a:pt x="593" y="748"/>
                  </a:lnTo>
                  <a:cubicBezTo>
                    <a:pt x="593" y="471"/>
                    <a:pt x="446" y="228"/>
                    <a:pt x="226" y="94"/>
                  </a:cubicBezTo>
                  <a:cubicBezTo>
                    <a:pt x="157" y="51"/>
                    <a:pt x="80" y="20"/>
                    <a:pt x="1" y="0"/>
                  </a:cubicBezTo>
                  <a:close/>
                </a:path>
              </a:pathLst>
            </a:custGeom>
            <a:solidFill>
              <a:srgbClr val="878787">
                <a:alpha val="13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2"/>
            <p:cNvSpPr/>
            <p:nvPr/>
          </p:nvSpPr>
          <p:spPr>
            <a:xfrm>
              <a:off x="1825063" y="1996763"/>
              <a:ext cx="232600" cy="153375"/>
            </a:xfrm>
            <a:custGeom>
              <a:rect b="b" l="l" r="r" t="t"/>
              <a:pathLst>
                <a:path extrusionOk="0" h="6135" w="9304">
                  <a:moveTo>
                    <a:pt x="4652" y="1"/>
                  </a:moveTo>
                  <a:cubicBezTo>
                    <a:pt x="4383" y="1"/>
                    <a:pt x="4114" y="142"/>
                    <a:pt x="3978" y="424"/>
                  </a:cubicBezTo>
                  <a:lnTo>
                    <a:pt x="2370" y="3777"/>
                  </a:lnTo>
                  <a:lnTo>
                    <a:pt x="909" y="2822"/>
                  </a:lnTo>
                  <a:cubicBezTo>
                    <a:pt x="813" y="2759"/>
                    <a:pt x="709" y="2731"/>
                    <a:pt x="608" y="2731"/>
                  </a:cubicBezTo>
                  <a:cubicBezTo>
                    <a:pt x="289" y="2731"/>
                    <a:pt x="0" y="3015"/>
                    <a:pt x="61" y="3377"/>
                  </a:cubicBezTo>
                  <a:lnTo>
                    <a:pt x="519" y="6135"/>
                  </a:lnTo>
                  <a:lnTo>
                    <a:pt x="8785" y="6135"/>
                  </a:lnTo>
                  <a:lnTo>
                    <a:pt x="9244" y="3377"/>
                  </a:lnTo>
                  <a:cubicBezTo>
                    <a:pt x="9304" y="3015"/>
                    <a:pt x="9015" y="2731"/>
                    <a:pt x="8696" y="2731"/>
                  </a:cubicBezTo>
                  <a:cubicBezTo>
                    <a:pt x="8595" y="2731"/>
                    <a:pt x="8491" y="2759"/>
                    <a:pt x="8394" y="2822"/>
                  </a:cubicBezTo>
                  <a:lnTo>
                    <a:pt x="6935" y="3777"/>
                  </a:lnTo>
                  <a:lnTo>
                    <a:pt x="5325" y="424"/>
                  </a:lnTo>
                  <a:cubicBezTo>
                    <a:pt x="5190" y="142"/>
                    <a:pt x="4921" y="1"/>
                    <a:pt x="4652" y="1"/>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2"/>
            <p:cNvSpPr/>
            <p:nvPr/>
          </p:nvSpPr>
          <p:spPr>
            <a:xfrm>
              <a:off x="1880963" y="2070463"/>
              <a:ext cx="120800" cy="79675"/>
            </a:xfrm>
            <a:custGeom>
              <a:rect b="b" l="l" r="r" t="t"/>
              <a:pathLst>
                <a:path extrusionOk="0" h="3187" w="4832">
                  <a:moveTo>
                    <a:pt x="2416" y="1"/>
                  </a:moveTo>
                  <a:cubicBezTo>
                    <a:pt x="2276" y="1"/>
                    <a:pt x="2136" y="74"/>
                    <a:pt x="2066" y="221"/>
                  </a:cubicBezTo>
                  <a:lnTo>
                    <a:pt x="1231" y="1963"/>
                  </a:lnTo>
                  <a:lnTo>
                    <a:pt x="473" y="1467"/>
                  </a:lnTo>
                  <a:cubicBezTo>
                    <a:pt x="422" y="1434"/>
                    <a:pt x="368" y="1419"/>
                    <a:pt x="315" y="1419"/>
                  </a:cubicBezTo>
                  <a:cubicBezTo>
                    <a:pt x="150" y="1419"/>
                    <a:pt x="1" y="1567"/>
                    <a:pt x="31" y="1755"/>
                  </a:cubicBezTo>
                  <a:lnTo>
                    <a:pt x="270" y="3187"/>
                  </a:lnTo>
                  <a:lnTo>
                    <a:pt x="4562" y="3187"/>
                  </a:lnTo>
                  <a:lnTo>
                    <a:pt x="4800" y="1755"/>
                  </a:lnTo>
                  <a:cubicBezTo>
                    <a:pt x="4832" y="1567"/>
                    <a:pt x="4682" y="1419"/>
                    <a:pt x="4517" y="1419"/>
                  </a:cubicBezTo>
                  <a:cubicBezTo>
                    <a:pt x="4464" y="1419"/>
                    <a:pt x="4410" y="1434"/>
                    <a:pt x="4359" y="1467"/>
                  </a:cubicBezTo>
                  <a:lnTo>
                    <a:pt x="3602" y="1963"/>
                  </a:lnTo>
                  <a:lnTo>
                    <a:pt x="2766" y="221"/>
                  </a:lnTo>
                  <a:cubicBezTo>
                    <a:pt x="2696" y="74"/>
                    <a:pt x="2556" y="1"/>
                    <a:pt x="2416" y="1"/>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2"/>
            <p:cNvSpPr/>
            <p:nvPr/>
          </p:nvSpPr>
          <p:spPr>
            <a:xfrm>
              <a:off x="1978863" y="1858738"/>
              <a:ext cx="148750" cy="126400"/>
            </a:xfrm>
            <a:custGeom>
              <a:rect b="b" l="l" r="r" t="t"/>
              <a:pathLst>
                <a:path extrusionOk="0" h="5056" w="5950">
                  <a:moveTo>
                    <a:pt x="2975" y="0"/>
                  </a:moveTo>
                  <a:cubicBezTo>
                    <a:pt x="2784" y="0"/>
                    <a:pt x="2592" y="95"/>
                    <a:pt x="2483" y="285"/>
                  </a:cubicBezTo>
                  <a:lnTo>
                    <a:pt x="219" y="4203"/>
                  </a:lnTo>
                  <a:cubicBezTo>
                    <a:pt x="1" y="4583"/>
                    <a:pt x="274" y="5056"/>
                    <a:pt x="712" y="5056"/>
                  </a:cubicBezTo>
                  <a:lnTo>
                    <a:pt x="5238" y="5056"/>
                  </a:lnTo>
                  <a:cubicBezTo>
                    <a:pt x="5675" y="5056"/>
                    <a:pt x="5949" y="4583"/>
                    <a:pt x="5730" y="4203"/>
                  </a:cubicBezTo>
                  <a:lnTo>
                    <a:pt x="3467" y="285"/>
                  </a:lnTo>
                  <a:cubicBezTo>
                    <a:pt x="3358" y="95"/>
                    <a:pt x="3167" y="0"/>
                    <a:pt x="2975" y="0"/>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2"/>
            <p:cNvSpPr/>
            <p:nvPr/>
          </p:nvSpPr>
          <p:spPr>
            <a:xfrm>
              <a:off x="2042313" y="1858738"/>
              <a:ext cx="85300" cy="126400"/>
            </a:xfrm>
            <a:custGeom>
              <a:rect b="b" l="l" r="r" t="t"/>
              <a:pathLst>
                <a:path extrusionOk="0" h="5056" w="3412">
                  <a:moveTo>
                    <a:pt x="437" y="0"/>
                  </a:moveTo>
                  <a:cubicBezTo>
                    <a:pt x="275" y="0"/>
                    <a:pt x="113" y="68"/>
                    <a:pt x="1" y="203"/>
                  </a:cubicBezTo>
                  <a:cubicBezTo>
                    <a:pt x="21" y="229"/>
                    <a:pt x="40" y="255"/>
                    <a:pt x="57" y="285"/>
                  </a:cubicBezTo>
                  <a:lnTo>
                    <a:pt x="2319" y="4203"/>
                  </a:lnTo>
                  <a:cubicBezTo>
                    <a:pt x="2539" y="4583"/>
                    <a:pt x="2265" y="5056"/>
                    <a:pt x="1828" y="5056"/>
                  </a:cubicBezTo>
                  <a:lnTo>
                    <a:pt x="2700" y="5056"/>
                  </a:lnTo>
                  <a:cubicBezTo>
                    <a:pt x="3137" y="5056"/>
                    <a:pt x="3411" y="4583"/>
                    <a:pt x="3192" y="4203"/>
                  </a:cubicBezTo>
                  <a:lnTo>
                    <a:pt x="929" y="285"/>
                  </a:lnTo>
                  <a:cubicBezTo>
                    <a:pt x="819" y="95"/>
                    <a:pt x="628" y="0"/>
                    <a:pt x="437"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2"/>
            <p:cNvSpPr/>
            <p:nvPr/>
          </p:nvSpPr>
          <p:spPr>
            <a:xfrm>
              <a:off x="2041163" y="1887513"/>
              <a:ext cx="24150" cy="53675"/>
            </a:xfrm>
            <a:custGeom>
              <a:rect b="b" l="l" r="r" t="t"/>
              <a:pathLst>
                <a:path extrusionOk="0" h="2147" w="966">
                  <a:moveTo>
                    <a:pt x="482" y="0"/>
                  </a:moveTo>
                  <a:cubicBezTo>
                    <a:pt x="216" y="0"/>
                    <a:pt x="1" y="217"/>
                    <a:pt x="1" y="483"/>
                  </a:cubicBezTo>
                  <a:lnTo>
                    <a:pt x="1" y="1663"/>
                  </a:lnTo>
                  <a:cubicBezTo>
                    <a:pt x="1" y="1931"/>
                    <a:pt x="216" y="2146"/>
                    <a:pt x="482" y="2146"/>
                  </a:cubicBezTo>
                  <a:cubicBezTo>
                    <a:pt x="750" y="2146"/>
                    <a:pt x="965" y="1931"/>
                    <a:pt x="965" y="1663"/>
                  </a:cubicBezTo>
                  <a:lnTo>
                    <a:pt x="965" y="483"/>
                  </a:ln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2"/>
            <p:cNvSpPr/>
            <p:nvPr/>
          </p:nvSpPr>
          <p:spPr>
            <a:xfrm>
              <a:off x="2041163" y="1948513"/>
              <a:ext cx="24150" cy="24150"/>
            </a:xfrm>
            <a:custGeom>
              <a:rect b="b" l="l" r="r" t="t"/>
              <a:pathLst>
                <a:path extrusionOk="0" h="966" w="966">
                  <a:moveTo>
                    <a:pt x="482" y="0"/>
                  </a:moveTo>
                  <a:cubicBezTo>
                    <a:pt x="216" y="0"/>
                    <a:pt x="1" y="217"/>
                    <a:pt x="1" y="483"/>
                  </a:cubicBezTo>
                  <a:lnTo>
                    <a:pt x="1" y="531"/>
                  </a:lnTo>
                  <a:cubicBezTo>
                    <a:pt x="1" y="772"/>
                    <a:pt x="194" y="965"/>
                    <a:pt x="435" y="965"/>
                  </a:cubicBezTo>
                  <a:lnTo>
                    <a:pt x="482" y="965"/>
                  </a:lnTo>
                  <a:cubicBezTo>
                    <a:pt x="750" y="965"/>
                    <a:pt x="965" y="750"/>
                    <a:pt x="965" y="483"/>
                  </a:cubicBez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6" name="Google Shape;326;p32"/>
          <p:cNvSpPr txBox="1"/>
          <p:nvPr>
            <p:ph idx="1" type="subTitle"/>
          </p:nvPr>
        </p:nvSpPr>
        <p:spPr>
          <a:xfrm>
            <a:off x="5003800" y="1333500"/>
            <a:ext cx="3632100" cy="368400"/>
          </a:xfrm>
          <a:prstGeom prst="rect">
            <a:avLst/>
          </a:prstGeom>
        </p:spPr>
        <p:txBody>
          <a:bodyPr anchorCtr="0" anchor="b" bIns="91425" lIns="91425" spcFirstLastPara="1" rIns="91425" wrap="square" tIns="91425">
            <a:noAutofit/>
          </a:bodyPr>
          <a:lstStyle/>
          <a:p>
            <a:pPr indent="0" lvl="0" marL="0" rtl="0" algn="ctr">
              <a:lnSpc>
                <a:spcPct val="80000"/>
              </a:lnSpc>
              <a:spcBef>
                <a:spcPts val="0"/>
              </a:spcBef>
              <a:spcAft>
                <a:spcPts val="0"/>
              </a:spcAft>
              <a:buSzPts val="770"/>
              <a:buNone/>
            </a:pPr>
            <a:r>
              <a:rPr lang="en" sz="2000"/>
              <a:t>SCHEDULE</a:t>
            </a:r>
            <a:endParaRPr sz="2000"/>
          </a:p>
        </p:txBody>
      </p:sp>
      <p:sp>
        <p:nvSpPr>
          <p:cNvPr id="327" name="Google Shape;327;p32"/>
          <p:cNvSpPr txBox="1"/>
          <p:nvPr>
            <p:ph idx="2" type="subTitle"/>
          </p:nvPr>
        </p:nvSpPr>
        <p:spPr>
          <a:xfrm>
            <a:off x="5003800" y="2374900"/>
            <a:ext cx="3632100" cy="3684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EXECUTION</a:t>
            </a:r>
            <a:endParaRPr sz="2000"/>
          </a:p>
        </p:txBody>
      </p:sp>
      <p:sp>
        <p:nvSpPr>
          <p:cNvPr id="328" name="Google Shape;328;p32"/>
          <p:cNvSpPr txBox="1"/>
          <p:nvPr>
            <p:ph idx="3" type="subTitle"/>
          </p:nvPr>
        </p:nvSpPr>
        <p:spPr>
          <a:xfrm>
            <a:off x="5003800" y="3416300"/>
            <a:ext cx="3632100" cy="3684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MONITORING</a:t>
            </a:r>
            <a:endParaRPr sz="2000"/>
          </a:p>
        </p:txBody>
      </p:sp>
      <p:sp>
        <p:nvSpPr>
          <p:cNvPr id="329" name="Google Shape;329;p32"/>
          <p:cNvSpPr txBox="1"/>
          <p:nvPr>
            <p:ph idx="4" type="subTitle"/>
          </p:nvPr>
        </p:nvSpPr>
        <p:spPr>
          <a:xfrm>
            <a:off x="5003800" y="3822700"/>
            <a:ext cx="3632100" cy="6477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600"/>
              <a:t>Alerts must report failed or missing runs.</a:t>
            </a:r>
            <a:endParaRPr sz="1600">
              <a:solidFill>
                <a:srgbClr val="D9D9D9"/>
              </a:solidFill>
            </a:endParaRPr>
          </a:p>
        </p:txBody>
      </p:sp>
      <p:sp>
        <p:nvSpPr>
          <p:cNvPr id="330" name="Google Shape;330;p32"/>
          <p:cNvSpPr txBox="1"/>
          <p:nvPr>
            <p:ph idx="5" type="subTitle"/>
          </p:nvPr>
        </p:nvSpPr>
        <p:spPr>
          <a:xfrm>
            <a:off x="5003800" y="2781300"/>
            <a:ext cx="3632100" cy="6477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600"/>
              <a:t>The script still needs safe inputs and error handling.</a:t>
            </a:r>
            <a:endParaRPr sz="1600"/>
          </a:p>
        </p:txBody>
      </p:sp>
      <p:sp>
        <p:nvSpPr>
          <p:cNvPr id="331" name="Google Shape;331;p32"/>
          <p:cNvSpPr txBox="1"/>
          <p:nvPr>
            <p:ph idx="6" type="subTitle"/>
          </p:nvPr>
        </p:nvSpPr>
        <p:spPr>
          <a:xfrm>
            <a:off x="5003800" y="1739900"/>
            <a:ext cx="3632100" cy="64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Cron runs a command at a chosen time.</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3"/>
          <p:cNvSpPr txBox="1"/>
          <p:nvPr>
            <p:ph type="title"/>
          </p:nvPr>
        </p:nvSpPr>
        <p:spPr>
          <a:xfrm>
            <a:off x="866675" y="360750"/>
            <a:ext cx="60423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800"/>
              <a:t>CI/CD: changes trigger a workflow</a:t>
            </a:r>
            <a:endParaRPr sz="2800"/>
          </a:p>
        </p:txBody>
      </p:sp>
      <p:grpSp>
        <p:nvGrpSpPr>
          <p:cNvPr id="336" name="Google Shape;336;p33"/>
          <p:cNvGrpSpPr/>
          <p:nvPr/>
        </p:nvGrpSpPr>
        <p:grpSpPr>
          <a:xfrm>
            <a:off x="1464131" y="1786503"/>
            <a:ext cx="420539" cy="401186"/>
            <a:chOff x="1757388" y="1858738"/>
            <a:chExt cx="370225" cy="353250"/>
          </a:xfrm>
        </p:grpSpPr>
        <p:sp>
          <p:nvSpPr>
            <p:cNvPr id="337" name="Google Shape;337;p33"/>
            <p:cNvSpPr/>
            <p:nvPr/>
          </p:nvSpPr>
          <p:spPr>
            <a:xfrm>
              <a:off x="1771388" y="1937063"/>
              <a:ext cx="339975" cy="255050"/>
            </a:xfrm>
            <a:custGeom>
              <a:rect b="b" l="l" r="r" t="t"/>
              <a:pathLst>
                <a:path extrusionOk="0" h="10202" w="13599">
                  <a:moveTo>
                    <a:pt x="1066" y="1"/>
                  </a:moveTo>
                  <a:cubicBezTo>
                    <a:pt x="478" y="1"/>
                    <a:pt x="0" y="478"/>
                    <a:pt x="0" y="1066"/>
                  </a:cubicBezTo>
                  <a:lnTo>
                    <a:pt x="0" y="9405"/>
                  </a:lnTo>
                  <a:lnTo>
                    <a:pt x="6799" y="10201"/>
                  </a:lnTo>
                  <a:lnTo>
                    <a:pt x="13599" y="9405"/>
                  </a:lnTo>
                  <a:lnTo>
                    <a:pt x="13599" y="1067"/>
                  </a:lnTo>
                  <a:cubicBezTo>
                    <a:pt x="13599" y="478"/>
                    <a:pt x="13121" y="1"/>
                    <a:pt x="1253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3"/>
            <p:cNvSpPr/>
            <p:nvPr/>
          </p:nvSpPr>
          <p:spPr>
            <a:xfrm>
              <a:off x="1757388" y="2172163"/>
              <a:ext cx="367950" cy="39825"/>
            </a:xfrm>
            <a:custGeom>
              <a:rect b="b" l="l" r="r" t="t"/>
              <a:pathLst>
                <a:path extrusionOk="0" h="1593" w="14718">
                  <a:moveTo>
                    <a:pt x="416" y="1"/>
                  </a:moveTo>
                  <a:cubicBezTo>
                    <a:pt x="175" y="1"/>
                    <a:pt x="0" y="232"/>
                    <a:pt x="66" y="464"/>
                  </a:cubicBezTo>
                  <a:lnTo>
                    <a:pt x="130" y="692"/>
                  </a:lnTo>
                  <a:cubicBezTo>
                    <a:pt x="280" y="1224"/>
                    <a:pt x="766" y="1593"/>
                    <a:pt x="1319" y="1593"/>
                  </a:cubicBezTo>
                  <a:lnTo>
                    <a:pt x="13400" y="1593"/>
                  </a:lnTo>
                  <a:cubicBezTo>
                    <a:pt x="13953" y="1593"/>
                    <a:pt x="14439" y="1224"/>
                    <a:pt x="14587" y="692"/>
                  </a:cubicBezTo>
                  <a:lnTo>
                    <a:pt x="14652" y="464"/>
                  </a:lnTo>
                  <a:cubicBezTo>
                    <a:pt x="14717" y="232"/>
                    <a:pt x="14542" y="1"/>
                    <a:pt x="1430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3"/>
            <p:cNvSpPr/>
            <p:nvPr/>
          </p:nvSpPr>
          <p:spPr>
            <a:xfrm>
              <a:off x="1771338" y="1937063"/>
              <a:ext cx="354000" cy="274925"/>
            </a:xfrm>
            <a:custGeom>
              <a:rect b="b" l="l" r="r" t="t"/>
              <a:pathLst>
                <a:path extrusionOk="0" h="10997" w="14160">
                  <a:moveTo>
                    <a:pt x="11072" y="1"/>
                  </a:moveTo>
                  <a:cubicBezTo>
                    <a:pt x="11660" y="1"/>
                    <a:pt x="12139" y="478"/>
                    <a:pt x="12139" y="1067"/>
                  </a:cubicBezTo>
                  <a:lnTo>
                    <a:pt x="12139" y="8661"/>
                  </a:lnTo>
                  <a:cubicBezTo>
                    <a:pt x="12139" y="8848"/>
                    <a:pt x="11988" y="9000"/>
                    <a:pt x="11800" y="9000"/>
                  </a:cubicBezTo>
                  <a:lnTo>
                    <a:pt x="1" y="9000"/>
                  </a:lnTo>
                  <a:lnTo>
                    <a:pt x="1" y="9405"/>
                  </a:lnTo>
                  <a:lnTo>
                    <a:pt x="12355" y="9405"/>
                  </a:lnTo>
                  <a:cubicBezTo>
                    <a:pt x="12596" y="9405"/>
                    <a:pt x="12771" y="9636"/>
                    <a:pt x="12705" y="9868"/>
                  </a:cubicBezTo>
                  <a:lnTo>
                    <a:pt x="12640" y="10096"/>
                  </a:lnTo>
                  <a:cubicBezTo>
                    <a:pt x="12491" y="10628"/>
                    <a:pt x="12005" y="10997"/>
                    <a:pt x="11453" y="10997"/>
                  </a:cubicBezTo>
                  <a:lnTo>
                    <a:pt x="12842" y="10997"/>
                  </a:lnTo>
                  <a:cubicBezTo>
                    <a:pt x="13395" y="10997"/>
                    <a:pt x="13881" y="10628"/>
                    <a:pt x="14029" y="10096"/>
                  </a:cubicBezTo>
                  <a:lnTo>
                    <a:pt x="14094" y="9868"/>
                  </a:lnTo>
                  <a:cubicBezTo>
                    <a:pt x="14159" y="9636"/>
                    <a:pt x="13986" y="9405"/>
                    <a:pt x="13744" y="9405"/>
                  </a:cubicBezTo>
                  <a:lnTo>
                    <a:pt x="13601" y="9405"/>
                  </a:lnTo>
                  <a:lnTo>
                    <a:pt x="13601" y="1067"/>
                  </a:lnTo>
                  <a:cubicBezTo>
                    <a:pt x="13601" y="478"/>
                    <a:pt x="13123" y="1"/>
                    <a:pt x="1253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3"/>
            <p:cNvSpPr/>
            <p:nvPr/>
          </p:nvSpPr>
          <p:spPr>
            <a:xfrm>
              <a:off x="1890388" y="2172163"/>
              <a:ext cx="101950" cy="19950"/>
            </a:xfrm>
            <a:custGeom>
              <a:rect b="b" l="l" r="r" t="t"/>
              <a:pathLst>
                <a:path extrusionOk="0" h="798" w="4078">
                  <a:moveTo>
                    <a:pt x="0" y="1"/>
                  </a:moveTo>
                  <a:lnTo>
                    <a:pt x="0" y="299"/>
                  </a:lnTo>
                  <a:cubicBezTo>
                    <a:pt x="0" y="573"/>
                    <a:pt x="223" y="797"/>
                    <a:pt x="499" y="797"/>
                  </a:cubicBezTo>
                  <a:lnTo>
                    <a:pt x="3580" y="797"/>
                  </a:lnTo>
                  <a:cubicBezTo>
                    <a:pt x="3855" y="797"/>
                    <a:pt x="4077" y="573"/>
                    <a:pt x="4077" y="299"/>
                  </a:cubicBezTo>
                  <a:lnTo>
                    <a:pt x="4077" y="1"/>
                  </a:ln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3"/>
            <p:cNvSpPr/>
            <p:nvPr/>
          </p:nvSpPr>
          <p:spPr>
            <a:xfrm>
              <a:off x="1793388" y="1959113"/>
              <a:ext cx="295925" cy="191025"/>
            </a:xfrm>
            <a:custGeom>
              <a:rect b="b" l="l" r="r" t="t"/>
              <a:pathLst>
                <a:path extrusionOk="0" h="7641" w="11837">
                  <a:moveTo>
                    <a:pt x="769" y="1"/>
                  </a:moveTo>
                  <a:cubicBezTo>
                    <a:pt x="345" y="1"/>
                    <a:pt x="1" y="344"/>
                    <a:pt x="1" y="768"/>
                  </a:cubicBezTo>
                  <a:lnTo>
                    <a:pt x="1" y="6874"/>
                  </a:lnTo>
                  <a:cubicBezTo>
                    <a:pt x="1" y="7298"/>
                    <a:pt x="345" y="7641"/>
                    <a:pt x="769" y="7641"/>
                  </a:cubicBezTo>
                  <a:lnTo>
                    <a:pt x="11070" y="7641"/>
                  </a:lnTo>
                  <a:cubicBezTo>
                    <a:pt x="11134" y="7641"/>
                    <a:pt x="11197" y="7632"/>
                    <a:pt x="11257" y="7618"/>
                  </a:cubicBezTo>
                  <a:cubicBezTo>
                    <a:pt x="11334" y="7599"/>
                    <a:pt x="11407" y="7568"/>
                    <a:pt x="11473" y="7526"/>
                  </a:cubicBezTo>
                  <a:cubicBezTo>
                    <a:pt x="11691" y="7392"/>
                    <a:pt x="11837" y="7149"/>
                    <a:pt x="11837" y="6874"/>
                  </a:cubicBezTo>
                  <a:lnTo>
                    <a:pt x="11837" y="768"/>
                  </a:lnTo>
                  <a:cubicBezTo>
                    <a:pt x="11837" y="491"/>
                    <a:pt x="11690" y="248"/>
                    <a:pt x="11470" y="114"/>
                  </a:cubicBezTo>
                  <a:cubicBezTo>
                    <a:pt x="11401" y="72"/>
                    <a:pt x="11324" y="40"/>
                    <a:pt x="11245" y="20"/>
                  </a:cubicBezTo>
                  <a:cubicBezTo>
                    <a:pt x="11187" y="8"/>
                    <a:pt x="11130" y="1"/>
                    <a:pt x="110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3"/>
            <p:cNvSpPr/>
            <p:nvPr/>
          </p:nvSpPr>
          <p:spPr>
            <a:xfrm>
              <a:off x="2074488" y="1959613"/>
              <a:ext cx="14825" cy="189975"/>
            </a:xfrm>
            <a:custGeom>
              <a:rect b="b" l="l" r="r" t="t"/>
              <a:pathLst>
                <a:path extrusionOk="0" h="7599" w="593">
                  <a:moveTo>
                    <a:pt x="1" y="0"/>
                  </a:moveTo>
                  <a:lnTo>
                    <a:pt x="1" y="0"/>
                  </a:lnTo>
                  <a:cubicBezTo>
                    <a:pt x="8" y="53"/>
                    <a:pt x="13" y="109"/>
                    <a:pt x="13" y="164"/>
                  </a:cubicBezTo>
                  <a:lnTo>
                    <a:pt x="13" y="7598"/>
                  </a:lnTo>
                  <a:cubicBezTo>
                    <a:pt x="90" y="7579"/>
                    <a:pt x="163" y="7548"/>
                    <a:pt x="229" y="7506"/>
                  </a:cubicBezTo>
                  <a:cubicBezTo>
                    <a:pt x="447" y="7372"/>
                    <a:pt x="593" y="7129"/>
                    <a:pt x="593" y="6854"/>
                  </a:cubicBezTo>
                  <a:lnTo>
                    <a:pt x="593" y="748"/>
                  </a:lnTo>
                  <a:cubicBezTo>
                    <a:pt x="593" y="471"/>
                    <a:pt x="446" y="228"/>
                    <a:pt x="226" y="94"/>
                  </a:cubicBezTo>
                  <a:cubicBezTo>
                    <a:pt x="157" y="51"/>
                    <a:pt x="80" y="20"/>
                    <a:pt x="1" y="0"/>
                  </a:cubicBezTo>
                  <a:close/>
                </a:path>
              </a:pathLst>
            </a:custGeom>
            <a:solidFill>
              <a:srgbClr val="878787">
                <a:alpha val="13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3"/>
            <p:cNvSpPr/>
            <p:nvPr/>
          </p:nvSpPr>
          <p:spPr>
            <a:xfrm>
              <a:off x="1825063" y="1996763"/>
              <a:ext cx="232600" cy="153375"/>
            </a:xfrm>
            <a:custGeom>
              <a:rect b="b" l="l" r="r" t="t"/>
              <a:pathLst>
                <a:path extrusionOk="0" h="6135" w="9304">
                  <a:moveTo>
                    <a:pt x="4652" y="1"/>
                  </a:moveTo>
                  <a:cubicBezTo>
                    <a:pt x="4383" y="1"/>
                    <a:pt x="4114" y="142"/>
                    <a:pt x="3978" y="424"/>
                  </a:cubicBezTo>
                  <a:lnTo>
                    <a:pt x="2370" y="3777"/>
                  </a:lnTo>
                  <a:lnTo>
                    <a:pt x="909" y="2822"/>
                  </a:lnTo>
                  <a:cubicBezTo>
                    <a:pt x="813" y="2759"/>
                    <a:pt x="709" y="2731"/>
                    <a:pt x="608" y="2731"/>
                  </a:cubicBezTo>
                  <a:cubicBezTo>
                    <a:pt x="289" y="2731"/>
                    <a:pt x="0" y="3015"/>
                    <a:pt x="61" y="3377"/>
                  </a:cubicBezTo>
                  <a:lnTo>
                    <a:pt x="519" y="6135"/>
                  </a:lnTo>
                  <a:lnTo>
                    <a:pt x="8785" y="6135"/>
                  </a:lnTo>
                  <a:lnTo>
                    <a:pt x="9244" y="3377"/>
                  </a:lnTo>
                  <a:cubicBezTo>
                    <a:pt x="9304" y="3015"/>
                    <a:pt x="9015" y="2731"/>
                    <a:pt x="8696" y="2731"/>
                  </a:cubicBezTo>
                  <a:cubicBezTo>
                    <a:pt x="8595" y="2731"/>
                    <a:pt x="8491" y="2759"/>
                    <a:pt x="8394" y="2822"/>
                  </a:cubicBezTo>
                  <a:lnTo>
                    <a:pt x="6935" y="3777"/>
                  </a:lnTo>
                  <a:lnTo>
                    <a:pt x="5325" y="424"/>
                  </a:lnTo>
                  <a:cubicBezTo>
                    <a:pt x="5190" y="142"/>
                    <a:pt x="4921" y="1"/>
                    <a:pt x="4652" y="1"/>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3"/>
            <p:cNvSpPr/>
            <p:nvPr/>
          </p:nvSpPr>
          <p:spPr>
            <a:xfrm>
              <a:off x="1880963" y="2070463"/>
              <a:ext cx="120800" cy="79675"/>
            </a:xfrm>
            <a:custGeom>
              <a:rect b="b" l="l" r="r" t="t"/>
              <a:pathLst>
                <a:path extrusionOk="0" h="3187" w="4832">
                  <a:moveTo>
                    <a:pt x="2416" y="1"/>
                  </a:moveTo>
                  <a:cubicBezTo>
                    <a:pt x="2276" y="1"/>
                    <a:pt x="2136" y="74"/>
                    <a:pt x="2066" y="221"/>
                  </a:cubicBezTo>
                  <a:lnTo>
                    <a:pt x="1231" y="1963"/>
                  </a:lnTo>
                  <a:lnTo>
                    <a:pt x="473" y="1467"/>
                  </a:lnTo>
                  <a:cubicBezTo>
                    <a:pt x="422" y="1434"/>
                    <a:pt x="368" y="1419"/>
                    <a:pt x="315" y="1419"/>
                  </a:cubicBezTo>
                  <a:cubicBezTo>
                    <a:pt x="150" y="1419"/>
                    <a:pt x="1" y="1567"/>
                    <a:pt x="31" y="1755"/>
                  </a:cubicBezTo>
                  <a:lnTo>
                    <a:pt x="270" y="3187"/>
                  </a:lnTo>
                  <a:lnTo>
                    <a:pt x="4562" y="3187"/>
                  </a:lnTo>
                  <a:lnTo>
                    <a:pt x="4800" y="1755"/>
                  </a:lnTo>
                  <a:cubicBezTo>
                    <a:pt x="4832" y="1567"/>
                    <a:pt x="4682" y="1419"/>
                    <a:pt x="4517" y="1419"/>
                  </a:cubicBezTo>
                  <a:cubicBezTo>
                    <a:pt x="4464" y="1419"/>
                    <a:pt x="4410" y="1434"/>
                    <a:pt x="4359" y="1467"/>
                  </a:cubicBezTo>
                  <a:lnTo>
                    <a:pt x="3602" y="1963"/>
                  </a:lnTo>
                  <a:lnTo>
                    <a:pt x="2766" y="221"/>
                  </a:lnTo>
                  <a:cubicBezTo>
                    <a:pt x="2696" y="74"/>
                    <a:pt x="2556" y="1"/>
                    <a:pt x="2416" y="1"/>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3"/>
            <p:cNvSpPr/>
            <p:nvPr/>
          </p:nvSpPr>
          <p:spPr>
            <a:xfrm>
              <a:off x="1978863" y="1858738"/>
              <a:ext cx="148750" cy="126400"/>
            </a:xfrm>
            <a:custGeom>
              <a:rect b="b" l="l" r="r" t="t"/>
              <a:pathLst>
                <a:path extrusionOk="0" h="5056" w="5950">
                  <a:moveTo>
                    <a:pt x="2975" y="0"/>
                  </a:moveTo>
                  <a:cubicBezTo>
                    <a:pt x="2784" y="0"/>
                    <a:pt x="2592" y="95"/>
                    <a:pt x="2483" y="285"/>
                  </a:cubicBezTo>
                  <a:lnTo>
                    <a:pt x="219" y="4203"/>
                  </a:lnTo>
                  <a:cubicBezTo>
                    <a:pt x="1" y="4583"/>
                    <a:pt x="274" y="5056"/>
                    <a:pt x="712" y="5056"/>
                  </a:cubicBezTo>
                  <a:lnTo>
                    <a:pt x="5238" y="5056"/>
                  </a:lnTo>
                  <a:cubicBezTo>
                    <a:pt x="5675" y="5056"/>
                    <a:pt x="5949" y="4583"/>
                    <a:pt x="5730" y="4203"/>
                  </a:cubicBezTo>
                  <a:lnTo>
                    <a:pt x="3467" y="285"/>
                  </a:lnTo>
                  <a:cubicBezTo>
                    <a:pt x="3358" y="95"/>
                    <a:pt x="3167" y="0"/>
                    <a:pt x="2975" y="0"/>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3"/>
            <p:cNvSpPr/>
            <p:nvPr/>
          </p:nvSpPr>
          <p:spPr>
            <a:xfrm>
              <a:off x="2042313" y="1858738"/>
              <a:ext cx="85300" cy="126400"/>
            </a:xfrm>
            <a:custGeom>
              <a:rect b="b" l="l" r="r" t="t"/>
              <a:pathLst>
                <a:path extrusionOk="0" h="5056" w="3412">
                  <a:moveTo>
                    <a:pt x="437" y="0"/>
                  </a:moveTo>
                  <a:cubicBezTo>
                    <a:pt x="275" y="0"/>
                    <a:pt x="113" y="68"/>
                    <a:pt x="1" y="203"/>
                  </a:cubicBezTo>
                  <a:cubicBezTo>
                    <a:pt x="21" y="229"/>
                    <a:pt x="40" y="255"/>
                    <a:pt x="57" y="285"/>
                  </a:cubicBezTo>
                  <a:lnTo>
                    <a:pt x="2319" y="4203"/>
                  </a:lnTo>
                  <a:cubicBezTo>
                    <a:pt x="2539" y="4583"/>
                    <a:pt x="2265" y="5056"/>
                    <a:pt x="1828" y="5056"/>
                  </a:cubicBezTo>
                  <a:lnTo>
                    <a:pt x="2700" y="5056"/>
                  </a:lnTo>
                  <a:cubicBezTo>
                    <a:pt x="3137" y="5056"/>
                    <a:pt x="3411" y="4583"/>
                    <a:pt x="3192" y="4203"/>
                  </a:cubicBezTo>
                  <a:lnTo>
                    <a:pt x="929" y="285"/>
                  </a:lnTo>
                  <a:cubicBezTo>
                    <a:pt x="819" y="95"/>
                    <a:pt x="628" y="0"/>
                    <a:pt x="437"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3"/>
            <p:cNvSpPr/>
            <p:nvPr/>
          </p:nvSpPr>
          <p:spPr>
            <a:xfrm>
              <a:off x="2041163" y="1887513"/>
              <a:ext cx="24150" cy="53675"/>
            </a:xfrm>
            <a:custGeom>
              <a:rect b="b" l="l" r="r" t="t"/>
              <a:pathLst>
                <a:path extrusionOk="0" h="2147" w="966">
                  <a:moveTo>
                    <a:pt x="482" y="0"/>
                  </a:moveTo>
                  <a:cubicBezTo>
                    <a:pt x="216" y="0"/>
                    <a:pt x="1" y="217"/>
                    <a:pt x="1" y="483"/>
                  </a:cubicBezTo>
                  <a:lnTo>
                    <a:pt x="1" y="1663"/>
                  </a:lnTo>
                  <a:cubicBezTo>
                    <a:pt x="1" y="1931"/>
                    <a:pt x="216" y="2146"/>
                    <a:pt x="482" y="2146"/>
                  </a:cubicBezTo>
                  <a:cubicBezTo>
                    <a:pt x="750" y="2146"/>
                    <a:pt x="965" y="1931"/>
                    <a:pt x="965" y="1663"/>
                  </a:cubicBezTo>
                  <a:lnTo>
                    <a:pt x="965" y="483"/>
                  </a:ln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3"/>
            <p:cNvSpPr/>
            <p:nvPr/>
          </p:nvSpPr>
          <p:spPr>
            <a:xfrm>
              <a:off x="2041163" y="1948513"/>
              <a:ext cx="24150" cy="24150"/>
            </a:xfrm>
            <a:custGeom>
              <a:rect b="b" l="l" r="r" t="t"/>
              <a:pathLst>
                <a:path extrusionOk="0" h="966" w="966">
                  <a:moveTo>
                    <a:pt x="482" y="0"/>
                  </a:moveTo>
                  <a:cubicBezTo>
                    <a:pt x="216" y="0"/>
                    <a:pt x="1" y="217"/>
                    <a:pt x="1" y="483"/>
                  </a:cubicBezTo>
                  <a:lnTo>
                    <a:pt x="1" y="531"/>
                  </a:lnTo>
                  <a:cubicBezTo>
                    <a:pt x="1" y="772"/>
                    <a:pt x="194" y="965"/>
                    <a:pt x="435" y="965"/>
                  </a:cubicBezTo>
                  <a:lnTo>
                    <a:pt x="482" y="965"/>
                  </a:lnTo>
                  <a:cubicBezTo>
                    <a:pt x="750" y="965"/>
                    <a:pt x="965" y="750"/>
                    <a:pt x="965" y="483"/>
                  </a:cubicBez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9" name="Google Shape;349;p33"/>
          <p:cNvSpPr txBox="1"/>
          <p:nvPr>
            <p:ph idx="1" type="subTitle"/>
          </p:nvPr>
        </p:nvSpPr>
        <p:spPr>
          <a:xfrm>
            <a:off x="5003800" y="1333500"/>
            <a:ext cx="3632100" cy="368400"/>
          </a:xfrm>
          <a:prstGeom prst="rect">
            <a:avLst/>
          </a:prstGeom>
        </p:spPr>
        <p:txBody>
          <a:bodyPr anchorCtr="0" anchor="b" bIns="91425" lIns="91425" spcFirstLastPara="1" rIns="91425" wrap="square" tIns="91425">
            <a:noAutofit/>
          </a:bodyPr>
          <a:lstStyle/>
          <a:p>
            <a:pPr indent="0" lvl="0" marL="0" rtl="0" algn="ctr">
              <a:lnSpc>
                <a:spcPct val="80000"/>
              </a:lnSpc>
              <a:spcBef>
                <a:spcPts val="0"/>
              </a:spcBef>
              <a:spcAft>
                <a:spcPts val="0"/>
              </a:spcAft>
              <a:buSzPts val="770"/>
              <a:buNone/>
            </a:pPr>
            <a:r>
              <a:rPr lang="en" sz="2000"/>
              <a:t>COMMIT</a:t>
            </a:r>
            <a:endParaRPr sz="2000"/>
          </a:p>
        </p:txBody>
      </p:sp>
      <p:sp>
        <p:nvSpPr>
          <p:cNvPr id="350" name="Google Shape;350;p33"/>
          <p:cNvSpPr txBox="1"/>
          <p:nvPr>
            <p:ph idx="2" type="subTitle"/>
          </p:nvPr>
        </p:nvSpPr>
        <p:spPr>
          <a:xfrm>
            <a:off x="5003800" y="2374900"/>
            <a:ext cx="3632100" cy="3684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CHECKS</a:t>
            </a:r>
            <a:endParaRPr sz="2000"/>
          </a:p>
        </p:txBody>
      </p:sp>
      <p:sp>
        <p:nvSpPr>
          <p:cNvPr id="351" name="Google Shape;351;p33"/>
          <p:cNvSpPr txBox="1"/>
          <p:nvPr>
            <p:ph idx="3" type="subTitle"/>
          </p:nvPr>
        </p:nvSpPr>
        <p:spPr>
          <a:xfrm>
            <a:off x="5003800" y="3416300"/>
            <a:ext cx="3632100" cy="3684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RELEASE</a:t>
            </a:r>
            <a:endParaRPr sz="2000"/>
          </a:p>
        </p:txBody>
      </p:sp>
      <p:sp>
        <p:nvSpPr>
          <p:cNvPr id="352" name="Google Shape;352;p33"/>
          <p:cNvSpPr txBox="1"/>
          <p:nvPr>
            <p:ph idx="4" type="subTitle"/>
          </p:nvPr>
        </p:nvSpPr>
        <p:spPr>
          <a:xfrm>
            <a:off x="5003800" y="3822700"/>
            <a:ext cx="3632100" cy="6477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600"/>
              <a:t>Deployment follows the team's approval rules.</a:t>
            </a:r>
            <a:endParaRPr sz="1600">
              <a:solidFill>
                <a:srgbClr val="D9D9D9"/>
              </a:solidFill>
            </a:endParaRPr>
          </a:p>
        </p:txBody>
      </p:sp>
      <p:sp>
        <p:nvSpPr>
          <p:cNvPr id="353" name="Google Shape;353;p33"/>
          <p:cNvSpPr txBox="1"/>
          <p:nvPr>
            <p:ph idx="5" type="subTitle"/>
          </p:nvPr>
        </p:nvSpPr>
        <p:spPr>
          <a:xfrm>
            <a:off x="5003800" y="2781300"/>
            <a:ext cx="3632100" cy="6477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600"/>
              <a:t>Tests and policy checks validate the proposed change.</a:t>
            </a:r>
            <a:endParaRPr sz="1600"/>
          </a:p>
        </p:txBody>
      </p:sp>
      <p:sp>
        <p:nvSpPr>
          <p:cNvPr id="354" name="Google Shape;354;p33"/>
          <p:cNvSpPr txBox="1"/>
          <p:nvPr>
            <p:ph idx="6" type="subTitle"/>
          </p:nvPr>
        </p:nvSpPr>
        <p:spPr>
          <a:xfrm>
            <a:off x="5003800" y="1739900"/>
            <a:ext cx="3632100" cy="64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A Git change triggers the pipeline.</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4"/>
          <p:cNvSpPr txBox="1"/>
          <p:nvPr>
            <p:ph idx="1" type="subTitle"/>
          </p:nvPr>
        </p:nvSpPr>
        <p:spPr>
          <a:xfrm>
            <a:off x="1011150" y="1013099"/>
            <a:ext cx="7121700" cy="16551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lang="en" sz="3200">
                <a:solidFill>
                  <a:schemeClr val="lt2"/>
                </a:solidFill>
              </a:rPr>
              <a:t>Every change goes through the automation pipeline.</a:t>
            </a:r>
            <a:endParaRPr sz="3200">
              <a:solidFill>
                <a:schemeClr val="lt2"/>
              </a:solidFill>
            </a:endParaRPr>
          </a:p>
        </p:txBody>
      </p:sp>
      <p:sp>
        <p:nvSpPr>
          <p:cNvPr id="359" name="Google Shape;359;p34"/>
          <p:cNvSpPr txBox="1"/>
          <p:nvPr>
            <p:ph idx="2" type="subTitle"/>
          </p:nvPr>
        </p:nvSpPr>
        <p:spPr>
          <a:xfrm>
            <a:off x="1011150" y="3103738"/>
            <a:ext cx="7121700" cy="531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300"/>
              <a:t>No direct manual changes to managed environments.</a:t>
            </a:r>
            <a:endParaRPr sz="2300"/>
          </a:p>
        </p:txBody>
      </p:sp>
      <p:cxnSp>
        <p:nvCxnSpPr>
          <p:cNvPr id="360" name="Google Shape;360;p34"/>
          <p:cNvCxnSpPr/>
          <p:nvPr/>
        </p:nvCxnSpPr>
        <p:spPr>
          <a:xfrm>
            <a:off x="1011150" y="2797603"/>
            <a:ext cx="7121700" cy="0"/>
          </a:xfrm>
          <a:prstGeom prst="straightConnector1">
            <a:avLst/>
          </a:prstGeom>
          <a:noFill/>
          <a:ln cap="flat" cmpd="sng" w="19050">
            <a:solidFill>
              <a:schemeClr val="accent4"/>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5"/>
          <p:cNvSpPr txBox="1"/>
          <p:nvPr/>
        </p:nvSpPr>
        <p:spPr>
          <a:xfrm>
            <a:off x="64625" y="141913"/>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900">
                <a:solidFill>
                  <a:schemeClr val="lt1"/>
                </a:solidFill>
                <a:latin typeface="Outfit ExtraBold"/>
                <a:ea typeface="Outfit ExtraBold"/>
                <a:cs typeface="Outfit ExtraBold"/>
                <a:sym typeface="Outfit ExtraBold"/>
              </a:rPr>
              <a:t>Automation and provisioning</a:t>
            </a:r>
            <a:endParaRPr sz="2900">
              <a:solidFill>
                <a:schemeClr val="lt1"/>
              </a:solidFill>
              <a:latin typeface="Outfit ExtraBold"/>
              <a:ea typeface="Outfit ExtraBold"/>
              <a:cs typeface="Outfit ExtraBold"/>
              <a:sym typeface="Outfit ExtraBold"/>
            </a:endParaRPr>
          </a:p>
        </p:txBody>
      </p:sp>
      <p:pic>
        <p:nvPicPr>
          <p:cNvPr descr="give me a pic that shows diffrent between Automation VS Provissioner&#10; ansible and terraform &#10;&#10;in ansible there is a rsource like vm that needs a webserver and for terraform there is no vm and we want to bring it up " id="366" name="Google Shape;366;p35"/>
          <p:cNvPicPr preferRelativeResize="0"/>
          <p:nvPr/>
        </p:nvPicPr>
        <p:blipFill rotWithShape="1">
          <a:blip r:embed="rId3">
            <a:alphaModFix/>
          </a:blip>
          <a:srcRect b="17465" l="50852" r="2834" t="11537"/>
          <a:stretch/>
        </p:blipFill>
        <p:spPr>
          <a:xfrm>
            <a:off x="1587500" y="1143000"/>
            <a:ext cx="2603500" cy="2603500"/>
          </a:xfrm>
          <a:prstGeom prst="rect">
            <a:avLst/>
          </a:prstGeom>
          <a:noFill/>
          <a:ln>
            <a:noFill/>
          </a:ln>
        </p:spPr>
      </p:pic>
      <p:pic>
        <p:nvPicPr>
          <p:cNvPr descr="give me a pic that shows diffrent between Automation VS Provissioner&#10; ansible and terraform &#10;&#10;in ansible there is a rsource like vm that needs a webserver and for terraform there is no vm and we want to bring it up " id="367" name="Google Shape;367;p35"/>
          <p:cNvPicPr preferRelativeResize="0"/>
          <p:nvPr/>
        </p:nvPicPr>
        <p:blipFill rotWithShape="1">
          <a:blip r:embed="rId3">
            <a:alphaModFix/>
          </a:blip>
          <a:srcRect b="18311" l="0" r="51134" t="11534"/>
          <a:stretch/>
        </p:blipFill>
        <p:spPr>
          <a:xfrm>
            <a:off x="4953000" y="1143000"/>
            <a:ext cx="2603500" cy="2603500"/>
          </a:xfrm>
          <a:prstGeom prst="rect">
            <a:avLst/>
          </a:prstGeom>
          <a:noFill/>
          <a:ln>
            <a:noFill/>
          </a:ln>
        </p:spPr>
      </p:pic>
      <p:sp>
        <p:nvSpPr>
          <p:cNvPr id="368" name="Google Shape;368;p35"/>
          <p:cNvSpPr txBox="1"/>
          <p:nvPr/>
        </p:nvSpPr>
        <p:spPr>
          <a:xfrm>
            <a:off x="1549400" y="4025900"/>
            <a:ext cx="7289700" cy="7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7EC8F3"/>
                </a:solidFill>
                <a:latin typeface="Outfit"/>
                <a:ea typeface="Outfit"/>
                <a:cs typeface="Outfit"/>
                <a:sym typeface="Outfit"/>
              </a:rPr>
              <a:t>Provisioning creates resources. Configuration prepares them.</a:t>
            </a:r>
            <a:endParaRPr b="1" sz="2000">
              <a:solidFill>
                <a:srgbClr val="7EC8F3"/>
              </a:solidFill>
              <a:latin typeface="Outfit"/>
              <a:ea typeface="Outfit"/>
              <a:cs typeface="Outfit"/>
              <a:sym typeface="Outfit"/>
            </a:endParaRPr>
          </a:p>
          <a:p>
            <a:pPr indent="0" lvl="0" marL="0" rtl="0" algn="l">
              <a:spcBef>
                <a:spcPts val="0"/>
              </a:spcBef>
              <a:spcAft>
                <a:spcPts val="0"/>
              </a:spcAft>
              <a:buNone/>
            </a:pPr>
            <a:r>
              <a:rPr b="1" lang="en" sz="2000">
                <a:solidFill>
                  <a:srgbClr val="7EC8F3"/>
                </a:solidFill>
                <a:latin typeface="Outfit"/>
                <a:ea typeface="Outfit"/>
                <a:cs typeface="Outfit"/>
                <a:sym typeface="Outfit"/>
              </a:rPr>
              <a:t>Both can be automated.</a:t>
            </a:r>
            <a:endParaRPr b="1" sz="2000">
              <a:solidFill>
                <a:srgbClr val="7EC8F3"/>
              </a:solidFill>
              <a:latin typeface="Outfit"/>
              <a:ea typeface="Outfit"/>
              <a:cs typeface="Outfit"/>
              <a:sym typeface="Outfi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900">
                <a:latin typeface="Outfit"/>
                <a:ea typeface="Outfit"/>
                <a:cs typeface="Outfit"/>
                <a:sym typeface="Outfit"/>
              </a:rPr>
              <a:t>Automation tools by primary role</a:t>
            </a:r>
            <a:endParaRPr b="1" sz="2900">
              <a:latin typeface="Outfit"/>
              <a:ea typeface="Outfit"/>
              <a:cs typeface="Outfit"/>
              <a:sym typeface="Outfit"/>
            </a:endParaRPr>
          </a:p>
        </p:txBody>
      </p:sp>
      <p:sp>
        <p:nvSpPr>
          <p:cNvPr id="374" name="Google Shape;374;p36"/>
          <p:cNvSpPr txBox="1"/>
          <p:nvPr/>
        </p:nvSpPr>
        <p:spPr>
          <a:xfrm>
            <a:off x="444500" y="876300"/>
            <a:ext cx="82551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rgbClr val="7EC8F3"/>
                </a:solidFill>
                <a:latin typeface="Outfit"/>
                <a:ea typeface="Outfit"/>
                <a:cs typeface="Outfit"/>
                <a:sym typeface="Outfit"/>
              </a:rPr>
              <a:t>Automation is the umbrella. These roles overlap.</a:t>
            </a:r>
            <a:endParaRPr sz="1900">
              <a:solidFill>
                <a:srgbClr val="7EC8F3"/>
              </a:solidFill>
              <a:latin typeface="Outfit"/>
              <a:ea typeface="Outfit"/>
              <a:cs typeface="Outfit"/>
              <a:sym typeface="Outfit"/>
            </a:endParaRPr>
          </a:p>
        </p:txBody>
      </p:sp>
      <p:sp>
        <p:nvSpPr>
          <p:cNvPr id="375" name="Google Shape;375;p36"/>
          <p:cNvSpPr txBox="1"/>
          <p:nvPr/>
        </p:nvSpPr>
        <p:spPr>
          <a:xfrm>
            <a:off x="381000" y="1435100"/>
            <a:ext cx="1905000" cy="54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rgbClr val="F7941D"/>
                </a:solidFill>
                <a:latin typeface="Outfit"/>
                <a:ea typeface="Outfit"/>
                <a:cs typeface="Outfit"/>
                <a:sym typeface="Outfit"/>
              </a:rPr>
              <a:t>PROVISIONING</a:t>
            </a:r>
            <a:endParaRPr b="1" sz="1700">
              <a:solidFill>
                <a:srgbClr val="F7941D"/>
              </a:solidFill>
              <a:latin typeface="Outfit"/>
              <a:ea typeface="Outfit"/>
              <a:cs typeface="Outfit"/>
              <a:sym typeface="Outfit"/>
            </a:endParaRPr>
          </a:p>
        </p:txBody>
      </p:sp>
      <p:sp>
        <p:nvSpPr>
          <p:cNvPr id="376" name="Google Shape;376;p36"/>
          <p:cNvSpPr txBox="1"/>
          <p:nvPr/>
        </p:nvSpPr>
        <p:spPr>
          <a:xfrm>
            <a:off x="2540000" y="1435100"/>
            <a:ext cx="1905000" cy="54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rgbClr val="F7941D"/>
                </a:solidFill>
                <a:latin typeface="Outfit"/>
                <a:ea typeface="Outfit"/>
                <a:cs typeface="Outfit"/>
                <a:sym typeface="Outfit"/>
              </a:rPr>
              <a:t>CONFIGURATION</a:t>
            </a:r>
            <a:endParaRPr b="1" sz="1500">
              <a:solidFill>
                <a:srgbClr val="F7941D"/>
              </a:solidFill>
              <a:latin typeface="Outfit"/>
              <a:ea typeface="Outfit"/>
              <a:cs typeface="Outfit"/>
              <a:sym typeface="Outfit"/>
            </a:endParaRPr>
          </a:p>
        </p:txBody>
      </p:sp>
      <p:sp>
        <p:nvSpPr>
          <p:cNvPr id="377" name="Google Shape;377;p36"/>
          <p:cNvSpPr txBox="1"/>
          <p:nvPr/>
        </p:nvSpPr>
        <p:spPr>
          <a:xfrm>
            <a:off x="4699000" y="1435100"/>
            <a:ext cx="1905000" cy="54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rgbClr val="F7941D"/>
                </a:solidFill>
                <a:latin typeface="Outfit"/>
                <a:ea typeface="Outfit"/>
                <a:cs typeface="Outfit"/>
                <a:sym typeface="Outfit"/>
              </a:rPr>
              <a:t>WORKFLOWS</a:t>
            </a:r>
            <a:endParaRPr b="1" sz="1700">
              <a:solidFill>
                <a:srgbClr val="F7941D"/>
              </a:solidFill>
              <a:latin typeface="Outfit"/>
              <a:ea typeface="Outfit"/>
              <a:cs typeface="Outfit"/>
              <a:sym typeface="Outfit"/>
            </a:endParaRPr>
          </a:p>
        </p:txBody>
      </p:sp>
      <p:sp>
        <p:nvSpPr>
          <p:cNvPr id="378" name="Google Shape;378;p36"/>
          <p:cNvSpPr txBox="1"/>
          <p:nvPr/>
        </p:nvSpPr>
        <p:spPr>
          <a:xfrm>
            <a:off x="6858000" y="1435100"/>
            <a:ext cx="1905000" cy="54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rgbClr val="F7941D"/>
                </a:solidFill>
                <a:latin typeface="Outfit"/>
                <a:ea typeface="Outfit"/>
                <a:cs typeface="Outfit"/>
                <a:sym typeface="Outfit"/>
              </a:rPr>
              <a:t>LIFECYCLE / PATCH</a:t>
            </a:r>
            <a:endParaRPr b="1" sz="1700">
              <a:solidFill>
                <a:srgbClr val="F7941D"/>
              </a:solidFill>
              <a:latin typeface="Outfit"/>
              <a:ea typeface="Outfit"/>
              <a:cs typeface="Outfit"/>
              <a:sym typeface="Outfit"/>
            </a:endParaRPr>
          </a:p>
        </p:txBody>
      </p:sp>
      <p:sp>
        <p:nvSpPr>
          <p:cNvPr id="379" name="Google Shape;379;p36"/>
          <p:cNvSpPr/>
          <p:nvPr/>
        </p:nvSpPr>
        <p:spPr>
          <a:xfrm>
            <a:off x="901700" y="2057400"/>
            <a:ext cx="914400" cy="914400"/>
          </a:xfrm>
          <a:prstGeom prst="roundRect">
            <a:avLst>
              <a:gd fmla="val 16667" name="adj"/>
            </a:avLst>
          </a:prstGeom>
          <a:solidFill>
            <a:srgbClr val="F3F6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380" name="Google Shape;380;p36"/>
          <p:cNvSpPr txBox="1"/>
          <p:nvPr/>
        </p:nvSpPr>
        <p:spPr>
          <a:xfrm>
            <a:off x="381000" y="3111500"/>
            <a:ext cx="19050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F3F6F8"/>
                </a:solidFill>
                <a:latin typeface="Outfit"/>
                <a:ea typeface="Outfit"/>
                <a:cs typeface="Outfit"/>
                <a:sym typeface="Outfit"/>
              </a:rPr>
              <a:t>Terraform</a:t>
            </a:r>
            <a:endParaRPr b="1" sz="1800">
              <a:solidFill>
                <a:srgbClr val="F3F6F8"/>
              </a:solidFill>
              <a:latin typeface="Outfit"/>
              <a:ea typeface="Outfit"/>
              <a:cs typeface="Outfit"/>
              <a:sym typeface="Outfit"/>
            </a:endParaRPr>
          </a:p>
        </p:txBody>
      </p:sp>
      <p:sp>
        <p:nvSpPr>
          <p:cNvPr id="381" name="Google Shape;381;p36"/>
          <p:cNvSpPr/>
          <p:nvPr/>
        </p:nvSpPr>
        <p:spPr>
          <a:xfrm>
            <a:off x="2578100" y="2044700"/>
            <a:ext cx="584100" cy="584100"/>
          </a:xfrm>
          <a:prstGeom prst="roundRect">
            <a:avLst>
              <a:gd fmla="val 16667" name="adj"/>
            </a:avLst>
          </a:prstGeom>
          <a:solidFill>
            <a:srgbClr val="F3F6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382" name="Google Shape;382;p36"/>
          <p:cNvSpPr txBox="1"/>
          <p:nvPr/>
        </p:nvSpPr>
        <p:spPr>
          <a:xfrm>
            <a:off x="3175000" y="2171700"/>
            <a:ext cx="12573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F3F6F8"/>
                </a:solidFill>
                <a:latin typeface="Outfit"/>
                <a:ea typeface="Outfit"/>
                <a:cs typeface="Outfit"/>
                <a:sym typeface="Outfit"/>
              </a:rPr>
              <a:t>Ansible</a:t>
            </a:r>
            <a:endParaRPr b="1" sz="1800">
              <a:solidFill>
                <a:srgbClr val="F3F6F8"/>
              </a:solidFill>
              <a:latin typeface="Outfit"/>
              <a:ea typeface="Outfit"/>
              <a:cs typeface="Outfit"/>
              <a:sym typeface="Outfit"/>
            </a:endParaRPr>
          </a:p>
        </p:txBody>
      </p:sp>
      <p:sp>
        <p:nvSpPr>
          <p:cNvPr id="383" name="Google Shape;383;p36"/>
          <p:cNvSpPr/>
          <p:nvPr/>
        </p:nvSpPr>
        <p:spPr>
          <a:xfrm>
            <a:off x="2578100" y="2730500"/>
            <a:ext cx="584100" cy="584100"/>
          </a:xfrm>
          <a:prstGeom prst="roundRect">
            <a:avLst>
              <a:gd fmla="val 16667" name="adj"/>
            </a:avLst>
          </a:prstGeom>
          <a:solidFill>
            <a:srgbClr val="F3F6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384" name="Google Shape;384;p36"/>
          <p:cNvSpPr txBox="1"/>
          <p:nvPr/>
        </p:nvSpPr>
        <p:spPr>
          <a:xfrm>
            <a:off x="3175000" y="2857500"/>
            <a:ext cx="12573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F3F6F8"/>
                </a:solidFill>
                <a:latin typeface="Outfit"/>
                <a:ea typeface="Outfit"/>
                <a:cs typeface="Outfit"/>
                <a:sym typeface="Outfit"/>
              </a:rPr>
              <a:t>Puppet</a:t>
            </a:r>
            <a:endParaRPr b="1" sz="1800">
              <a:solidFill>
                <a:srgbClr val="F3F6F8"/>
              </a:solidFill>
              <a:latin typeface="Outfit"/>
              <a:ea typeface="Outfit"/>
              <a:cs typeface="Outfit"/>
              <a:sym typeface="Outfit"/>
            </a:endParaRPr>
          </a:p>
        </p:txBody>
      </p:sp>
      <p:sp>
        <p:nvSpPr>
          <p:cNvPr id="385" name="Google Shape;385;p36"/>
          <p:cNvSpPr/>
          <p:nvPr/>
        </p:nvSpPr>
        <p:spPr>
          <a:xfrm>
            <a:off x="2578100" y="3416300"/>
            <a:ext cx="584100" cy="584100"/>
          </a:xfrm>
          <a:prstGeom prst="roundRect">
            <a:avLst>
              <a:gd fmla="val 16667" name="adj"/>
            </a:avLst>
          </a:prstGeom>
          <a:solidFill>
            <a:srgbClr val="F3F6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386" name="Google Shape;386;p36"/>
          <p:cNvSpPr txBox="1"/>
          <p:nvPr/>
        </p:nvSpPr>
        <p:spPr>
          <a:xfrm>
            <a:off x="3175000" y="3543300"/>
            <a:ext cx="12573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F3F6F8"/>
                </a:solidFill>
                <a:latin typeface="Outfit"/>
                <a:ea typeface="Outfit"/>
                <a:cs typeface="Outfit"/>
                <a:sym typeface="Outfit"/>
              </a:rPr>
              <a:t>Chef</a:t>
            </a:r>
            <a:endParaRPr b="1" sz="1800">
              <a:solidFill>
                <a:srgbClr val="F3F6F8"/>
              </a:solidFill>
              <a:latin typeface="Outfit"/>
              <a:ea typeface="Outfit"/>
              <a:cs typeface="Outfit"/>
              <a:sym typeface="Outfit"/>
            </a:endParaRPr>
          </a:p>
        </p:txBody>
      </p:sp>
      <p:sp>
        <p:nvSpPr>
          <p:cNvPr id="387" name="Google Shape;387;p36"/>
          <p:cNvSpPr/>
          <p:nvPr/>
        </p:nvSpPr>
        <p:spPr>
          <a:xfrm>
            <a:off x="5194300" y="2070100"/>
            <a:ext cx="939900" cy="939900"/>
          </a:xfrm>
          <a:prstGeom prst="roundRect">
            <a:avLst>
              <a:gd fmla="val 16667" name="adj"/>
            </a:avLst>
          </a:prstGeom>
          <a:solidFill>
            <a:srgbClr val="F3F6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388" name="Google Shape;388;p36"/>
          <p:cNvSpPr txBox="1"/>
          <p:nvPr/>
        </p:nvSpPr>
        <p:spPr>
          <a:xfrm>
            <a:off x="4699000" y="3124200"/>
            <a:ext cx="19050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F3F6F8"/>
                </a:solidFill>
                <a:latin typeface="Outfit"/>
                <a:ea typeface="Outfit"/>
                <a:cs typeface="Outfit"/>
                <a:sym typeface="Outfit"/>
              </a:rPr>
              <a:t>n8n</a:t>
            </a:r>
            <a:endParaRPr b="1" sz="1800">
              <a:solidFill>
                <a:srgbClr val="F3F6F8"/>
              </a:solidFill>
              <a:latin typeface="Outfit"/>
              <a:ea typeface="Outfit"/>
              <a:cs typeface="Outfit"/>
              <a:sym typeface="Outfit"/>
            </a:endParaRPr>
          </a:p>
        </p:txBody>
      </p:sp>
      <p:sp>
        <p:nvSpPr>
          <p:cNvPr id="389" name="Google Shape;389;p36"/>
          <p:cNvSpPr/>
          <p:nvPr/>
        </p:nvSpPr>
        <p:spPr>
          <a:xfrm>
            <a:off x="7416800" y="2070100"/>
            <a:ext cx="901800" cy="901800"/>
          </a:xfrm>
          <a:prstGeom prst="roundRect">
            <a:avLst>
              <a:gd fmla="val 16667" name="adj"/>
            </a:avLst>
          </a:prstGeom>
          <a:solidFill>
            <a:srgbClr val="F3F6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390" name="Google Shape;390;p36"/>
          <p:cNvSpPr txBox="1"/>
          <p:nvPr/>
        </p:nvSpPr>
        <p:spPr>
          <a:xfrm>
            <a:off x="6858000" y="3111500"/>
            <a:ext cx="19050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F3F6F8"/>
                </a:solidFill>
                <a:latin typeface="Outfit"/>
                <a:ea typeface="Outfit"/>
                <a:cs typeface="Outfit"/>
                <a:sym typeface="Outfit"/>
              </a:rPr>
              <a:t>Foreman</a:t>
            </a:r>
            <a:endParaRPr b="1" sz="1800">
              <a:solidFill>
                <a:srgbClr val="F3F6F8"/>
              </a:solidFill>
              <a:latin typeface="Outfit"/>
              <a:ea typeface="Outfit"/>
              <a:cs typeface="Outfit"/>
              <a:sym typeface="Outfit"/>
            </a:endParaRPr>
          </a:p>
        </p:txBody>
      </p:sp>
      <p:sp>
        <p:nvSpPr>
          <p:cNvPr id="391" name="Google Shape;391;p36"/>
          <p:cNvSpPr txBox="1"/>
          <p:nvPr/>
        </p:nvSpPr>
        <p:spPr>
          <a:xfrm>
            <a:off x="393700" y="3733800"/>
            <a:ext cx="1917600" cy="58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7EC8F3"/>
                </a:solidFill>
                <a:latin typeface="Outfit"/>
                <a:ea typeface="Outfit"/>
                <a:cs typeface="Outfit"/>
                <a:sym typeface="Outfit"/>
              </a:rPr>
              <a:t>Create cloud resources</a:t>
            </a:r>
            <a:endParaRPr sz="1600">
              <a:solidFill>
                <a:srgbClr val="7EC8F3"/>
              </a:solidFill>
              <a:latin typeface="Outfit"/>
              <a:ea typeface="Outfit"/>
              <a:cs typeface="Outfit"/>
              <a:sym typeface="Outfit"/>
            </a:endParaRPr>
          </a:p>
        </p:txBody>
      </p:sp>
      <p:sp>
        <p:nvSpPr>
          <p:cNvPr id="392" name="Google Shape;392;p36"/>
          <p:cNvSpPr txBox="1"/>
          <p:nvPr/>
        </p:nvSpPr>
        <p:spPr>
          <a:xfrm>
            <a:off x="4749800" y="3670300"/>
            <a:ext cx="1879500" cy="68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7EC8F3"/>
                </a:solidFill>
                <a:latin typeface="Outfit"/>
                <a:ea typeface="Outfit"/>
                <a:cs typeface="Outfit"/>
                <a:sym typeface="Outfit"/>
              </a:rPr>
              <a:t>Connect events and API actions</a:t>
            </a:r>
            <a:endParaRPr sz="1600">
              <a:solidFill>
                <a:srgbClr val="7EC8F3"/>
              </a:solidFill>
              <a:latin typeface="Outfit"/>
              <a:ea typeface="Outfit"/>
              <a:cs typeface="Outfit"/>
              <a:sym typeface="Outfit"/>
            </a:endParaRPr>
          </a:p>
        </p:txBody>
      </p:sp>
      <p:sp>
        <p:nvSpPr>
          <p:cNvPr id="393" name="Google Shape;393;p36"/>
          <p:cNvSpPr txBox="1"/>
          <p:nvPr/>
        </p:nvSpPr>
        <p:spPr>
          <a:xfrm>
            <a:off x="6858000" y="3467100"/>
            <a:ext cx="1905000" cy="35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F7941D"/>
                </a:solidFill>
                <a:latin typeface="Outfit"/>
                <a:ea typeface="Outfit"/>
                <a:cs typeface="Outfit"/>
                <a:sym typeface="Outfit"/>
              </a:rPr>
              <a:t>+ Katello</a:t>
            </a:r>
            <a:endParaRPr b="1" sz="1800">
              <a:solidFill>
                <a:srgbClr val="F7941D"/>
              </a:solidFill>
              <a:latin typeface="Outfit"/>
              <a:ea typeface="Outfit"/>
              <a:cs typeface="Outfit"/>
              <a:sym typeface="Outfit"/>
            </a:endParaRPr>
          </a:p>
        </p:txBody>
      </p:sp>
      <p:sp>
        <p:nvSpPr>
          <p:cNvPr id="394" name="Google Shape;394;p36"/>
          <p:cNvSpPr txBox="1"/>
          <p:nvPr/>
        </p:nvSpPr>
        <p:spPr>
          <a:xfrm>
            <a:off x="6883400" y="3886200"/>
            <a:ext cx="1854300" cy="57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rgbClr val="7EC8F3"/>
                </a:solidFill>
                <a:latin typeface="Outfit"/>
                <a:ea typeface="Outfit"/>
                <a:cs typeface="Outfit"/>
                <a:sym typeface="Outfit"/>
              </a:rPr>
              <a:t>Content and package updates</a:t>
            </a:r>
            <a:endParaRPr sz="1500">
              <a:solidFill>
                <a:srgbClr val="7EC8F3"/>
              </a:solidFill>
              <a:latin typeface="Outfit"/>
              <a:ea typeface="Outfit"/>
              <a:cs typeface="Outfit"/>
              <a:sym typeface="Outfit"/>
            </a:endParaRPr>
          </a:p>
        </p:txBody>
      </p:sp>
      <p:sp>
        <p:nvSpPr>
          <p:cNvPr id="395" name="Google Shape;395;p36"/>
          <p:cNvSpPr txBox="1"/>
          <p:nvPr/>
        </p:nvSpPr>
        <p:spPr>
          <a:xfrm>
            <a:off x="1549400" y="4635500"/>
            <a:ext cx="71883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rgbClr val="F3F6F8"/>
                </a:solidFill>
                <a:latin typeface="Outfit"/>
                <a:ea typeface="Outfit"/>
                <a:cs typeface="Outfit"/>
                <a:sym typeface="Outfit"/>
              </a:rPr>
              <a:t>Foreman also provisions hosts and integrates with configuration tools.</a:t>
            </a:r>
            <a:endParaRPr sz="1300">
              <a:solidFill>
                <a:srgbClr val="F3F6F8"/>
              </a:solidFill>
              <a:latin typeface="Outfit"/>
              <a:ea typeface="Outfit"/>
              <a:cs typeface="Outfit"/>
              <a:sym typeface="Outfit"/>
            </a:endParaRPr>
          </a:p>
        </p:txBody>
      </p:sp>
      <p:pic>
        <p:nvPicPr>
          <p:cNvPr id="396" name="Google Shape;396;p36"/>
          <p:cNvPicPr preferRelativeResize="0"/>
          <p:nvPr/>
        </p:nvPicPr>
        <p:blipFill>
          <a:blip r:embed="rId3">
            <a:alphaModFix/>
          </a:blip>
          <a:stretch>
            <a:fillRect/>
          </a:stretch>
        </p:blipFill>
        <p:spPr>
          <a:xfrm>
            <a:off x="965200" y="2120900"/>
            <a:ext cx="787400" cy="787400"/>
          </a:xfrm>
          <a:prstGeom prst="rect">
            <a:avLst/>
          </a:prstGeom>
          <a:noFill/>
          <a:ln>
            <a:noFill/>
          </a:ln>
        </p:spPr>
      </p:pic>
      <p:pic>
        <p:nvPicPr>
          <p:cNvPr id="397" name="Google Shape;397;p36"/>
          <p:cNvPicPr preferRelativeResize="0"/>
          <p:nvPr/>
        </p:nvPicPr>
        <p:blipFill>
          <a:blip r:embed="rId4">
            <a:alphaModFix/>
          </a:blip>
          <a:stretch>
            <a:fillRect/>
          </a:stretch>
        </p:blipFill>
        <p:spPr>
          <a:xfrm>
            <a:off x="2641600" y="2108200"/>
            <a:ext cx="457200" cy="457200"/>
          </a:xfrm>
          <a:prstGeom prst="rect">
            <a:avLst/>
          </a:prstGeom>
          <a:noFill/>
          <a:ln>
            <a:noFill/>
          </a:ln>
        </p:spPr>
      </p:pic>
      <p:pic>
        <p:nvPicPr>
          <p:cNvPr id="398" name="Google Shape;398;p36"/>
          <p:cNvPicPr preferRelativeResize="0"/>
          <p:nvPr/>
        </p:nvPicPr>
        <p:blipFill>
          <a:blip r:embed="rId5">
            <a:alphaModFix/>
          </a:blip>
          <a:stretch>
            <a:fillRect/>
          </a:stretch>
        </p:blipFill>
        <p:spPr>
          <a:xfrm>
            <a:off x="2641600" y="2794000"/>
            <a:ext cx="457200" cy="457200"/>
          </a:xfrm>
          <a:prstGeom prst="rect">
            <a:avLst/>
          </a:prstGeom>
          <a:noFill/>
          <a:ln>
            <a:noFill/>
          </a:ln>
        </p:spPr>
      </p:pic>
      <p:pic>
        <p:nvPicPr>
          <p:cNvPr id="399" name="Google Shape;399;p36"/>
          <p:cNvPicPr preferRelativeResize="0"/>
          <p:nvPr/>
        </p:nvPicPr>
        <p:blipFill>
          <a:blip r:embed="rId6">
            <a:alphaModFix/>
          </a:blip>
          <a:stretch>
            <a:fillRect/>
          </a:stretch>
        </p:blipFill>
        <p:spPr>
          <a:xfrm>
            <a:off x="2641600" y="3479800"/>
            <a:ext cx="457200" cy="457200"/>
          </a:xfrm>
          <a:prstGeom prst="rect">
            <a:avLst/>
          </a:prstGeom>
          <a:noFill/>
          <a:ln>
            <a:noFill/>
          </a:ln>
        </p:spPr>
      </p:pic>
      <p:pic>
        <p:nvPicPr>
          <p:cNvPr id="400" name="Google Shape;400;p36"/>
          <p:cNvPicPr preferRelativeResize="0"/>
          <p:nvPr/>
        </p:nvPicPr>
        <p:blipFill>
          <a:blip r:embed="rId7">
            <a:alphaModFix/>
          </a:blip>
          <a:stretch>
            <a:fillRect/>
          </a:stretch>
        </p:blipFill>
        <p:spPr>
          <a:xfrm>
            <a:off x="5257800" y="2133600"/>
            <a:ext cx="812800" cy="812800"/>
          </a:xfrm>
          <a:prstGeom prst="rect">
            <a:avLst/>
          </a:prstGeom>
          <a:noFill/>
          <a:ln>
            <a:noFill/>
          </a:ln>
        </p:spPr>
      </p:pic>
      <p:pic>
        <p:nvPicPr>
          <p:cNvPr id="401" name="Google Shape;401;p36"/>
          <p:cNvPicPr preferRelativeResize="0"/>
          <p:nvPr/>
        </p:nvPicPr>
        <p:blipFill>
          <a:blip r:embed="rId8">
            <a:alphaModFix/>
          </a:blip>
          <a:stretch>
            <a:fillRect/>
          </a:stretch>
        </p:blipFill>
        <p:spPr>
          <a:xfrm>
            <a:off x="7480300" y="2133600"/>
            <a:ext cx="774700" cy="774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id="406" name="Google Shape;406;p37"/>
          <p:cNvPicPr preferRelativeResize="0"/>
          <p:nvPr/>
        </p:nvPicPr>
        <p:blipFill rotWithShape="1">
          <a:blip r:embed="rId3">
            <a:alphaModFix/>
          </a:blip>
          <a:srcRect b="0" l="0" r="0" t="0"/>
          <a:stretch/>
        </p:blipFill>
        <p:spPr>
          <a:xfrm>
            <a:off x="154051" y="360750"/>
            <a:ext cx="755700" cy="755700"/>
          </a:xfrm>
          <a:prstGeom prst="rect">
            <a:avLst/>
          </a:prstGeom>
          <a:noFill/>
          <a:ln>
            <a:noFill/>
          </a:ln>
        </p:spPr>
      </p:pic>
      <p:pic>
        <p:nvPicPr>
          <p:cNvPr id="407" name="Google Shape;407;p37"/>
          <p:cNvPicPr preferRelativeResize="0"/>
          <p:nvPr/>
        </p:nvPicPr>
        <p:blipFill rotWithShape="1">
          <a:blip r:embed="rId4">
            <a:alphaModFix/>
          </a:blip>
          <a:srcRect b="0" l="0" r="0" t="0"/>
          <a:stretch/>
        </p:blipFill>
        <p:spPr>
          <a:xfrm>
            <a:off x="816395" y="4314787"/>
            <a:ext cx="606300" cy="729000"/>
          </a:xfrm>
          <a:prstGeom prst="rect">
            <a:avLst/>
          </a:prstGeom>
          <a:noFill/>
          <a:ln>
            <a:noFill/>
          </a:ln>
        </p:spPr>
      </p:pic>
      <p:pic>
        <p:nvPicPr>
          <p:cNvPr id="408" name="Google Shape;408;p37"/>
          <p:cNvPicPr preferRelativeResize="0"/>
          <p:nvPr/>
        </p:nvPicPr>
        <p:blipFill rotWithShape="1">
          <a:blip r:embed="rId5">
            <a:alphaModFix/>
          </a:blip>
          <a:srcRect b="14985" l="11067" r="54658" t="21840"/>
          <a:stretch/>
        </p:blipFill>
        <p:spPr>
          <a:xfrm>
            <a:off x="-4" y="4286479"/>
            <a:ext cx="907800" cy="941100"/>
          </a:xfrm>
          <a:prstGeom prst="rect">
            <a:avLst/>
          </a:prstGeom>
          <a:noFill/>
          <a:ln>
            <a:noFill/>
          </a:ln>
        </p:spPr>
      </p:pic>
      <p:sp>
        <p:nvSpPr>
          <p:cNvPr id="409" name="Google Shape;409;p37"/>
          <p:cNvSpPr txBox="1"/>
          <p:nvPr/>
        </p:nvSpPr>
        <p:spPr>
          <a:xfrm>
            <a:off x="866675" y="360750"/>
            <a:ext cx="7620000" cy="7557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0" lang="en" sz="2800">
                <a:solidFill>
                  <a:srgbClr val="FFFFFF"/>
                </a:solidFill>
                <a:latin typeface="Outfit ExtraBold"/>
                <a:ea typeface="Outfit ExtraBold"/>
                <a:cs typeface="Outfit ExtraBold"/>
                <a:sym typeface="Outfit ExtraBold"/>
              </a:rPr>
              <a:t>Ansible &amp; Automation Benefits</a:t>
            </a:r>
            <a:endParaRPr b="0" sz="2800">
              <a:solidFill>
                <a:srgbClr val="FFFFFF"/>
              </a:solidFill>
              <a:latin typeface="Outfit ExtraBold"/>
              <a:ea typeface="Outfit ExtraBold"/>
              <a:cs typeface="Outfit ExtraBold"/>
              <a:sym typeface="Outfit ExtraBold"/>
            </a:endParaRPr>
          </a:p>
        </p:txBody>
      </p:sp>
      <p:grpSp>
        <p:nvGrpSpPr>
          <p:cNvPr id="410" name="Google Shape;410;p37"/>
          <p:cNvGrpSpPr/>
          <p:nvPr/>
        </p:nvGrpSpPr>
        <p:grpSpPr>
          <a:xfrm>
            <a:off x="476250" y="1428750"/>
            <a:ext cx="1828800" cy="2476500"/>
            <a:chOff x="0" y="0"/>
            <a:chExt cx="1828800" cy="2476500"/>
          </a:xfrm>
        </p:grpSpPr>
        <p:sp>
          <p:nvSpPr>
            <p:cNvPr id="411" name="Google Shape;411;p37"/>
            <p:cNvSpPr/>
            <p:nvPr/>
          </p:nvSpPr>
          <p:spPr>
            <a:xfrm>
              <a:off x="0" y="0"/>
              <a:ext cx="1828800" cy="2476500"/>
            </a:xfrm>
            <a:prstGeom prst="roundRect">
              <a:avLst>
                <a:gd fmla="val 5208" name="adj"/>
              </a:avLst>
            </a:prstGeom>
            <a:solidFill>
              <a:srgbClr val="111B38"/>
            </a:solidFill>
            <a:ln cap="flat" cmpd="sng" w="14300">
              <a:solidFill>
                <a:srgbClr val="F7941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2" name="Google Shape;412;p37"/>
            <p:cNvSpPr txBox="1"/>
            <p:nvPr/>
          </p:nvSpPr>
          <p:spPr>
            <a:xfrm>
              <a:off x="152400" y="190500"/>
              <a:ext cx="1524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60">
                  <a:solidFill>
                    <a:srgbClr val="F7941D"/>
                  </a:solidFill>
                  <a:latin typeface="Outfit ExtraBold"/>
                  <a:ea typeface="Outfit ExtraBold"/>
                  <a:cs typeface="Outfit ExtraBold"/>
                  <a:sym typeface="Outfit ExtraBold"/>
                </a:rPr>
                <a:t>Agentless</a:t>
              </a:r>
              <a:endParaRPr b="0" sz="1360">
                <a:solidFill>
                  <a:srgbClr val="F7941D"/>
                </a:solidFill>
                <a:latin typeface="Outfit ExtraBold"/>
                <a:ea typeface="Outfit ExtraBold"/>
                <a:cs typeface="Outfit ExtraBold"/>
                <a:sym typeface="Outfit ExtraBold"/>
              </a:endParaRPr>
            </a:p>
          </p:txBody>
        </p:sp>
        <p:sp>
          <p:nvSpPr>
            <p:cNvPr id="413" name="Google Shape;413;p37"/>
            <p:cNvSpPr txBox="1"/>
            <p:nvPr/>
          </p:nvSpPr>
          <p:spPr>
            <a:xfrm>
              <a:off x="152400" y="619125"/>
              <a:ext cx="15240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rgbClr val="D9D9D9"/>
                  </a:solidFill>
                  <a:latin typeface="Outfit Medium"/>
                  <a:ea typeface="Outfit Medium"/>
                  <a:cs typeface="Outfit Medium"/>
                  <a:sym typeface="Outfit Medium"/>
                </a:rPr>
                <a:t>Connect through SSH or WinRM without an Ansible agent.</a:t>
              </a:r>
              <a:endParaRPr b="0">
                <a:solidFill>
                  <a:srgbClr val="D9D9D9"/>
                </a:solidFill>
                <a:latin typeface="Outfit Medium"/>
                <a:ea typeface="Outfit Medium"/>
                <a:cs typeface="Outfit Medium"/>
                <a:sym typeface="Outfit Medium"/>
              </a:endParaRPr>
            </a:p>
          </p:txBody>
        </p:sp>
      </p:grpSp>
      <p:grpSp>
        <p:nvGrpSpPr>
          <p:cNvPr id="414" name="Google Shape;414;p37"/>
          <p:cNvGrpSpPr/>
          <p:nvPr/>
        </p:nvGrpSpPr>
        <p:grpSpPr>
          <a:xfrm>
            <a:off x="2543175" y="1428750"/>
            <a:ext cx="1828800" cy="2476500"/>
            <a:chOff x="0" y="0"/>
            <a:chExt cx="1828800" cy="2476500"/>
          </a:xfrm>
        </p:grpSpPr>
        <p:sp>
          <p:nvSpPr>
            <p:cNvPr id="415" name="Google Shape;415;p37"/>
            <p:cNvSpPr/>
            <p:nvPr/>
          </p:nvSpPr>
          <p:spPr>
            <a:xfrm>
              <a:off x="0" y="0"/>
              <a:ext cx="1828800" cy="2476500"/>
            </a:xfrm>
            <a:prstGeom prst="roundRect">
              <a:avLst>
                <a:gd fmla="val 5208" name="adj"/>
              </a:avLst>
            </a:prstGeom>
            <a:solidFill>
              <a:srgbClr val="111B38"/>
            </a:solidFill>
            <a:ln cap="flat" cmpd="sng" w="14300">
              <a:solidFill>
                <a:srgbClr val="7EC8F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6" name="Google Shape;416;p37"/>
            <p:cNvSpPr txBox="1"/>
            <p:nvPr/>
          </p:nvSpPr>
          <p:spPr>
            <a:xfrm>
              <a:off x="152400" y="190500"/>
              <a:ext cx="1524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60">
                  <a:solidFill>
                    <a:srgbClr val="7EC8F3"/>
                  </a:solidFill>
                  <a:latin typeface="Outfit ExtraBold"/>
                  <a:ea typeface="Outfit ExtraBold"/>
                  <a:cs typeface="Outfit ExtraBold"/>
                  <a:sym typeface="Outfit ExtraBold"/>
                </a:rPr>
                <a:t>Idempotent</a:t>
              </a:r>
              <a:endParaRPr b="0" sz="1360">
                <a:solidFill>
                  <a:srgbClr val="7EC8F3"/>
                </a:solidFill>
                <a:latin typeface="Outfit ExtraBold"/>
                <a:ea typeface="Outfit ExtraBold"/>
                <a:cs typeface="Outfit ExtraBold"/>
                <a:sym typeface="Outfit ExtraBold"/>
              </a:endParaRPr>
            </a:p>
          </p:txBody>
        </p:sp>
        <p:sp>
          <p:nvSpPr>
            <p:cNvPr id="417" name="Google Shape;417;p37"/>
            <p:cNvSpPr txBox="1"/>
            <p:nvPr/>
          </p:nvSpPr>
          <p:spPr>
            <a:xfrm>
              <a:off x="152400" y="619125"/>
              <a:ext cx="15240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rgbClr val="D9D9D9"/>
                  </a:solidFill>
                  <a:latin typeface="Outfit Medium"/>
                  <a:ea typeface="Outfit Medium"/>
                  <a:cs typeface="Outfit Medium"/>
                  <a:sym typeface="Outfit Medium"/>
                </a:rPr>
                <a:t>Use suitable modules to keep reruns from making unnecessary changes.</a:t>
              </a:r>
              <a:endParaRPr b="0">
                <a:solidFill>
                  <a:srgbClr val="D9D9D9"/>
                </a:solidFill>
                <a:latin typeface="Outfit Medium"/>
                <a:ea typeface="Outfit Medium"/>
                <a:cs typeface="Outfit Medium"/>
                <a:sym typeface="Outfit Medium"/>
              </a:endParaRPr>
            </a:p>
          </p:txBody>
        </p:sp>
      </p:grpSp>
      <p:grpSp>
        <p:nvGrpSpPr>
          <p:cNvPr id="418" name="Google Shape;418;p37"/>
          <p:cNvGrpSpPr/>
          <p:nvPr/>
        </p:nvGrpSpPr>
        <p:grpSpPr>
          <a:xfrm>
            <a:off x="4610100" y="1428750"/>
            <a:ext cx="1828800" cy="2476500"/>
            <a:chOff x="0" y="0"/>
            <a:chExt cx="1828800" cy="2476500"/>
          </a:xfrm>
        </p:grpSpPr>
        <p:sp>
          <p:nvSpPr>
            <p:cNvPr id="419" name="Google Shape;419;p37"/>
            <p:cNvSpPr/>
            <p:nvPr/>
          </p:nvSpPr>
          <p:spPr>
            <a:xfrm>
              <a:off x="0" y="0"/>
              <a:ext cx="1828800" cy="2476500"/>
            </a:xfrm>
            <a:prstGeom prst="roundRect">
              <a:avLst>
                <a:gd fmla="val 5208" name="adj"/>
              </a:avLst>
            </a:prstGeom>
            <a:solidFill>
              <a:srgbClr val="111B38"/>
            </a:solidFill>
            <a:ln cap="flat" cmpd="sng" w="14300">
              <a:solidFill>
                <a:srgbClr val="F7941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0" name="Google Shape;420;p37"/>
            <p:cNvSpPr txBox="1"/>
            <p:nvPr/>
          </p:nvSpPr>
          <p:spPr>
            <a:xfrm>
              <a:off x="152400" y="190500"/>
              <a:ext cx="1524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60">
                  <a:solidFill>
                    <a:srgbClr val="F7941D"/>
                  </a:solidFill>
                  <a:latin typeface="Outfit ExtraBold"/>
                  <a:ea typeface="Outfit ExtraBold"/>
                  <a:cs typeface="Outfit ExtraBold"/>
                  <a:sym typeface="Outfit ExtraBold"/>
                </a:rPr>
                <a:t>Human-Readable</a:t>
              </a:r>
              <a:endParaRPr b="0" sz="1360">
                <a:solidFill>
                  <a:srgbClr val="F7941D"/>
                </a:solidFill>
                <a:latin typeface="Outfit ExtraBold"/>
                <a:ea typeface="Outfit ExtraBold"/>
                <a:cs typeface="Outfit ExtraBold"/>
                <a:sym typeface="Outfit ExtraBold"/>
              </a:endParaRPr>
            </a:p>
          </p:txBody>
        </p:sp>
        <p:sp>
          <p:nvSpPr>
            <p:cNvPr id="421" name="Google Shape;421;p37"/>
            <p:cNvSpPr txBox="1"/>
            <p:nvPr/>
          </p:nvSpPr>
          <p:spPr>
            <a:xfrm>
              <a:off x="152400" y="619125"/>
              <a:ext cx="15240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rgbClr val="D9D9D9"/>
                  </a:solidFill>
                  <a:latin typeface="Outfit Medium"/>
                  <a:ea typeface="Outfit Medium"/>
                  <a:cs typeface="Outfit Medium"/>
                  <a:sym typeface="Outfit Medium"/>
                </a:rPr>
                <a:t>YAML playbooks document the configuration you want.</a:t>
              </a:r>
              <a:endParaRPr b="0">
                <a:solidFill>
                  <a:srgbClr val="D9D9D9"/>
                </a:solidFill>
                <a:latin typeface="Outfit Medium"/>
                <a:ea typeface="Outfit Medium"/>
                <a:cs typeface="Outfit Medium"/>
                <a:sym typeface="Outfit Medium"/>
              </a:endParaRPr>
            </a:p>
          </p:txBody>
        </p:sp>
      </p:grpSp>
      <p:grpSp>
        <p:nvGrpSpPr>
          <p:cNvPr id="422" name="Google Shape;422;p37"/>
          <p:cNvGrpSpPr/>
          <p:nvPr/>
        </p:nvGrpSpPr>
        <p:grpSpPr>
          <a:xfrm>
            <a:off x="6677025" y="1428750"/>
            <a:ext cx="1828800" cy="2476500"/>
            <a:chOff x="0" y="0"/>
            <a:chExt cx="1828800" cy="2476500"/>
          </a:xfrm>
        </p:grpSpPr>
        <p:sp>
          <p:nvSpPr>
            <p:cNvPr id="423" name="Google Shape;423;p37"/>
            <p:cNvSpPr/>
            <p:nvPr/>
          </p:nvSpPr>
          <p:spPr>
            <a:xfrm>
              <a:off x="0" y="0"/>
              <a:ext cx="1828800" cy="2476500"/>
            </a:xfrm>
            <a:prstGeom prst="roundRect">
              <a:avLst>
                <a:gd fmla="val 5208" name="adj"/>
              </a:avLst>
            </a:prstGeom>
            <a:solidFill>
              <a:srgbClr val="111B38"/>
            </a:solidFill>
            <a:ln cap="flat" cmpd="sng" w="14300">
              <a:solidFill>
                <a:srgbClr val="7EC8F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4" name="Google Shape;424;p37"/>
            <p:cNvSpPr txBox="1"/>
            <p:nvPr/>
          </p:nvSpPr>
          <p:spPr>
            <a:xfrm>
              <a:off x="152400" y="190500"/>
              <a:ext cx="1524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60">
                  <a:solidFill>
                    <a:srgbClr val="7EC8F3"/>
                  </a:solidFill>
                  <a:latin typeface="Outfit ExtraBold"/>
                  <a:ea typeface="Outfit ExtraBold"/>
                  <a:cs typeface="Outfit ExtraBold"/>
                  <a:sym typeface="Outfit ExtraBold"/>
                </a:rPr>
                <a:t>Speed &amp; Scale</a:t>
              </a:r>
              <a:endParaRPr b="0" sz="1360">
                <a:solidFill>
                  <a:srgbClr val="7EC8F3"/>
                </a:solidFill>
                <a:latin typeface="Outfit ExtraBold"/>
                <a:ea typeface="Outfit ExtraBold"/>
                <a:cs typeface="Outfit ExtraBold"/>
                <a:sym typeface="Outfit ExtraBold"/>
              </a:endParaRPr>
            </a:p>
          </p:txBody>
        </p:sp>
        <p:sp>
          <p:nvSpPr>
            <p:cNvPr id="425" name="Google Shape;425;p37"/>
            <p:cNvSpPr txBox="1"/>
            <p:nvPr/>
          </p:nvSpPr>
          <p:spPr>
            <a:xfrm>
              <a:off x="152400" y="619125"/>
              <a:ext cx="15240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rgbClr val="D9D9D9"/>
                  </a:solidFill>
                  <a:latin typeface="Outfit Medium"/>
                  <a:ea typeface="Outfit Medium"/>
                  <a:cs typeface="Outfit Medium"/>
                  <a:sym typeface="Outfit Medium"/>
                </a:rPr>
                <a:t>Apply consistent configuration across many hosts with less manual repetition.</a:t>
              </a:r>
              <a:endParaRPr b="0">
                <a:solidFill>
                  <a:srgbClr val="D9D9D9"/>
                </a:solidFill>
                <a:latin typeface="Outfit Medium"/>
                <a:ea typeface="Outfit Medium"/>
                <a:cs typeface="Outfit Medium"/>
                <a:sym typeface="Outfit Medium"/>
              </a:endParaRPr>
            </a:p>
          </p:txBody>
        </p:sp>
      </p:grpSp>
      <p:pic>
        <p:nvPicPr>
          <p:cNvPr id="426" name="Google Shape;426;p37"/>
          <p:cNvPicPr preferRelativeResize="0"/>
          <p:nvPr/>
        </p:nvPicPr>
        <p:blipFill>
          <a:blip r:embed="rId6">
            <a:alphaModFix/>
          </a:blip>
          <a:stretch>
            <a:fillRect/>
          </a:stretch>
        </p:blipFill>
        <p:spPr>
          <a:xfrm>
            <a:off x="7862425" y="92024"/>
            <a:ext cx="1166100" cy="1166400"/>
          </a:xfrm>
          <a:prstGeom prst="ellipse">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pic>
        <p:nvPicPr>
          <p:cNvPr id="431" name="Google Shape;431;p38"/>
          <p:cNvPicPr preferRelativeResize="0"/>
          <p:nvPr/>
        </p:nvPicPr>
        <p:blipFill rotWithShape="1">
          <a:blip r:embed="rId3">
            <a:alphaModFix/>
          </a:blip>
          <a:srcRect b="0" l="0" r="0" t="0"/>
          <a:stretch/>
        </p:blipFill>
        <p:spPr>
          <a:xfrm>
            <a:off x="154051" y="360750"/>
            <a:ext cx="755700" cy="755700"/>
          </a:xfrm>
          <a:prstGeom prst="roundRect">
            <a:avLst>
              <a:gd fmla="val 0" name="adj"/>
            </a:avLst>
          </a:prstGeom>
          <a:noFill/>
          <a:ln>
            <a:noFill/>
          </a:ln>
        </p:spPr>
      </p:pic>
      <p:pic>
        <p:nvPicPr>
          <p:cNvPr id="432" name="Google Shape;432;p38"/>
          <p:cNvPicPr preferRelativeResize="0"/>
          <p:nvPr/>
        </p:nvPicPr>
        <p:blipFill rotWithShape="1">
          <a:blip r:embed="rId4">
            <a:alphaModFix/>
          </a:blip>
          <a:srcRect b="0" l="0" r="0" t="0"/>
          <a:stretch/>
        </p:blipFill>
        <p:spPr>
          <a:xfrm>
            <a:off x="816395" y="4314787"/>
            <a:ext cx="606300" cy="729000"/>
          </a:xfrm>
          <a:prstGeom prst="roundRect">
            <a:avLst>
              <a:gd fmla="val 0" name="adj"/>
            </a:avLst>
          </a:prstGeom>
          <a:noFill/>
          <a:ln>
            <a:noFill/>
          </a:ln>
        </p:spPr>
      </p:pic>
      <p:pic>
        <p:nvPicPr>
          <p:cNvPr id="433" name="Google Shape;433;p38"/>
          <p:cNvPicPr preferRelativeResize="0"/>
          <p:nvPr/>
        </p:nvPicPr>
        <p:blipFill rotWithShape="1">
          <a:blip r:embed="rId5">
            <a:alphaModFix/>
          </a:blip>
          <a:srcRect b="14985" l="11067" r="54658" t="21840"/>
          <a:stretch/>
        </p:blipFill>
        <p:spPr>
          <a:xfrm>
            <a:off x="-4" y="4286479"/>
            <a:ext cx="907800" cy="941100"/>
          </a:xfrm>
          <a:prstGeom prst="roundRect">
            <a:avLst>
              <a:gd fmla="val 0" name="adj"/>
            </a:avLst>
          </a:prstGeom>
          <a:noFill/>
          <a:ln>
            <a:noFill/>
          </a:ln>
        </p:spPr>
      </p:pic>
      <p:sp>
        <p:nvSpPr>
          <p:cNvPr id="434" name="Google Shape;434;p38"/>
          <p:cNvSpPr txBox="1"/>
          <p:nvPr/>
        </p:nvSpPr>
        <p:spPr>
          <a:xfrm>
            <a:off x="866675" y="360750"/>
            <a:ext cx="7620000" cy="7557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0" lang="en" sz="2800">
                <a:solidFill>
                  <a:srgbClr val="FFFFFF"/>
                </a:solidFill>
                <a:latin typeface="Outfit ExtraBold"/>
                <a:ea typeface="Outfit ExtraBold"/>
                <a:cs typeface="Outfit ExtraBold"/>
                <a:sym typeface="Outfit ExtraBold"/>
              </a:rPr>
              <a:t>Terraform &amp; Provisioning Benefits</a:t>
            </a:r>
            <a:endParaRPr b="0" sz="2800">
              <a:solidFill>
                <a:srgbClr val="FFFFFF"/>
              </a:solidFill>
              <a:latin typeface="Outfit ExtraBold"/>
              <a:ea typeface="Outfit ExtraBold"/>
              <a:cs typeface="Outfit ExtraBold"/>
              <a:sym typeface="Outfit ExtraBold"/>
            </a:endParaRPr>
          </a:p>
        </p:txBody>
      </p:sp>
      <p:grpSp>
        <p:nvGrpSpPr>
          <p:cNvPr id="435" name="Google Shape;435;p38"/>
          <p:cNvGrpSpPr/>
          <p:nvPr/>
        </p:nvGrpSpPr>
        <p:grpSpPr>
          <a:xfrm>
            <a:off x="476250" y="1428750"/>
            <a:ext cx="1828800" cy="2476500"/>
            <a:chOff x="0" y="0"/>
            <a:chExt cx="1828800" cy="2476500"/>
          </a:xfrm>
        </p:grpSpPr>
        <p:sp>
          <p:nvSpPr>
            <p:cNvPr id="436" name="Google Shape;436;p38"/>
            <p:cNvSpPr/>
            <p:nvPr/>
          </p:nvSpPr>
          <p:spPr>
            <a:xfrm>
              <a:off x="0" y="0"/>
              <a:ext cx="1828800" cy="2476500"/>
            </a:xfrm>
            <a:prstGeom prst="roundRect">
              <a:avLst>
                <a:gd fmla="val 5208" name="adj"/>
              </a:avLst>
            </a:prstGeom>
            <a:solidFill>
              <a:srgbClr val="111B38"/>
            </a:solidFill>
            <a:ln cap="flat" cmpd="sng" w="14300">
              <a:solidFill>
                <a:srgbClr val="7EC8F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7" name="Google Shape;437;p38"/>
            <p:cNvSpPr txBox="1"/>
            <p:nvPr/>
          </p:nvSpPr>
          <p:spPr>
            <a:xfrm>
              <a:off x="152400" y="190500"/>
              <a:ext cx="1524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8">
                  <a:solidFill>
                    <a:srgbClr val="7EC8F3"/>
                  </a:solidFill>
                  <a:latin typeface="Outfit ExtraBold"/>
                  <a:ea typeface="Outfit ExtraBold"/>
                  <a:cs typeface="Outfit ExtraBold"/>
                  <a:sym typeface="Outfit ExtraBold"/>
                </a:rPr>
                <a:t>Declarative IaC</a:t>
              </a:r>
              <a:endParaRPr b="0" sz="1258">
                <a:solidFill>
                  <a:srgbClr val="7EC8F3"/>
                </a:solidFill>
                <a:latin typeface="Outfit ExtraBold"/>
                <a:ea typeface="Outfit ExtraBold"/>
                <a:cs typeface="Outfit ExtraBold"/>
                <a:sym typeface="Outfit ExtraBold"/>
              </a:endParaRPr>
            </a:p>
          </p:txBody>
        </p:sp>
        <p:sp>
          <p:nvSpPr>
            <p:cNvPr id="438" name="Google Shape;438;p38"/>
            <p:cNvSpPr txBox="1"/>
            <p:nvPr/>
          </p:nvSpPr>
          <p:spPr>
            <a:xfrm>
              <a:off x="152400" y="619125"/>
              <a:ext cx="15240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rgbClr val="D9D9D9"/>
                  </a:solidFill>
                  <a:latin typeface="Outfit Medium"/>
                  <a:ea typeface="Outfit Medium"/>
                  <a:cs typeface="Outfit Medium"/>
                  <a:sym typeface="Outfit Medium"/>
                </a:rPr>
                <a:t>Describe resources. Terraform determines their dependencies and proposed changes.</a:t>
              </a:r>
              <a:endParaRPr b="0">
                <a:solidFill>
                  <a:srgbClr val="D9D9D9"/>
                </a:solidFill>
                <a:latin typeface="Outfit Medium"/>
                <a:ea typeface="Outfit Medium"/>
                <a:cs typeface="Outfit Medium"/>
                <a:sym typeface="Outfit Medium"/>
              </a:endParaRPr>
            </a:p>
          </p:txBody>
        </p:sp>
      </p:grpSp>
      <p:grpSp>
        <p:nvGrpSpPr>
          <p:cNvPr id="439" name="Google Shape;439;p38"/>
          <p:cNvGrpSpPr/>
          <p:nvPr/>
        </p:nvGrpSpPr>
        <p:grpSpPr>
          <a:xfrm>
            <a:off x="2543175" y="1428750"/>
            <a:ext cx="1828800" cy="2476500"/>
            <a:chOff x="0" y="0"/>
            <a:chExt cx="1828800" cy="2476500"/>
          </a:xfrm>
        </p:grpSpPr>
        <p:sp>
          <p:nvSpPr>
            <p:cNvPr id="440" name="Google Shape;440;p38"/>
            <p:cNvSpPr/>
            <p:nvPr/>
          </p:nvSpPr>
          <p:spPr>
            <a:xfrm>
              <a:off x="0" y="0"/>
              <a:ext cx="1828800" cy="2476500"/>
            </a:xfrm>
            <a:prstGeom prst="roundRect">
              <a:avLst>
                <a:gd fmla="val 5208" name="adj"/>
              </a:avLst>
            </a:prstGeom>
            <a:solidFill>
              <a:srgbClr val="111B38"/>
            </a:solidFill>
            <a:ln cap="flat" cmpd="sng" w="14300">
              <a:solidFill>
                <a:srgbClr val="F7941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1" name="Google Shape;441;p38"/>
            <p:cNvSpPr txBox="1"/>
            <p:nvPr/>
          </p:nvSpPr>
          <p:spPr>
            <a:xfrm>
              <a:off x="152400" y="190500"/>
              <a:ext cx="1524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8">
                  <a:solidFill>
                    <a:srgbClr val="F7941D"/>
                  </a:solidFill>
                  <a:latin typeface="Outfit ExtraBold"/>
                  <a:ea typeface="Outfit ExtraBold"/>
                  <a:cs typeface="Outfit ExtraBold"/>
                  <a:sym typeface="Outfit ExtraBold"/>
                </a:rPr>
                <a:t>State Management</a:t>
              </a:r>
              <a:endParaRPr b="0" sz="1258">
                <a:solidFill>
                  <a:srgbClr val="F7941D"/>
                </a:solidFill>
                <a:latin typeface="Outfit ExtraBold"/>
                <a:ea typeface="Outfit ExtraBold"/>
                <a:cs typeface="Outfit ExtraBold"/>
                <a:sym typeface="Outfit ExtraBold"/>
              </a:endParaRPr>
            </a:p>
          </p:txBody>
        </p:sp>
        <p:sp>
          <p:nvSpPr>
            <p:cNvPr id="442" name="Google Shape;442;p38"/>
            <p:cNvSpPr txBox="1"/>
            <p:nvPr/>
          </p:nvSpPr>
          <p:spPr>
            <a:xfrm>
              <a:off x="152400" y="619125"/>
              <a:ext cx="15240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rgbClr val="D9D9D9"/>
                  </a:solidFill>
                  <a:latin typeface="Outfit Medium"/>
                  <a:ea typeface="Outfit Medium"/>
                  <a:cs typeface="Outfit Medium"/>
                  <a:sym typeface="Outfit Medium"/>
                </a:rPr>
                <a:t>State maps configuration to managed resources.</a:t>
              </a:r>
              <a:endParaRPr b="0">
                <a:solidFill>
                  <a:srgbClr val="D9D9D9"/>
                </a:solidFill>
                <a:latin typeface="Outfit Medium"/>
                <a:ea typeface="Outfit Medium"/>
                <a:cs typeface="Outfit Medium"/>
                <a:sym typeface="Outfit Medium"/>
              </a:endParaRPr>
            </a:p>
          </p:txBody>
        </p:sp>
      </p:grpSp>
      <p:grpSp>
        <p:nvGrpSpPr>
          <p:cNvPr id="443" name="Google Shape;443;p38"/>
          <p:cNvGrpSpPr/>
          <p:nvPr/>
        </p:nvGrpSpPr>
        <p:grpSpPr>
          <a:xfrm>
            <a:off x="4610100" y="1428750"/>
            <a:ext cx="1828800" cy="2476500"/>
            <a:chOff x="0" y="0"/>
            <a:chExt cx="1828800" cy="2476500"/>
          </a:xfrm>
        </p:grpSpPr>
        <p:sp>
          <p:nvSpPr>
            <p:cNvPr id="444" name="Google Shape;444;p38"/>
            <p:cNvSpPr/>
            <p:nvPr/>
          </p:nvSpPr>
          <p:spPr>
            <a:xfrm>
              <a:off x="0" y="0"/>
              <a:ext cx="1828800" cy="2476500"/>
            </a:xfrm>
            <a:prstGeom prst="roundRect">
              <a:avLst>
                <a:gd fmla="val 5208" name="adj"/>
              </a:avLst>
            </a:prstGeom>
            <a:solidFill>
              <a:srgbClr val="111B38"/>
            </a:solidFill>
            <a:ln cap="flat" cmpd="sng" w="14300">
              <a:solidFill>
                <a:srgbClr val="7EC8F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5" name="Google Shape;445;p38"/>
            <p:cNvSpPr txBox="1"/>
            <p:nvPr/>
          </p:nvSpPr>
          <p:spPr>
            <a:xfrm>
              <a:off x="152400" y="190500"/>
              <a:ext cx="1524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8">
                  <a:solidFill>
                    <a:srgbClr val="7EC8F3"/>
                  </a:solidFill>
                  <a:latin typeface="Outfit ExtraBold"/>
                  <a:ea typeface="Outfit ExtraBold"/>
                  <a:cs typeface="Outfit ExtraBold"/>
                  <a:sym typeface="Outfit ExtraBold"/>
                </a:rPr>
                <a:t>Multi-Cloud</a:t>
              </a:r>
              <a:endParaRPr b="0" sz="1258">
                <a:solidFill>
                  <a:srgbClr val="7EC8F3"/>
                </a:solidFill>
                <a:latin typeface="Outfit ExtraBold"/>
                <a:ea typeface="Outfit ExtraBold"/>
                <a:cs typeface="Outfit ExtraBold"/>
                <a:sym typeface="Outfit ExtraBold"/>
              </a:endParaRPr>
            </a:p>
          </p:txBody>
        </p:sp>
        <p:sp>
          <p:nvSpPr>
            <p:cNvPr id="446" name="Google Shape;446;p38"/>
            <p:cNvSpPr txBox="1"/>
            <p:nvPr/>
          </p:nvSpPr>
          <p:spPr>
            <a:xfrm>
              <a:off x="152400" y="619125"/>
              <a:ext cx="15240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rgbClr val="D9D9D9"/>
                  </a:solidFill>
                  <a:latin typeface="Outfit Medium"/>
                  <a:ea typeface="Outfit Medium"/>
                  <a:cs typeface="Outfit Medium"/>
                  <a:sym typeface="Outfit Medium"/>
                </a:rPr>
                <a:t>Providers connect the same workflow to different cloud APIs.</a:t>
              </a:r>
              <a:endParaRPr b="0">
                <a:solidFill>
                  <a:srgbClr val="D9D9D9"/>
                </a:solidFill>
                <a:latin typeface="Outfit Medium"/>
                <a:ea typeface="Outfit Medium"/>
                <a:cs typeface="Outfit Medium"/>
                <a:sym typeface="Outfit Medium"/>
              </a:endParaRPr>
            </a:p>
          </p:txBody>
        </p:sp>
      </p:grpSp>
      <p:grpSp>
        <p:nvGrpSpPr>
          <p:cNvPr id="447" name="Google Shape;447;p38"/>
          <p:cNvGrpSpPr/>
          <p:nvPr/>
        </p:nvGrpSpPr>
        <p:grpSpPr>
          <a:xfrm>
            <a:off x="6677025" y="1428750"/>
            <a:ext cx="1828800" cy="2476500"/>
            <a:chOff x="0" y="0"/>
            <a:chExt cx="1828800" cy="2476500"/>
          </a:xfrm>
        </p:grpSpPr>
        <p:sp>
          <p:nvSpPr>
            <p:cNvPr id="448" name="Google Shape;448;p38"/>
            <p:cNvSpPr/>
            <p:nvPr/>
          </p:nvSpPr>
          <p:spPr>
            <a:xfrm>
              <a:off x="0" y="0"/>
              <a:ext cx="1828800" cy="2476500"/>
            </a:xfrm>
            <a:prstGeom prst="roundRect">
              <a:avLst>
                <a:gd fmla="val 5208" name="adj"/>
              </a:avLst>
            </a:prstGeom>
            <a:solidFill>
              <a:srgbClr val="111B38"/>
            </a:solidFill>
            <a:ln cap="flat" cmpd="sng" w="14300">
              <a:solidFill>
                <a:srgbClr val="F7941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9" name="Google Shape;449;p38"/>
            <p:cNvSpPr txBox="1"/>
            <p:nvPr/>
          </p:nvSpPr>
          <p:spPr>
            <a:xfrm>
              <a:off x="152400" y="190500"/>
              <a:ext cx="1524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8">
                  <a:solidFill>
                    <a:srgbClr val="F7941D"/>
                  </a:solidFill>
                  <a:latin typeface="Outfit ExtraBold"/>
                  <a:ea typeface="Outfit ExtraBold"/>
                  <a:cs typeface="Outfit ExtraBold"/>
                  <a:sym typeface="Outfit ExtraBold"/>
                </a:rPr>
                <a:t>Execution Plan</a:t>
              </a:r>
              <a:endParaRPr b="0" sz="1258">
                <a:solidFill>
                  <a:srgbClr val="F7941D"/>
                </a:solidFill>
                <a:latin typeface="Outfit ExtraBold"/>
                <a:ea typeface="Outfit ExtraBold"/>
                <a:cs typeface="Outfit ExtraBold"/>
                <a:sym typeface="Outfit ExtraBold"/>
              </a:endParaRPr>
            </a:p>
          </p:txBody>
        </p:sp>
        <p:sp>
          <p:nvSpPr>
            <p:cNvPr id="450" name="Google Shape;450;p38"/>
            <p:cNvSpPr txBox="1"/>
            <p:nvPr/>
          </p:nvSpPr>
          <p:spPr>
            <a:xfrm>
              <a:off x="152400" y="619125"/>
              <a:ext cx="15240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rgbClr val="D9D9D9"/>
                  </a:solidFill>
                  <a:latin typeface="Outfit Medium"/>
                  <a:ea typeface="Outfit Medium"/>
                  <a:cs typeface="Outfit Medium"/>
                  <a:sym typeface="Outfit Medium"/>
                </a:rPr>
                <a:t>Review proposed creations, updates and deletions before applying.</a:t>
              </a:r>
              <a:endParaRPr b="0">
                <a:solidFill>
                  <a:srgbClr val="D9D9D9"/>
                </a:solidFill>
                <a:latin typeface="Outfit Medium"/>
                <a:ea typeface="Outfit Medium"/>
                <a:cs typeface="Outfit Medium"/>
                <a:sym typeface="Outfit Medium"/>
              </a:endParaRPr>
            </a:p>
          </p:txBody>
        </p:sp>
      </p:grpSp>
      <p:pic>
        <p:nvPicPr>
          <p:cNvPr id="451" name="Google Shape;451;p38"/>
          <p:cNvPicPr preferRelativeResize="0"/>
          <p:nvPr/>
        </p:nvPicPr>
        <p:blipFill>
          <a:blip r:embed="rId6">
            <a:alphaModFix/>
          </a:blip>
          <a:stretch>
            <a:fillRect/>
          </a:stretch>
        </p:blipFill>
        <p:spPr>
          <a:xfrm>
            <a:off x="7829681" y="141564"/>
            <a:ext cx="1157025" cy="11570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39"/>
          <p:cNvSpPr txBox="1"/>
          <p:nvPr>
            <p:ph type="title"/>
          </p:nvPr>
        </p:nvSpPr>
        <p:spPr>
          <a:xfrm>
            <a:off x="866675" y="360750"/>
            <a:ext cx="60423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800"/>
              <a:t>Infrastructure as Code</a:t>
            </a:r>
            <a:endParaRPr sz="2800"/>
          </a:p>
        </p:txBody>
      </p:sp>
      <p:grpSp>
        <p:nvGrpSpPr>
          <p:cNvPr id="456" name="Google Shape;456;p39"/>
          <p:cNvGrpSpPr/>
          <p:nvPr/>
        </p:nvGrpSpPr>
        <p:grpSpPr>
          <a:xfrm>
            <a:off x="1464131" y="1786503"/>
            <a:ext cx="420539" cy="401186"/>
            <a:chOff x="1757388" y="1858738"/>
            <a:chExt cx="370225" cy="353250"/>
          </a:xfrm>
        </p:grpSpPr>
        <p:sp>
          <p:nvSpPr>
            <p:cNvPr id="457" name="Google Shape;457;p39"/>
            <p:cNvSpPr/>
            <p:nvPr/>
          </p:nvSpPr>
          <p:spPr>
            <a:xfrm>
              <a:off x="1771388" y="1937063"/>
              <a:ext cx="339975" cy="255050"/>
            </a:xfrm>
            <a:custGeom>
              <a:rect b="b" l="l" r="r" t="t"/>
              <a:pathLst>
                <a:path extrusionOk="0" h="10202" w="13599">
                  <a:moveTo>
                    <a:pt x="1066" y="1"/>
                  </a:moveTo>
                  <a:cubicBezTo>
                    <a:pt x="478" y="1"/>
                    <a:pt x="0" y="478"/>
                    <a:pt x="0" y="1066"/>
                  </a:cubicBezTo>
                  <a:lnTo>
                    <a:pt x="0" y="9405"/>
                  </a:lnTo>
                  <a:lnTo>
                    <a:pt x="6799" y="10201"/>
                  </a:lnTo>
                  <a:lnTo>
                    <a:pt x="13599" y="9405"/>
                  </a:lnTo>
                  <a:lnTo>
                    <a:pt x="13599" y="1067"/>
                  </a:lnTo>
                  <a:cubicBezTo>
                    <a:pt x="13599" y="478"/>
                    <a:pt x="13121" y="1"/>
                    <a:pt x="1253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9"/>
            <p:cNvSpPr/>
            <p:nvPr/>
          </p:nvSpPr>
          <p:spPr>
            <a:xfrm>
              <a:off x="1757388" y="2172163"/>
              <a:ext cx="367950" cy="39825"/>
            </a:xfrm>
            <a:custGeom>
              <a:rect b="b" l="l" r="r" t="t"/>
              <a:pathLst>
                <a:path extrusionOk="0" h="1593" w="14718">
                  <a:moveTo>
                    <a:pt x="416" y="1"/>
                  </a:moveTo>
                  <a:cubicBezTo>
                    <a:pt x="175" y="1"/>
                    <a:pt x="0" y="232"/>
                    <a:pt x="66" y="464"/>
                  </a:cubicBezTo>
                  <a:lnTo>
                    <a:pt x="130" y="692"/>
                  </a:lnTo>
                  <a:cubicBezTo>
                    <a:pt x="280" y="1224"/>
                    <a:pt x="766" y="1593"/>
                    <a:pt x="1319" y="1593"/>
                  </a:cubicBezTo>
                  <a:lnTo>
                    <a:pt x="13400" y="1593"/>
                  </a:lnTo>
                  <a:cubicBezTo>
                    <a:pt x="13953" y="1593"/>
                    <a:pt x="14439" y="1224"/>
                    <a:pt x="14587" y="692"/>
                  </a:cubicBezTo>
                  <a:lnTo>
                    <a:pt x="14652" y="464"/>
                  </a:lnTo>
                  <a:cubicBezTo>
                    <a:pt x="14717" y="232"/>
                    <a:pt x="14542" y="1"/>
                    <a:pt x="1430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9"/>
            <p:cNvSpPr/>
            <p:nvPr/>
          </p:nvSpPr>
          <p:spPr>
            <a:xfrm>
              <a:off x="1771338" y="1937063"/>
              <a:ext cx="354000" cy="274925"/>
            </a:xfrm>
            <a:custGeom>
              <a:rect b="b" l="l" r="r" t="t"/>
              <a:pathLst>
                <a:path extrusionOk="0" h="10997" w="14160">
                  <a:moveTo>
                    <a:pt x="11072" y="1"/>
                  </a:moveTo>
                  <a:cubicBezTo>
                    <a:pt x="11660" y="1"/>
                    <a:pt x="12139" y="478"/>
                    <a:pt x="12139" y="1067"/>
                  </a:cubicBezTo>
                  <a:lnTo>
                    <a:pt x="12139" y="8661"/>
                  </a:lnTo>
                  <a:cubicBezTo>
                    <a:pt x="12139" y="8848"/>
                    <a:pt x="11988" y="9000"/>
                    <a:pt x="11800" y="9000"/>
                  </a:cubicBezTo>
                  <a:lnTo>
                    <a:pt x="1" y="9000"/>
                  </a:lnTo>
                  <a:lnTo>
                    <a:pt x="1" y="9405"/>
                  </a:lnTo>
                  <a:lnTo>
                    <a:pt x="12355" y="9405"/>
                  </a:lnTo>
                  <a:cubicBezTo>
                    <a:pt x="12596" y="9405"/>
                    <a:pt x="12771" y="9636"/>
                    <a:pt x="12705" y="9868"/>
                  </a:cubicBezTo>
                  <a:lnTo>
                    <a:pt x="12640" y="10096"/>
                  </a:lnTo>
                  <a:cubicBezTo>
                    <a:pt x="12491" y="10628"/>
                    <a:pt x="12005" y="10997"/>
                    <a:pt x="11453" y="10997"/>
                  </a:cubicBezTo>
                  <a:lnTo>
                    <a:pt x="12842" y="10997"/>
                  </a:lnTo>
                  <a:cubicBezTo>
                    <a:pt x="13395" y="10997"/>
                    <a:pt x="13881" y="10628"/>
                    <a:pt x="14029" y="10096"/>
                  </a:cubicBezTo>
                  <a:lnTo>
                    <a:pt x="14094" y="9868"/>
                  </a:lnTo>
                  <a:cubicBezTo>
                    <a:pt x="14159" y="9636"/>
                    <a:pt x="13986" y="9405"/>
                    <a:pt x="13744" y="9405"/>
                  </a:cubicBezTo>
                  <a:lnTo>
                    <a:pt x="13601" y="9405"/>
                  </a:lnTo>
                  <a:lnTo>
                    <a:pt x="13601" y="1067"/>
                  </a:lnTo>
                  <a:cubicBezTo>
                    <a:pt x="13601" y="478"/>
                    <a:pt x="13123" y="1"/>
                    <a:pt x="1253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9"/>
            <p:cNvSpPr/>
            <p:nvPr/>
          </p:nvSpPr>
          <p:spPr>
            <a:xfrm>
              <a:off x="1890388" y="2172163"/>
              <a:ext cx="101950" cy="19950"/>
            </a:xfrm>
            <a:custGeom>
              <a:rect b="b" l="l" r="r" t="t"/>
              <a:pathLst>
                <a:path extrusionOk="0" h="798" w="4078">
                  <a:moveTo>
                    <a:pt x="0" y="1"/>
                  </a:moveTo>
                  <a:lnTo>
                    <a:pt x="0" y="299"/>
                  </a:lnTo>
                  <a:cubicBezTo>
                    <a:pt x="0" y="573"/>
                    <a:pt x="223" y="797"/>
                    <a:pt x="499" y="797"/>
                  </a:cubicBezTo>
                  <a:lnTo>
                    <a:pt x="3580" y="797"/>
                  </a:lnTo>
                  <a:cubicBezTo>
                    <a:pt x="3855" y="797"/>
                    <a:pt x="4077" y="573"/>
                    <a:pt x="4077" y="299"/>
                  </a:cubicBezTo>
                  <a:lnTo>
                    <a:pt x="4077" y="1"/>
                  </a:ln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9"/>
            <p:cNvSpPr/>
            <p:nvPr/>
          </p:nvSpPr>
          <p:spPr>
            <a:xfrm>
              <a:off x="1793388" y="1959113"/>
              <a:ext cx="295925" cy="191025"/>
            </a:xfrm>
            <a:custGeom>
              <a:rect b="b" l="l" r="r" t="t"/>
              <a:pathLst>
                <a:path extrusionOk="0" h="7641" w="11837">
                  <a:moveTo>
                    <a:pt x="769" y="1"/>
                  </a:moveTo>
                  <a:cubicBezTo>
                    <a:pt x="345" y="1"/>
                    <a:pt x="1" y="344"/>
                    <a:pt x="1" y="768"/>
                  </a:cubicBezTo>
                  <a:lnTo>
                    <a:pt x="1" y="6874"/>
                  </a:lnTo>
                  <a:cubicBezTo>
                    <a:pt x="1" y="7298"/>
                    <a:pt x="345" y="7641"/>
                    <a:pt x="769" y="7641"/>
                  </a:cubicBezTo>
                  <a:lnTo>
                    <a:pt x="11070" y="7641"/>
                  </a:lnTo>
                  <a:cubicBezTo>
                    <a:pt x="11134" y="7641"/>
                    <a:pt x="11197" y="7632"/>
                    <a:pt x="11257" y="7618"/>
                  </a:cubicBezTo>
                  <a:cubicBezTo>
                    <a:pt x="11334" y="7599"/>
                    <a:pt x="11407" y="7568"/>
                    <a:pt x="11473" y="7526"/>
                  </a:cubicBezTo>
                  <a:cubicBezTo>
                    <a:pt x="11691" y="7392"/>
                    <a:pt x="11837" y="7149"/>
                    <a:pt x="11837" y="6874"/>
                  </a:cubicBezTo>
                  <a:lnTo>
                    <a:pt x="11837" y="768"/>
                  </a:lnTo>
                  <a:cubicBezTo>
                    <a:pt x="11837" y="491"/>
                    <a:pt x="11690" y="248"/>
                    <a:pt x="11470" y="114"/>
                  </a:cubicBezTo>
                  <a:cubicBezTo>
                    <a:pt x="11401" y="72"/>
                    <a:pt x="11324" y="40"/>
                    <a:pt x="11245" y="20"/>
                  </a:cubicBezTo>
                  <a:cubicBezTo>
                    <a:pt x="11187" y="8"/>
                    <a:pt x="11130" y="1"/>
                    <a:pt x="110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9"/>
            <p:cNvSpPr/>
            <p:nvPr/>
          </p:nvSpPr>
          <p:spPr>
            <a:xfrm>
              <a:off x="2074488" y="1959613"/>
              <a:ext cx="14825" cy="189975"/>
            </a:xfrm>
            <a:custGeom>
              <a:rect b="b" l="l" r="r" t="t"/>
              <a:pathLst>
                <a:path extrusionOk="0" h="7599" w="593">
                  <a:moveTo>
                    <a:pt x="1" y="0"/>
                  </a:moveTo>
                  <a:lnTo>
                    <a:pt x="1" y="0"/>
                  </a:lnTo>
                  <a:cubicBezTo>
                    <a:pt x="8" y="53"/>
                    <a:pt x="13" y="109"/>
                    <a:pt x="13" y="164"/>
                  </a:cubicBezTo>
                  <a:lnTo>
                    <a:pt x="13" y="7598"/>
                  </a:lnTo>
                  <a:cubicBezTo>
                    <a:pt x="90" y="7579"/>
                    <a:pt x="163" y="7548"/>
                    <a:pt x="229" y="7506"/>
                  </a:cubicBezTo>
                  <a:cubicBezTo>
                    <a:pt x="447" y="7372"/>
                    <a:pt x="593" y="7129"/>
                    <a:pt x="593" y="6854"/>
                  </a:cubicBezTo>
                  <a:lnTo>
                    <a:pt x="593" y="748"/>
                  </a:lnTo>
                  <a:cubicBezTo>
                    <a:pt x="593" y="471"/>
                    <a:pt x="446" y="228"/>
                    <a:pt x="226" y="94"/>
                  </a:cubicBezTo>
                  <a:cubicBezTo>
                    <a:pt x="157" y="51"/>
                    <a:pt x="80" y="20"/>
                    <a:pt x="1" y="0"/>
                  </a:cubicBezTo>
                  <a:close/>
                </a:path>
              </a:pathLst>
            </a:custGeom>
            <a:solidFill>
              <a:srgbClr val="878787">
                <a:alpha val="13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9"/>
            <p:cNvSpPr/>
            <p:nvPr/>
          </p:nvSpPr>
          <p:spPr>
            <a:xfrm>
              <a:off x="1825063" y="1996763"/>
              <a:ext cx="232600" cy="153375"/>
            </a:xfrm>
            <a:custGeom>
              <a:rect b="b" l="l" r="r" t="t"/>
              <a:pathLst>
                <a:path extrusionOk="0" h="6135" w="9304">
                  <a:moveTo>
                    <a:pt x="4652" y="1"/>
                  </a:moveTo>
                  <a:cubicBezTo>
                    <a:pt x="4383" y="1"/>
                    <a:pt x="4114" y="142"/>
                    <a:pt x="3978" y="424"/>
                  </a:cubicBezTo>
                  <a:lnTo>
                    <a:pt x="2370" y="3777"/>
                  </a:lnTo>
                  <a:lnTo>
                    <a:pt x="909" y="2822"/>
                  </a:lnTo>
                  <a:cubicBezTo>
                    <a:pt x="813" y="2759"/>
                    <a:pt x="709" y="2731"/>
                    <a:pt x="608" y="2731"/>
                  </a:cubicBezTo>
                  <a:cubicBezTo>
                    <a:pt x="289" y="2731"/>
                    <a:pt x="0" y="3015"/>
                    <a:pt x="61" y="3377"/>
                  </a:cubicBezTo>
                  <a:lnTo>
                    <a:pt x="519" y="6135"/>
                  </a:lnTo>
                  <a:lnTo>
                    <a:pt x="8785" y="6135"/>
                  </a:lnTo>
                  <a:lnTo>
                    <a:pt x="9244" y="3377"/>
                  </a:lnTo>
                  <a:cubicBezTo>
                    <a:pt x="9304" y="3015"/>
                    <a:pt x="9015" y="2731"/>
                    <a:pt x="8696" y="2731"/>
                  </a:cubicBezTo>
                  <a:cubicBezTo>
                    <a:pt x="8595" y="2731"/>
                    <a:pt x="8491" y="2759"/>
                    <a:pt x="8394" y="2822"/>
                  </a:cubicBezTo>
                  <a:lnTo>
                    <a:pt x="6935" y="3777"/>
                  </a:lnTo>
                  <a:lnTo>
                    <a:pt x="5325" y="424"/>
                  </a:lnTo>
                  <a:cubicBezTo>
                    <a:pt x="5190" y="142"/>
                    <a:pt x="4921" y="1"/>
                    <a:pt x="4652" y="1"/>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9"/>
            <p:cNvSpPr/>
            <p:nvPr/>
          </p:nvSpPr>
          <p:spPr>
            <a:xfrm>
              <a:off x="1880963" y="2070463"/>
              <a:ext cx="120800" cy="79675"/>
            </a:xfrm>
            <a:custGeom>
              <a:rect b="b" l="l" r="r" t="t"/>
              <a:pathLst>
                <a:path extrusionOk="0" h="3187" w="4832">
                  <a:moveTo>
                    <a:pt x="2416" y="1"/>
                  </a:moveTo>
                  <a:cubicBezTo>
                    <a:pt x="2276" y="1"/>
                    <a:pt x="2136" y="74"/>
                    <a:pt x="2066" y="221"/>
                  </a:cubicBezTo>
                  <a:lnTo>
                    <a:pt x="1231" y="1963"/>
                  </a:lnTo>
                  <a:lnTo>
                    <a:pt x="473" y="1467"/>
                  </a:lnTo>
                  <a:cubicBezTo>
                    <a:pt x="422" y="1434"/>
                    <a:pt x="368" y="1419"/>
                    <a:pt x="315" y="1419"/>
                  </a:cubicBezTo>
                  <a:cubicBezTo>
                    <a:pt x="150" y="1419"/>
                    <a:pt x="1" y="1567"/>
                    <a:pt x="31" y="1755"/>
                  </a:cubicBezTo>
                  <a:lnTo>
                    <a:pt x="270" y="3187"/>
                  </a:lnTo>
                  <a:lnTo>
                    <a:pt x="4562" y="3187"/>
                  </a:lnTo>
                  <a:lnTo>
                    <a:pt x="4800" y="1755"/>
                  </a:lnTo>
                  <a:cubicBezTo>
                    <a:pt x="4832" y="1567"/>
                    <a:pt x="4682" y="1419"/>
                    <a:pt x="4517" y="1419"/>
                  </a:cubicBezTo>
                  <a:cubicBezTo>
                    <a:pt x="4464" y="1419"/>
                    <a:pt x="4410" y="1434"/>
                    <a:pt x="4359" y="1467"/>
                  </a:cubicBezTo>
                  <a:lnTo>
                    <a:pt x="3602" y="1963"/>
                  </a:lnTo>
                  <a:lnTo>
                    <a:pt x="2766" y="221"/>
                  </a:lnTo>
                  <a:cubicBezTo>
                    <a:pt x="2696" y="74"/>
                    <a:pt x="2556" y="1"/>
                    <a:pt x="2416" y="1"/>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9"/>
            <p:cNvSpPr/>
            <p:nvPr/>
          </p:nvSpPr>
          <p:spPr>
            <a:xfrm>
              <a:off x="1978863" y="1858738"/>
              <a:ext cx="148750" cy="126400"/>
            </a:xfrm>
            <a:custGeom>
              <a:rect b="b" l="l" r="r" t="t"/>
              <a:pathLst>
                <a:path extrusionOk="0" h="5056" w="5950">
                  <a:moveTo>
                    <a:pt x="2975" y="0"/>
                  </a:moveTo>
                  <a:cubicBezTo>
                    <a:pt x="2784" y="0"/>
                    <a:pt x="2592" y="95"/>
                    <a:pt x="2483" y="285"/>
                  </a:cubicBezTo>
                  <a:lnTo>
                    <a:pt x="219" y="4203"/>
                  </a:lnTo>
                  <a:cubicBezTo>
                    <a:pt x="1" y="4583"/>
                    <a:pt x="274" y="5056"/>
                    <a:pt x="712" y="5056"/>
                  </a:cubicBezTo>
                  <a:lnTo>
                    <a:pt x="5238" y="5056"/>
                  </a:lnTo>
                  <a:cubicBezTo>
                    <a:pt x="5675" y="5056"/>
                    <a:pt x="5949" y="4583"/>
                    <a:pt x="5730" y="4203"/>
                  </a:cubicBezTo>
                  <a:lnTo>
                    <a:pt x="3467" y="285"/>
                  </a:lnTo>
                  <a:cubicBezTo>
                    <a:pt x="3358" y="95"/>
                    <a:pt x="3167" y="0"/>
                    <a:pt x="2975" y="0"/>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9"/>
            <p:cNvSpPr/>
            <p:nvPr/>
          </p:nvSpPr>
          <p:spPr>
            <a:xfrm>
              <a:off x="2042313" y="1858738"/>
              <a:ext cx="85300" cy="126400"/>
            </a:xfrm>
            <a:custGeom>
              <a:rect b="b" l="l" r="r" t="t"/>
              <a:pathLst>
                <a:path extrusionOk="0" h="5056" w="3412">
                  <a:moveTo>
                    <a:pt x="437" y="0"/>
                  </a:moveTo>
                  <a:cubicBezTo>
                    <a:pt x="275" y="0"/>
                    <a:pt x="113" y="68"/>
                    <a:pt x="1" y="203"/>
                  </a:cubicBezTo>
                  <a:cubicBezTo>
                    <a:pt x="21" y="229"/>
                    <a:pt x="40" y="255"/>
                    <a:pt x="57" y="285"/>
                  </a:cubicBezTo>
                  <a:lnTo>
                    <a:pt x="2319" y="4203"/>
                  </a:lnTo>
                  <a:cubicBezTo>
                    <a:pt x="2539" y="4583"/>
                    <a:pt x="2265" y="5056"/>
                    <a:pt x="1828" y="5056"/>
                  </a:cubicBezTo>
                  <a:lnTo>
                    <a:pt x="2700" y="5056"/>
                  </a:lnTo>
                  <a:cubicBezTo>
                    <a:pt x="3137" y="5056"/>
                    <a:pt x="3411" y="4583"/>
                    <a:pt x="3192" y="4203"/>
                  </a:cubicBezTo>
                  <a:lnTo>
                    <a:pt x="929" y="285"/>
                  </a:lnTo>
                  <a:cubicBezTo>
                    <a:pt x="819" y="95"/>
                    <a:pt x="628" y="0"/>
                    <a:pt x="437"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9"/>
            <p:cNvSpPr/>
            <p:nvPr/>
          </p:nvSpPr>
          <p:spPr>
            <a:xfrm>
              <a:off x="2041163" y="1887513"/>
              <a:ext cx="24150" cy="53675"/>
            </a:xfrm>
            <a:custGeom>
              <a:rect b="b" l="l" r="r" t="t"/>
              <a:pathLst>
                <a:path extrusionOk="0" h="2147" w="966">
                  <a:moveTo>
                    <a:pt x="482" y="0"/>
                  </a:moveTo>
                  <a:cubicBezTo>
                    <a:pt x="216" y="0"/>
                    <a:pt x="1" y="217"/>
                    <a:pt x="1" y="483"/>
                  </a:cubicBezTo>
                  <a:lnTo>
                    <a:pt x="1" y="1663"/>
                  </a:lnTo>
                  <a:cubicBezTo>
                    <a:pt x="1" y="1931"/>
                    <a:pt x="216" y="2146"/>
                    <a:pt x="482" y="2146"/>
                  </a:cubicBezTo>
                  <a:cubicBezTo>
                    <a:pt x="750" y="2146"/>
                    <a:pt x="965" y="1931"/>
                    <a:pt x="965" y="1663"/>
                  </a:cubicBezTo>
                  <a:lnTo>
                    <a:pt x="965" y="483"/>
                  </a:ln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9"/>
            <p:cNvSpPr/>
            <p:nvPr/>
          </p:nvSpPr>
          <p:spPr>
            <a:xfrm>
              <a:off x="2041163" y="1948513"/>
              <a:ext cx="24150" cy="24150"/>
            </a:xfrm>
            <a:custGeom>
              <a:rect b="b" l="l" r="r" t="t"/>
              <a:pathLst>
                <a:path extrusionOk="0" h="966" w="966">
                  <a:moveTo>
                    <a:pt x="482" y="0"/>
                  </a:moveTo>
                  <a:cubicBezTo>
                    <a:pt x="216" y="0"/>
                    <a:pt x="1" y="217"/>
                    <a:pt x="1" y="483"/>
                  </a:cubicBezTo>
                  <a:lnTo>
                    <a:pt x="1" y="531"/>
                  </a:lnTo>
                  <a:cubicBezTo>
                    <a:pt x="1" y="772"/>
                    <a:pt x="194" y="965"/>
                    <a:pt x="435" y="965"/>
                  </a:cubicBezTo>
                  <a:lnTo>
                    <a:pt x="482" y="965"/>
                  </a:lnTo>
                  <a:cubicBezTo>
                    <a:pt x="750" y="965"/>
                    <a:pt x="965" y="750"/>
                    <a:pt x="965" y="483"/>
                  </a:cubicBez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9" name="Google Shape;469;p39"/>
          <p:cNvGrpSpPr/>
          <p:nvPr/>
        </p:nvGrpSpPr>
        <p:grpSpPr>
          <a:xfrm>
            <a:off x="4369781" y="1779636"/>
            <a:ext cx="404437" cy="414928"/>
            <a:chOff x="4393975" y="1891863"/>
            <a:chExt cx="356050" cy="365350"/>
          </a:xfrm>
        </p:grpSpPr>
        <p:sp>
          <p:nvSpPr>
            <p:cNvPr id="470" name="Google Shape;470;p39"/>
            <p:cNvSpPr/>
            <p:nvPr/>
          </p:nvSpPr>
          <p:spPr>
            <a:xfrm>
              <a:off x="4393975" y="1891863"/>
              <a:ext cx="226075" cy="217200"/>
            </a:xfrm>
            <a:custGeom>
              <a:rect b="b" l="l" r="r" t="t"/>
              <a:pathLst>
                <a:path extrusionOk="0" h="8688" w="9043">
                  <a:moveTo>
                    <a:pt x="4156" y="0"/>
                  </a:moveTo>
                  <a:cubicBezTo>
                    <a:pt x="4101" y="0"/>
                    <a:pt x="4047" y="2"/>
                    <a:pt x="3992" y="4"/>
                  </a:cubicBezTo>
                  <a:cubicBezTo>
                    <a:pt x="3480" y="26"/>
                    <a:pt x="2963" y="158"/>
                    <a:pt x="2476" y="409"/>
                  </a:cubicBezTo>
                  <a:cubicBezTo>
                    <a:pt x="685" y="1334"/>
                    <a:pt x="1" y="3552"/>
                    <a:pt x="898" y="5358"/>
                  </a:cubicBezTo>
                  <a:lnTo>
                    <a:pt x="2553" y="8687"/>
                  </a:lnTo>
                  <a:lnTo>
                    <a:pt x="3984" y="7976"/>
                  </a:lnTo>
                  <a:lnTo>
                    <a:pt x="2304" y="4596"/>
                  </a:lnTo>
                  <a:cubicBezTo>
                    <a:pt x="1787" y="3557"/>
                    <a:pt x="2227" y="2288"/>
                    <a:pt x="3284" y="1793"/>
                  </a:cubicBezTo>
                  <a:cubicBezTo>
                    <a:pt x="3513" y="1686"/>
                    <a:pt x="3753" y="1625"/>
                    <a:pt x="3992" y="1607"/>
                  </a:cubicBezTo>
                  <a:cubicBezTo>
                    <a:pt x="4042" y="1603"/>
                    <a:pt x="4093" y="1602"/>
                    <a:pt x="4143" y="1602"/>
                  </a:cubicBezTo>
                  <a:cubicBezTo>
                    <a:pt x="4920" y="1602"/>
                    <a:pt x="5669" y="2044"/>
                    <a:pt x="6038" y="2785"/>
                  </a:cubicBezTo>
                  <a:lnTo>
                    <a:pt x="7501" y="5730"/>
                  </a:lnTo>
                  <a:cubicBezTo>
                    <a:pt x="7579" y="5888"/>
                    <a:pt x="7737" y="5978"/>
                    <a:pt x="7901" y="5978"/>
                  </a:cubicBezTo>
                  <a:cubicBezTo>
                    <a:pt x="7968" y="5978"/>
                    <a:pt x="8035" y="5963"/>
                    <a:pt x="8098" y="5932"/>
                  </a:cubicBezTo>
                  <a:lnTo>
                    <a:pt x="8733" y="5617"/>
                  </a:lnTo>
                  <a:cubicBezTo>
                    <a:pt x="8952" y="5508"/>
                    <a:pt x="9042" y="5240"/>
                    <a:pt x="8933" y="5019"/>
                  </a:cubicBezTo>
                  <a:lnTo>
                    <a:pt x="7450" y="2037"/>
                  </a:lnTo>
                  <a:cubicBezTo>
                    <a:pt x="6810" y="748"/>
                    <a:pt x="5507" y="0"/>
                    <a:pt x="4156" y="0"/>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9"/>
            <p:cNvSpPr/>
            <p:nvPr/>
          </p:nvSpPr>
          <p:spPr>
            <a:xfrm>
              <a:off x="4493775" y="1891863"/>
              <a:ext cx="126275" cy="149475"/>
            </a:xfrm>
            <a:custGeom>
              <a:rect b="b" l="l" r="r" t="t"/>
              <a:pathLst>
                <a:path extrusionOk="0" h="5979" w="5051">
                  <a:moveTo>
                    <a:pt x="164" y="0"/>
                  </a:moveTo>
                  <a:cubicBezTo>
                    <a:pt x="109" y="0"/>
                    <a:pt x="55" y="2"/>
                    <a:pt x="0" y="4"/>
                  </a:cubicBezTo>
                  <a:cubicBezTo>
                    <a:pt x="24" y="28"/>
                    <a:pt x="626" y="672"/>
                    <a:pt x="0" y="1607"/>
                  </a:cubicBezTo>
                  <a:cubicBezTo>
                    <a:pt x="50" y="1603"/>
                    <a:pt x="101" y="1602"/>
                    <a:pt x="151" y="1602"/>
                  </a:cubicBezTo>
                  <a:cubicBezTo>
                    <a:pt x="928" y="1602"/>
                    <a:pt x="1677" y="2044"/>
                    <a:pt x="2046" y="2785"/>
                  </a:cubicBezTo>
                  <a:lnTo>
                    <a:pt x="3509" y="5730"/>
                  </a:lnTo>
                  <a:cubicBezTo>
                    <a:pt x="3587" y="5888"/>
                    <a:pt x="3745" y="5978"/>
                    <a:pt x="3909" y="5978"/>
                  </a:cubicBezTo>
                  <a:cubicBezTo>
                    <a:pt x="3976" y="5978"/>
                    <a:pt x="4043" y="5963"/>
                    <a:pt x="4106" y="5932"/>
                  </a:cubicBezTo>
                  <a:lnTo>
                    <a:pt x="4741" y="5617"/>
                  </a:lnTo>
                  <a:cubicBezTo>
                    <a:pt x="4960" y="5508"/>
                    <a:pt x="5050" y="5240"/>
                    <a:pt x="4941" y="5019"/>
                  </a:cubicBezTo>
                  <a:lnTo>
                    <a:pt x="3458" y="2037"/>
                  </a:lnTo>
                  <a:cubicBezTo>
                    <a:pt x="2818" y="748"/>
                    <a:pt x="1515" y="0"/>
                    <a:pt x="164" y="0"/>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9"/>
            <p:cNvSpPr/>
            <p:nvPr/>
          </p:nvSpPr>
          <p:spPr>
            <a:xfrm>
              <a:off x="4425400" y="2084913"/>
              <a:ext cx="229150" cy="172300"/>
            </a:xfrm>
            <a:custGeom>
              <a:rect b="b" l="l" r="r" t="t"/>
              <a:pathLst>
                <a:path extrusionOk="0" h="6892" w="9166">
                  <a:moveTo>
                    <a:pt x="1297" y="1"/>
                  </a:moveTo>
                  <a:cubicBezTo>
                    <a:pt x="582" y="1"/>
                    <a:pt x="1" y="582"/>
                    <a:pt x="1" y="1297"/>
                  </a:cubicBezTo>
                  <a:lnTo>
                    <a:pt x="1" y="5597"/>
                  </a:lnTo>
                  <a:cubicBezTo>
                    <a:pt x="1" y="6312"/>
                    <a:pt x="580" y="6892"/>
                    <a:pt x="1297" y="6892"/>
                  </a:cubicBezTo>
                  <a:lnTo>
                    <a:pt x="7871" y="6892"/>
                  </a:lnTo>
                  <a:cubicBezTo>
                    <a:pt x="8586" y="6892"/>
                    <a:pt x="9166" y="6312"/>
                    <a:pt x="9166" y="5597"/>
                  </a:cubicBezTo>
                  <a:lnTo>
                    <a:pt x="9166" y="1297"/>
                  </a:lnTo>
                  <a:cubicBezTo>
                    <a:pt x="9166" y="582"/>
                    <a:pt x="8586" y="1"/>
                    <a:pt x="7871" y="1"/>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9"/>
            <p:cNvSpPr/>
            <p:nvPr/>
          </p:nvSpPr>
          <p:spPr>
            <a:xfrm>
              <a:off x="4583900" y="2084913"/>
              <a:ext cx="70650" cy="172300"/>
            </a:xfrm>
            <a:custGeom>
              <a:rect b="b" l="l" r="r" t="t"/>
              <a:pathLst>
                <a:path extrusionOk="0" h="6892" w="2826">
                  <a:moveTo>
                    <a:pt x="0" y="1"/>
                  </a:moveTo>
                  <a:cubicBezTo>
                    <a:pt x="716" y="1"/>
                    <a:pt x="1295" y="580"/>
                    <a:pt x="1295" y="1297"/>
                  </a:cubicBezTo>
                  <a:lnTo>
                    <a:pt x="1295" y="5595"/>
                  </a:lnTo>
                  <a:cubicBezTo>
                    <a:pt x="1295" y="6312"/>
                    <a:pt x="716" y="6892"/>
                    <a:pt x="0" y="6892"/>
                  </a:cubicBezTo>
                  <a:lnTo>
                    <a:pt x="1531" y="6892"/>
                  </a:lnTo>
                  <a:cubicBezTo>
                    <a:pt x="2246" y="6892"/>
                    <a:pt x="2826" y="6312"/>
                    <a:pt x="2826" y="5595"/>
                  </a:cubicBezTo>
                  <a:lnTo>
                    <a:pt x="2826" y="1297"/>
                  </a:lnTo>
                  <a:cubicBezTo>
                    <a:pt x="2826" y="580"/>
                    <a:pt x="2246" y="1"/>
                    <a:pt x="1531" y="1"/>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9"/>
            <p:cNvSpPr/>
            <p:nvPr/>
          </p:nvSpPr>
          <p:spPr>
            <a:xfrm>
              <a:off x="4508300" y="2120238"/>
              <a:ext cx="64775" cy="102675"/>
            </a:xfrm>
            <a:custGeom>
              <a:rect b="b" l="l" r="r" t="t"/>
              <a:pathLst>
                <a:path extrusionOk="0" h="4107" w="2591">
                  <a:moveTo>
                    <a:pt x="1267" y="0"/>
                  </a:moveTo>
                  <a:cubicBezTo>
                    <a:pt x="762" y="0"/>
                    <a:pt x="321" y="284"/>
                    <a:pt x="98" y="703"/>
                  </a:cubicBezTo>
                  <a:cubicBezTo>
                    <a:pt x="0" y="888"/>
                    <a:pt x="926" y="1099"/>
                    <a:pt x="926" y="1323"/>
                  </a:cubicBezTo>
                  <a:cubicBezTo>
                    <a:pt x="926" y="1756"/>
                    <a:pt x="1115" y="2138"/>
                    <a:pt x="1435" y="2380"/>
                  </a:cubicBezTo>
                  <a:lnTo>
                    <a:pt x="473" y="3313"/>
                  </a:lnTo>
                  <a:cubicBezTo>
                    <a:pt x="473" y="3362"/>
                    <a:pt x="479" y="3409"/>
                    <a:pt x="487" y="3456"/>
                  </a:cubicBezTo>
                  <a:cubicBezTo>
                    <a:pt x="555" y="3825"/>
                    <a:pt x="878" y="4107"/>
                    <a:pt x="1267" y="4107"/>
                  </a:cubicBezTo>
                  <a:cubicBezTo>
                    <a:pt x="1487" y="4107"/>
                    <a:pt x="1686" y="4017"/>
                    <a:pt x="1829" y="3874"/>
                  </a:cubicBezTo>
                  <a:cubicBezTo>
                    <a:pt x="1939" y="3764"/>
                    <a:pt x="2016" y="3621"/>
                    <a:pt x="2047" y="3463"/>
                  </a:cubicBezTo>
                  <a:cubicBezTo>
                    <a:pt x="2057" y="3414"/>
                    <a:pt x="2061" y="3363"/>
                    <a:pt x="2061" y="3313"/>
                  </a:cubicBezTo>
                  <a:lnTo>
                    <a:pt x="2061" y="2380"/>
                  </a:lnTo>
                  <a:cubicBezTo>
                    <a:pt x="2382" y="2138"/>
                    <a:pt x="2590" y="1756"/>
                    <a:pt x="2590" y="1323"/>
                  </a:cubicBezTo>
                  <a:cubicBezTo>
                    <a:pt x="2590" y="1059"/>
                    <a:pt x="2513" y="811"/>
                    <a:pt x="2379" y="604"/>
                  </a:cubicBezTo>
                  <a:cubicBezTo>
                    <a:pt x="2142" y="241"/>
                    <a:pt x="1733" y="0"/>
                    <a:pt x="1267" y="0"/>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9"/>
            <p:cNvSpPr/>
            <p:nvPr/>
          </p:nvSpPr>
          <p:spPr>
            <a:xfrm>
              <a:off x="4506900" y="2135313"/>
              <a:ext cx="243125" cy="71500"/>
            </a:xfrm>
            <a:custGeom>
              <a:rect b="b" l="l" r="r" t="t"/>
              <a:pathLst>
                <a:path extrusionOk="0" h="2860" w="9725">
                  <a:moveTo>
                    <a:pt x="678" y="1"/>
                  </a:moveTo>
                  <a:cubicBezTo>
                    <a:pt x="493" y="1"/>
                    <a:pt x="317" y="36"/>
                    <a:pt x="154" y="100"/>
                  </a:cubicBezTo>
                  <a:cubicBezTo>
                    <a:pt x="56" y="285"/>
                    <a:pt x="0" y="496"/>
                    <a:pt x="0" y="720"/>
                  </a:cubicBezTo>
                  <a:cubicBezTo>
                    <a:pt x="0" y="1153"/>
                    <a:pt x="209" y="1535"/>
                    <a:pt x="529" y="1777"/>
                  </a:cubicBezTo>
                  <a:lnTo>
                    <a:pt x="529" y="2710"/>
                  </a:lnTo>
                  <a:cubicBezTo>
                    <a:pt x="529" y="2759"/>
                    <a:pt x="535" y="2806"/>
                    <a:pt x="543" y="2853"/>
                  </a:cubicBezTo>
                  <a:cubicBezTo>
                    <a:pt x="587" y="2857"/>
                    <a:pt x="633" y="2860"/>
                    <a:pt x="678" y="2860"/>
                  </a:cubicBezTo>
                  <a:lnTo>
                    <a:pt x="8295" y="2860"/>
                  </a:lnTo>
                  <a:cubicBezTo>
                    <a:pt x="8690" y="2860"/>
                    <a:pt x="9047" y="2700"/>
                    <a:pt x="9306" y="2441"/>
                  </a:cubicBezTo>
                  <a:cubicBezTo>
                    <a:pt x="9565" y="2182"/>
                    <a:pt x="9725" y="1825"/>
                    <a:pt x="9725" y="1430"/>
                  </a:cubicBezTo>
                  <a:cubicBezTo>
                    <a:pt x="9725" y="640"/>
                    <a:pt x="9085" y="2"/>
                    <a:pt x="8295" y="1"/>
                  </a:cubicBezTo>
                  <a:close/>
                </a:path>
              </a:pathLst>
            </a:custGeom>
            <a:solidFill>
              <a:srgbClr val="4DC8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9"/>
            <p:cNvSpPr/>
            <p:nvPr/>
          </p:nvSpPr>
          <p:spPr>
            <a:xfrm>
              <a:off x="4506900" y="2135313"/>
              <a:ext cx="37250" cy="71500"/>
            </a:xfrm>
            <a:custGeom>
              <a:rect b="b" l="l" r="r" t="t"/>
              <a:pathLst>
                <a:path extrusionOk="0" h="2860" w="1490">
                  <a:moveTo>
                    <a:pt x="678" y="1"/>
                  </a:moveTo>
                  <a:cubicBezTo>
                    <a:pt x="493" y="1"/>
                    <a:pt x="317" y="36"/>
                    <a:pt x="154" y="100"/>
                  </a:cubicBezTo>
                  <a:cubicBezTo>
                    <a:pt x="56" y="285"/>
                    <a:pt x="0" y="496"/>
                    <a:pt x="0" y="720"/>
                  </a:cubicBezTo>
                  <a:cubicBezTo>
                    <a:pt x="0" y="1153"/>
                    <a:pt x="209" y="1535"/>
                    <a:pt x="529" y="1777"/>
                  </a:cubicBezTo>
                  <a:lnTo>
                    <a:pt x="529" y="2710"/>
                  </a:lnTo>
                  <a:cubicBezTo>
                    <a:pt x="529" y="2759"/>
                    <a:pt x="535" y="2806"/>
                    <a:pt x="543" y="2853"/>
                  </a:cubicBezTo>
                  <a:cubicBezTo>
                    <a:pt x="587" y="2857"/>
                    <a:pt x="633" y="2860"/>
                    <a:pt x="678" y="2860"/>
                  </a:cubicBezTo>
                  <a:lnTo>
                    <a:pt x="1490" y="2860"/>
                  </a:lnTo>
                  <a:cubicBezTo>
                    <a:pt x="1481" y="2811"/>
                    <a:pt x="1476" y="2760"/>
                    <a:pt x="1476" y="2710"/>
                  </a:cubicBezTo>
                  <a:lnTo>
                    <a:pt x="1476" y="1777"/>
                  </a:lnTo>
                  <a:cubicBezTo>
                    <a:pt x="1155" y="1535"/>
                    <a:pt x="947" y="1153"/>
                    <a:pt x="947" y="720"/>
                  </a:cubicBezTo>
                  <a:cubicBezTo>
                    <a:pt x="947" y="456"/>
                    <a:pt x="1025" y="208"/>
                    <a:pt x="1159" y="1"/>
                  </a:cubicBezTo>
                  <a:close/>
                </a:path>
              </a:pathLst>
            </a:custGeom>
            <a:solidFill>
              <a:srgbClr val="375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9"/>
            <p:cNvSpPr/>
            <p:nvPr/>
          </p:nvSpPr>
          <p:spPr>
            <a:xfrm>
              <a:off x="4671600" y="2135313"/>
              <a:ext cx="78425" cy="71500"/>
            </a:xfrm>
            <a:custGeom>
              <a:rect b="b" l="l" r="r" t="t"/>
              <a:pathLst>
                <a:path extrusionOk="0" h="2860" w="3137">
                  <a:moveTo>
                    <a:pt x="1" y="1"/>
                  </a:moveTo>
                  <a:cubicBezTo>
                    <a:pt x="789" y="1"/>
                    <a:pt x="1429" y="640"/>
                    <a:pt x="1429" y="1430"/>
                  </a:cubicBezTo>
                  <a:cubicBezTo>
                    <a:pt x="1429" y="1825"/>
                    <a:pt x="1269" y="2182"/>
                    <a:pt x="1010" y="2441"/>
                  </a:cubicBezTo>
                  <a:cubicBezTo>
                    <a:pt x="753" y="2699"/>
                    <a:pt x="396" y="2860"/>
                    <a:pt x="1" y="2860"/>
                  </a:cubicBezTo>
                  <a:lnTo>
                    <a:pt x="1707" y="2860"/>
                  </a:lnTo>
                  <a:cubicBezTo>
                    <a:pt x="2102" y="2860"/>
                    <a:pt x="2459" y="2700"/>
                    <a:pt x="2718" y="2441"/>
                  </a:cubicBezTo>
                  <a:cubicBezTo>
                    <a:pt x="2977" y="2182"/>
                    <a:pt x="3137" y="1825"/>
                    <a:pt x="3137" y="1430"/>
                  </a:cubicBezTo>
                  <a:cubicBezTo>
                    <a:pt x="3137" y="640"/>
                    <a:pt x="2497" y="2"/>
                    <a:pt x="1707" y="1"/>
                  </a:cubicBezTo>
                  <a:close/>
                </a:path>
              </a:pathLst>
            </a:custGeom>
            <a:solidFill>
              <a:srgbClr val="375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9"/>
            <p:cNvSpPr/>
            <p:nvPr/>
          </p:nvSpPr>
          <p:spPr>
            <a:xfrm>
              <a:off x="4528475" y="2152013"/>
              <a:ext cx="39200" cy="38100"/>
            </a:xfrm>
            <a:custGeom>
              <a:rect b="b" l="l" r="r" t="t"/>
              <a:pathLst>
                <a:path extrusionOk="0" h="1524" w="1568">
                  <a:moveTo>
                    <a:pt x="243" y="1"/>
                  </a:moveTo>
                  <a:cubicBezTo>
                    <a:pt x="186" y="1"/>
                    <a:pt x="130" y="22"/>
                    <a:pt x="86" y="65"/>
                  </a:cubicBezTo>
                  <a:cubicBezTo>
                    <a:pt x="1" y="152"/>
                    <a:pt x="1" y="292"/>
                    <a:pt x="86" y="377"/>
                  </a:cubicBezTo>
                  <a:lnTo>
                    <a:pt x="473" y="762"/>
                  </a:lnTo>
                  <a:lnTo>
                    <a:pt x="86" y="1147"/>
                  </a:lnTo>
                  <a:cubicBezTo>
                    <a:pt x="1" y="1234"/>
                    <a:pt x="1" y="1374"/>
                    <a:pt x="86" y="1459"/>
                  </a:cubicBezTo>
                  <a:cubicBezTo>
                    <a:pt x="130" y="1503"/>
                    <a:pt x="187" y="1524"/>
                    <a:pt x="243" y="1524"/>
                  </a:cubicBezTo>
                  <a:cubicBezTo>
                    <a:pt x="299" y="1524"/>
                    <a:pt x="355" y="1503"/>
                    <a:pt x="399" y="1459"/>
                  </a:cubicBezTo>
                  <a:lnTo>
                    <a:pt x="784" y="1074"/>
                  </a:lnTo>
                  <a:lnTo>
                    <a:pt x="1169" y="1459"/>
                  </a:lnTo>
                  <a:cubicBezTo>
                    <a:pt x="1212" y="1503"/>
                    <a:pt x="1269" y="1524"/>
                    <a:pt x="1325" y="1524"/>
                  </a:cubicBezTo>
                  <a:cubicBezTo>
                    <a:pt x="1381" y="1524"/>
                    <a:pt x="1437" y="1503"/>
                    <a:pt x="1481" y="1459"/>
                  </a:cubicBezTo>
                  <a:cubicBezTo>
                    <a:pt x="1568" y="1374"/>
                    <a:pt x="1568" y="1234"/>
                    <a:pt x="1481" y="1147"/>
                  </a:cubicBezTo>
                  <a:lnTo>
                    <a:pt x="1096" y="762"/>
                  </a:lnTo>
                  <a:lnTo>
                    <a:pt x="1481" y="377"/>
                  </a:lnTo>
                  <a:cubicBezTo>
                    <a:pt x="1568" y="292"/>
                    <a:pt x="1568" y="152"/>
                    <a:pt x="1481" y="65"/>
                  </a:cubicBezTo>
                  <a:cubicBezTo>
                    <a:pt x="1438" y="22"/>
                    <a:pt x="1382" y="1"/>
                    <a:pt x="1325" y="1"/>
                  </a:cubicBezTo>
                  <a:cubicBezTo>
                    <a:pt x="1269" y="1"/>
                    <a:pt x="1213" y="22"/>
                    <a:pt x="1170" y="65"/>
                  </a:cubicBezTo>
                  <a:lnTo>
                    <a:pt x="784" y="450"/>
                  </a:lnTo>
                  <a:lnTo>
                    <a:pt x="399" y="65"/>
                  </a:lnTo>
                  <a:cubicBezTo>
                    <a:pt x="356" y="22"/>
                    <a:pt x="300" y="1"/>
                    <a:pt x="2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9"/>
            <p:cNvSpPr/>
            <p:nvPr/>
          </p:nvSpPr>
          <p:spPr>
            <a:xfrm>
              <a:off x="4576800" y="2152013"/>
              <a:ext cx="39175" cy="38100"/>
            </a:xfrm>
            <a:custGeom>
              <a:rect b="b" l="l" r="r" t="t"/>
              <a:pathLst>
                <a:path extrusionOk="0" h="1524" w="1567">
                  <a:moveTo>
                    <a:pt x="242" y="1"/>
                  </a:moveTo>
                  <a:cubicBezTo>
                    <a:pt x="186" y="1"/>
                    <a:pt x="130" y="22"/>
                    <a:pt x="87" y="65"/>
                  </a:cubicBezTo>
                  <a:cubicBezTo>
                    <a:pt x="0" y="152"/>
                    <a:pt x="0" y="292"/>
                    <a:pt x="87" y="377"/>
                  </a:cubicBezTo>
                  <a:lnTo>
                    <a:pt x="472" y="762"/>
                  </a:lnTo>
                  <a:lnTo>
                    <a:pt x="87" y="1147"/>
                  </a:lnTo>
                  <a:cubicBezTo>
                    <a:pt x="0" y="1234"/>
                    <a:pt x="0" y="1374"/>
                    <a:pt x="87" y="1459"/>
                  </a:cubicBezTo>
                  <a:cubicBezTo>
                    <a:pt x="130" y="1503"/>
                    <a:pt x="186" y="1524"/>
                    <a:pt x="242" y="1524"/>
                  </a:cubicBezTo>
                  <a:cubicBezTo>
                    <a:pt x="300" y="1524"/>
                    <a:pt x="356" y="1503"/>
                    <a:pt x="399" y="1459"/>
                  </a:cubicBezTo>
                  <a:lnTo>
                    <a:pt x="784" y="1074"/>
                  </a:lnTo>
                  <a:lnTo>
                    <a:pt x="1169" y="1459"/>
                  </a:lnTo>
                  <a:cubicBezTo>
                    <a:pt x="1212" y="1503"/>
                    <a:pt x="1268" y="1524"/>
                    <a:pt x="1324" y="1524"/>
                  </a:cubicBezTo>
                  <a:cubicBezTo>
                    <a:pt x="1382" y="1524"/>
                    <a:pt x="1438" y="1503"/>
                    <a:pt x="1481" y="1459"/>
                  </a:cubicBezTo>
                  <a:cubicBezTo>
                    <a:pt x="1567" y="1374"/>
                    <a:pt x="1567" y="1234"/>
                    <a:pt x="1481" y="1147"/>
                  </a:cubicBezTo>
                  <a:lnTo>
                    <a:pt x="1096" y="762"/>
                  </a:lnTo>
                  <a:lnTo>
                    <a:pt x="1481" y="377"/>
                  </a:lnTo>
                  <a:cubicBezTo>
                    <a:pt x="1567" y="292"/>
                    <a:pt x="1567" y="152"/>
                    <a:pt x="1481" y="65"/>
                  </a:cubicBezTo>
                  <a:cubicBezTo>
                    <a:pt x="1438" y="22"/>
                    <a:pt x="1382" y="1"/>
                    <a:pt x="1325" y="1"/>
                  </a:cubicBezTo>
                  <a:cubicBezTo>
                    <a:pt x="1269" y="1"/>
                    <a:pt x="1212" y="22"/>
                    <a:pt x="1169" y="65"/>
                  </a:cubicBezTo>
                  <a:lnTo>
                    <a:pt x="784" y="450"/>
                  </a:lnTo>
                  <a:lnTo>
                    <a:pt x="399" y="65"/>
                  </a:lnTo>
                  <a:cubicBezTo>
                    <a:pt x="356" y="22"/>
                    <a:pt x="299" y="1"/>
                    <a:pt x="2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9"/>
            <p:cNvSpPr/>
            <p:nvPr/>
          </p:nvSpPr>
          <p:spPr>
            <a:xfrm>
              <a:off x="4625125" y="2152013"/>
              <a:ext cx="39200" cy="38100"/>
            </a:xfrm>
            <a:custGeom>
              <a:rect b="b" l="l" r="r" t="t"/>
              <a:pathLst>
                <a:path extrusionOk="0" h="1524" w="1568">
                  <a:moveTo>
                    <a:pt x="243" y="1"/>
                  </a:moveTo>
                  <a:cubicBezTo>
                    <a:pt x="186" y="1"/>
                    <a:pt x="130" y="22"/>
                    <a:pt x="87" y="65"/>
                  </a:cubicBezTo>
                  <a:cubicBezTo>
                    <a:pt x="1" y="152"/>
                    <a:pt x="1" y="292"/>
                    <a:pt x="87" y="377"/>
                  </a:cubicBezTo>
                  <a:lnTo>
                    <a:pt x="472" y="762"/>
                  </a:lnTo>
                  <a:lnTo>
                    <a:pt x="87" y="1147"/>
                  </a:lnTo>
                  <a:cubicBezTo>
                    <a:pt x="1" y="1234"/>
                    <a:pt x="1" y="1374"/>
                    <a:pt x="87" y="1459"/>
                  </a:cubicBezTo>
                  <a:cubicBezTo>
                    <a:pt x="129" y="1503"/>
                    <a:pt x="187" y="1524"/>
                    <a:pt x="243" y="1524"/>
                  </a:cubicBezTo>
                  <a:cubicBezTo>
                    <a:pt x="299" y="1524"/>
                    <a:pt x="356" y="1503"/>
                    <a:pt x="398" y="1459"/>
                  </a:cubicBezTo>
                  <a:lnTo>
                    <a:pt x="783" y="1074"/>
                  </a:lnTo>
                  <a:lnTo>
                    <a:pt x="1170" y="1459"/>
                  </a:lnTo>
                  <a:cubicBezTo>
                    <a:pt x="1212" y="1503"/>
                    <a:pt x="1269" y="1524"/>
                    <a:pt x="1325" y="1524"/>
                  </a:cubicBezTo>
                  <a:cubicBezTo>
                    <a:pt x="1381" y="1524"/>
                    <a:pt x="1438" y="1503"/>
                    <a:pt x="1480" y="1459"/>
                  </a:cubicBezTo>
                  <a:cubicBezTo>
                    <a:pt x="1567" y="1374"/>
                    <a:pt x="1567" y="1234"/>
                    <a:pt x="1480" y="1147"/>
                  </a:cubicBezTo>
                  <a:lnTo>
                    <a:pt x="1095" y="762"/>
                  </a:lnTo>
                  <a:lnTo>
                    <a:pt x="1480" y="377"/>
                  </a:lnTo>
                  <a:cubicBezTo>
                    <a:pt x="1567" y="292"/>
                    <a:pt x="1567" y="152"/>
                    <a:pt x="1480" y="65"/>
                  </a:cubicBezTo>
                  <a:cubicBezTo>
                    <a:pt x="1438" y="22"/>
                    <a:pt x="1381" y="1"/>
                    <a:pt x="1325" y="1"/>
                  </a:cubicBezTo>
                  <a:cubicBezTo>
                    <a:pt x="1269" y="1"/>
                    <a:pt x="1212" y="22"/>
                    <a:pt x="1170" y="65"/>
                  </a:cubicBezTo>
                  <a:lnTo>
                    <a:pt x="785" y="450"/>
                  </a:lnTo>
                  <a:lnTo>
                    <a:pt x="398" y="65"/>
                  </a:lnTo>
                  <a:cubicBezTo>
                    <a:pt x="355" y="22"/>
                    <a:pt x="299" y="1"/>
                    <a:pt x="2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9"/>
            <p:cNvSpPr/>
            <p:nvPr/>
          </p:nvSpPr>
          <p:spPr>
            <a:xfrm>
              <a:off x="4673450" y="2152013"/>
              <a:ext cx="39200" cy="38100"/>
            </a:xfrm>
            <a:custGeom>
              <a:rect b="b" l="l" r="r" t="t"/>
              <a:pathLst>
                <a:path extrusionOk="0" h="1524" w="1568">
                  <a:moveTo>
                    <a:pt x="242" y="1"/>
                  </a:moveTo>
                  <a:cubicBezTo>
                    <a:pt x="186" y="1"/>
                    <a:pt x="130" y="22"/>
                    <a:pt x="86" y="65"/>
                  </a:cubicBezTo>
                  <a:cubicBezTo>
                    <a:pt x="1" y="152"/>
                    <a:pt x="1" y="292"/>
                    <a:pt x="86" y="377"/>
                  </a:cubicBezTo>
                  <a:lnTo>
                    <a:pt x="471" y="762"/>
                  </a:lnTo>
                  <a:lnTo>
                    <a:pt x="86" y="1147"/>
                  </a:lnTo>
                  <a:cubicBezTo>
                    <a:pt x="1" y="1234"/>
                    <a:pt x="1" y="1374"/>
                    <a:pt x="86" y="1459"/>
                  </a:cubicBezTo>
                  <a:cubicBezTo>
                    <a:pt x="130" y="1503"/>
                    <a:pt x="186" y="1524"/>
                    <a:pt x="243" y="1524"/>
                  </a:cubicBezTo>
                  <a:cubicBezTo>
                    <a:pt x="299" y="1524"/>
                    <a:pt x="355" y="1503"/>
                    <a:pt x="399" y="1459"/>
                  </a:cubicBezTo>
                  <a:lnTo>
                    <a:pt x="784" y="1074"/>
                  </a:lnTo>
                  <a:lnTo>
                    <a:pt x="1169" y="1459"/>
                  </a:lnTo>
                  <a:cubicBezTo>
                    <a:pt x="1212" y="1503"/>
                    <a:pt x="1268" y="1524"/>
                    <a:pt x="1325" y="1524"/>
                  </a:cubicBezTo>
                  <a:cubicBezTo>
                    <a:pt x="1381" y="1524"/>
                    <a:pt x="1437" y="1503"/>
                    <a:pt x="1481" y="1459"/>
                  </a:cubicBezTo>
                  <a:cubicBezTo>
                    <a:pt x="1566" y="1374"/>
                    <a:pt x="1566" y="1234"/>
                    <a:pt x="1481" y="1147"/>
                  </a:cubicBezTo>
                  <a:lnTo>
                    <a:pt x="1096" y="762"/>
                  </a:lnTo>
                  <a:lnTo>
                    <a:pt x="1481" y="377"/>
                  </a:lnTo>
                  <a:cubicBezTo>
                    <a:pt x="1568" y="292"/>
                    <a:pt x="1568" y="152"/>
                    <a:pt x="1481" y="65"/>
                  </a:cubicBezTo>
                  <a:cubicBezTo>
                    <a:pt x="1438" y="22"/>
                    <a:pt x="1382" y="1"/>
                    <a:pt x="1325" y="1"/>
                  </a:cubicBezTo>
                  <a:cubicBezTo>
                    <a:pt x="1269" y="1"/>
                    <a:pt x="1212" y="22"/>
                    <a:pt x="1169" y="65"/>
                  </a:cubicBezTo>
                  <a:lnTo>
                    <a:pt x="784" y="450"/>
                  </a:lnTo>
                  <a:lnTo>
                    <a:pt x="399" y="65"/>
                  </a:lnTo>
                  <a:cubicBezTo>
                    <a:pt x="355" y="22"/>
                    <a:pt x="299" y="1"/>
                    <a:pt x="2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9"/>
            <p:cNvSpPr/>
            <p:nvPr/>
          </p:nvSpPr>
          <p:spPr>
            <a:xfrm>
              <a:off x="4657850" y="2034088"/>
              <a:ext cx="34050" cy="18325"/>
            </a:xfrm>
            <a:custGeom>
              <a:rect b="b" l="l" r="r" t="t"/>
              <a:pathLst>
                <a:path extrusionOk="0" h="733" w="1362">
                  <a:moveTo>
                    <a:pt x="1114" y="0"/>
                  </a:moveTo>
                  <a:cubicBezTo>
                    <a:pt x="1091" y="0"/>
                    <a:pt x="1067" y="4"/>
                    <a:pt x="1044" y="12"/>
                  </a:cubicBezTo>
                  <a:lnTo>
                    <a:pt x="177" y="304"/>
                  </a:lnTo>
                  <a:cubicBezTo>
                    <a:pt x="62" y="342"/>
                    <a:pt x="1" y="468"/>
                    <a:pt x="38" y="583"/>
                  </a:cubicBezTo>
                  <a:cubicBezTo>
                    <a:pt x="71" y="676"/>
                    <a:pt x="156" y="733"/>
                    <a:pt x="248" y="733"/>
                  </a:cubicBezTo>
                  <a:cubicBezTo>
                    <a:pt x="271" y="733"/>
                    <a:pt x="295" y="730"/>
                    <a:pt x="318" y="722"/>
                  </a:cubicBezTo>
                  <a:lnTo>
                    <a:pt x="1184" y="429"/>
                  </a:lnTo>
                  <a:cubicBezTo>
                    <a:pt x="1300" y="391"/>
                    <a:pt x="1361" y="265"/>
                    <a:pt x="1322" y="150"/>
                  </a:cubicBezTo>
                  <a:cubicBezTo>
                    <a:pt x="1291" y="58"/>
                    <a:pt x="1206" y="0"/>
                    <a:pt x="1114"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9"/>
            <p:cNvSpPr/>
            <p:nvPr/>
          </p:nvSpPr>
          <p:spPr>
            <a:xfrm>
              <a:off x="4657300" y="2062513"/>
              <a:ext cx="30925" cy="18725"/>
            </a:xfrm>
            <a:custGeom>
              <a:rect b="b" l="l" r="r" t="t"/>
              <a:pathLst>
                <a:path extrusionOk="0" h="749" w="1237">
                  <a:moveTo>
                    <a:pt x="251" y="1"/>
                  </a:moveTo>
                  <a:cubicBezTo>
                    <a:pt x="165" y="1"/>
                    <a:pt x="82" y="52"/>
                    <a:pt x="46" y="136"/>
                  </a:cubicBezTo>
                  <a:cubicBezTo>
                    <a:pt x="0" y="250"/>
                    <a:pt x="53" y="379"/>
                    <a:pt x="165" y="425"/>
                  </a:cubicBezTo>
                  <a:lnTo>
                    <a:pt x="900" y="731"/>
                  </a:lnTo>
                  <a:cubicBezTo>
                    <a:pt x="928" y="743"/>
                    <a:pt x="958" y="748"/>
                    <a:pt x="986" y="748"/>
                  </a:cubicBezTo>
                  <a:cubicBezTo>
                    <a:pt x="1073" y="748"/>
                    <a:pt x="1154" y="696"/>
                    <a:pt x="1189" y="612"/>
                  </a:cubicBezTo>
                  <a:cubicBezTo>
                    <a:pt x="1236" y="499"/>
                    <a:pt x="1183" y="370"/>
                    <a:pt x="1070" y="324"/>
                  </a:cubicBezTo>
                  <a:lnTo>
                    <a:pt x="335" y="17"/>
                  </a:lnTo>
                  <a:cubicBezTo>
                    <a:pt x="307" y="6"/>
                    <a:pt x="279" y="1"/>
                    <a:pt x="251" y="1"/>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9"/>
            <p:cNvSpPr/>
            <p:nvPr/>
          </p:nvSpPr>
          <p:spPr>
            <a:xfrm>
              <a:off x="4644550" y="2007663"/>
              <a:ext cx="22600" cy="28275"/>
            </a:xfrm>
            <a:custGeom>
              <a:rect b="b" l="l" r="r" t="t"/>
              <a:pathLst>
                <a:path extrusionOk="0" h="1131" w="904">
                  <a:moveTo>
                    <a:pt x="651" y="0"/>
                  </a:moveTo>
                  <a:cubicBezTo>
                    <a:pt x="575" y="0"/>
                    <a:pt x="501" y="40"/>
                    <a:pt x="460" y="110"/>
                  </a:cubicBezTo>
                  <a:lnTo>
                    <a:pt x="61" y="799"/>
                  </a:lnTo>
                  <a:cubicBezTo>
                    <a:pt x="1" y="905"/>
                    <a:pt x="36" y="1039"/>
                    <a:pt x="142" y="1101"/>
                  </a:cubicBezTo>
                  <a:cubicBezTo>
                    <a:pt x="176" y="1121"/>
                    <a:pt x="215" y="1130"/>
                    <a:pt x="251" y="1130"/>
                  </a:cubicBezTo>
                  <a:cubicBezTo>
                    <a:pt x="328" y="1130"/>
                    <a:pt x="402" y="1091"/>
                    <a:pt x="443" y="1020"/>
                  </a:cubicBezTo>
                  <a:lnTo>
                    <a:pt x="842" y="331"/>
                  </a:lnTo>
                  <a:cubicBezTo>
                    <a:pt x="904" y="226"/>
                    <a:pt x="867" y="92"/>
                    <a:pt x="762" y="30"/>
                  </a:cubicBezTo>
                  <a:cubicBezTo>
                    <a:pt x="727" y="10"/>
                    <a:pt x="689" y="0"/>
                    <a:pt x="651"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5" name="Google Shape;485;p39"/>
          <p:cNvGrpSpPr/>
          <p:nvPr/>
        </p:nvGrpSpPr>
        <p:grpSpPr>
          <a:xfrm>
            <a:off x="7164205" y="1779626"/>
            <a:ext cx="412190" cy="414956"/>
            <a:chOff x="6954600" y="1927625"/>
            <a:chExt cx="362875" cy="365375"/>
          </a:xfrm>
        </p:grpSpPr>
        <p:sp>
          <p:nvSpPr>
            <p:cNvPr id="486" name="Google Shape;486;p39"/>
            <p:cNvSpPr/>
            <p:nvPr/>
          </p:nvSpPr>
          <p:spPr>
            <a:xfrm>
              <a:off x="6954600" y="2048600"/>
              <a:ext cx="339425" cy="244400"/>
            </a:xfrm>
            <a:custGeom>
              <a:rect b="b" l="l" r="r" t="t"/>
              <a:pathLst>
                <a:path extrusionOk="0" h="9776" w="13577">
                  <a:moveTo>
                    <a:pt x="817" y="0"/>
                  </a:moveTo>
                  <a:cubicBezTo>
                    <a:pt x="366" y="0"/>
                    <a:pt x="2" y="365"/>
                    <a:pt x="2" y="815"/>
                  </a:cubicBezTo>
                  <a:lnTo>
                    <a:pt x="2" y="1624"/>
                  </a:lnTo>
                  <a:lnTo>
                    <a:pt x="1311" y="2468"/>
                  </a:lnTo>
                  <a:lnTo>
                    <a:pt x="0" y="3782"/>
                  </a:lnTo>
                  <a:lnTo>
                    <a:pt x="0" y="8960"/>
                  </a:lnTo>
                  <a:cubicBezTo>
                    <a:pt x="0" y="9411"/>
                    <a:pt x="366" y="9775"/>
                    <a:pt x="817" y="9775"/>
                  </a:cubicBezTo>
                  <a:lnTo>
                    <a:pt x="12762" y="9775"/>
                  </a:lnTo>
                  <a:cubicBezTo>
                    <a:pt x="13211" y="9775"/>
                    <a:pt x="13577" y="9411"/>
                    <a:pt x="13577" y="8960"/>
                  </a:cubicBezTo>
                  <a:lnTo>
                    <a:pt x="13577" y="3782"/>
                  </a:lnTo>
                  <a:lnTo>
                    <a:pt x="12811" y="3079"/>
                  </a:lnTo>
                  <a:lnTo>
                    <a:pt x="13577" y="1920"/>
                  </a:lnTo>
                  <a:lnTo>
                    <a:pt x="13577" y="815"/>
                  </a:lnTo>
                  <a:cubicBezTo>
                    <a:pt x="13577" y="365"/>
                    <a:pt x="13211" y="0"/>
                    <a:pt x="12762" y="0"/>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9"/>
            <p:cNvSpPr/>
            <p:nvPr/>
          </p:nvSpPr>
          <p:spPr>
            <a:xfrm>
              <a:off x="7251550" y="2048600"/>
              <a:ext cx="42475" cy="244400"/>
            </a:xfrm>
            <a:custGeom>
              <a:rect b="b" l="l" r="r" t="t"/>
              <a:pathLst>
                <a:path extrusionOk="0" h="9776" w="1699">
                  <a:moveTo>
                    <a:pt x="0" y="0"/>
                  </a:moveTo>
                  <a:cubicBezTo>
                    <a:pt x="450" y="0"/>
                    <a:pt x="815" y="365"/>
                    <a:pt x="815" y="815"/>
                  </a:cubicBezTo>
                  <a:lnTo>
                    <a:pt x="815" y="1920"/>
                  </a:lnTo>
                  <a:lnTo>
                    <a:pt x="49" y="3079"/>
                  </a:lnTo>
                  <a:lnTo>
                    <a:pt x="815" y="3782"/>
                  </a:lnTo>
                  <a:lnTo>
                    <a:pt x="815" y="8960"/>
                  </a:lnTo>
                  <a:cubicBezTo>
                    <a:pt x="815" y="9410"/>
                    <a:pt x="450" y="9775"/>
                    <a:pt x="0" y="9775"/>
                  </a:cubicBezTo>
                  <a:lnTo>
                    <a:pt x="884" y="9775"/>
                  </a:lnTo>
                  <a:cubicBezTo>
                    <a:pt x="1333" y="9775"/>
                    <a:pt x="1699" y="9411"/>
                    <a:pt x="1699" y="8960"/>
                  </a:cubicBezTo>
                  <a:lnTo>
                    <a:pt x="1699" y="3782"/>
                  </a:lnTo>
                  <a:lnTo>
                    <a:pt x="933" y="3079"/>
                  </a:lnTo>
                  <a:lnTo>
                    <a:pt x="1699" y="1920"/>
                  </a:lnTo>
                  <a:lnTo>
                    <a:pt x="1699" y="815"/>
                  </a:lnTo>
                  <a:cubicBezTo>
                    <a:pt x="1699" y="365"/>
                    <a:pt x="1333" y="0"/>
                    <a:pt x="884"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9"/>
            <p:cNvSpPr/>
            <p:nvPr/>
          </p:nvSpPr>
          <p:spPr>
            <a:xfrm>
              <a:off x="6954625" y="2089200"/>
              <a:ext cx="339400" cy="53950"/>
            </a:xfrm>
            <a:custGeom>
              <a:rect b="b" l="l" r="r" t="t"/>
              <a:pathLst>
                <a:path extrusionOk="0" h="2158" w="13576">
                  <a:moveTo>
                    <a:pt x="1" y="0"/>
                  </a:moveTo>
                  <a:lnTo>
                    <a:pt x="1" y="2158"/>
                  </a:lnTo>
                  <a:lnTo>
                    <a:pt x="13576" y="2158"/>
                  </a:lnTo>
                  <a:lnTo>
                    <a:pt x="13576" y="0"/>
                  </a:ln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9"/>
            <p:cNvSpPr/>
            <p:nvPr/>
          </p:nvSpPr>
          <p:spPr>
            <a:xfrm>
              <a:off x="7272750" y="2089200"/>
              <a:ext cx="21275" cy="53950"/>
            </a:xfrm>
            <a:custGeom>
              <a:rect b="b" l="l" r="r" t="t"/>
              <a:pathLst>
                <a:path extrusionOk="0" h="2158" w="851">
                  <a:moveTo>
                    <a:pt x="1" y="0"/>
                  </a:moveTo>
                  <a:lnTo>
                    <a:pt x="1" y="2158"/>
                  </a:lnTo>
                  <a:lnTo>
                    <a:pt x="851" y="2158"/>
                  </a:lnTo>
                  <a:lnTo>
                    <a:pt x="851" y="0"/>
                  </a:lnTo>
                  <a:close/>
                </a:path>
              </a:pathLst>
            </a:custGeom>
            <a:solidFill>
              <a:srgbClr val="596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9"/>
            <p:cNvSpPr/>
            <p:nvPr/>
          </p:nvSpPr>
          <p:spPr>
            <a:xfrm>
              <a:off x="7203525" y="1927625"/>
              <a:ext cx="101400" cy="102800"/>
            </a:xfrm>
            <a:custGeom>
              <a:rect b="b" l="l" r="r" t="t"/>
              <a:pathLst>
                <a:path extrusionOk="0" h="4112" w="4056">
                  <a:moveTo>
                    <a:pt x="2028" y="1"/>
                  </a:moveTo>
                  <a:cubicBezTo>
                    <a:pt x="911" y="1"/>
                    <a:pt x="1" y="911"/>
                    <a:pt x="1" y="2028"/>
                  </a:cubicBezTo>
                  <a:lnTo>
                    <a:pt x="1" y="4111"/>
                  </a:lnTo>
                  <a:lnTo>
                    <a:pt x="883" y="4111"/>
                  </a:lnTo>
                  <a:lnTo>
                    <a:pt x="883" y="2028"/>
                  </a:lnTo>
                  <a:cubicBezTo>
                    <a:pt x="883" y="1396"/>
                    <a:pt x="1396" y="883"/>
                    <a:pt x="2028" y="883"/>
                  </a:cubicBezTo>
                  <a:cubicBezTo>
                    <a:pt x="2249" y="883"/>
                    <a:pt x="2455" y="946"/>
                    <a:pt x="2630" y="1055"/>
                  </a:cubicBezTo>
                  <a:cubicBezTo>
                    <a:pt x="2956" y="1256"/>
                    <a:pt x="3173" y="1618"/>
                    <a:pt x="3173" y="2028"/>
                  </a:cubicBezTo>
                  <a:lnTo>
                    <a:pt x="3173" y="4111"/>
                  </a:lnTo>
                  <a:lnTo>
                    <a:pt x="4055" y="4111"/>
                  </a:lnTo>
                  <a:lnTo>
                    <a:pt x="4055" y="2028"/>
                  </a:lnTo>
                  <a:cubicBezTo>
                    <a:pt x="4055" y="1276"/>
                    <a:pt x="3644" y="618"/>
                    <a:pt x="3033" y="268"/>
                  </a:cubicBezTo>
                  <a:cubicBezTo>
                    <a:pt x="2736" y="97"/>
                    <a:pt x="2393" y="1"/>
                    <a:pt x="2028"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9"/>
            <p:cNvSpPr/>
            <p:nvPr/>
          </p:nvSpPr>
          <p:spPr>
            <a:xfrm>
              <a:off x="7269250" y="1934300"/>
              <a:ext cx="35675" cy="96125"/>
            </a:xfrm>
            <a:custGeom>
              <a:rect b="b" l="l" r="r" t="t"/>
              <a:pathLst>
                <a:path extrusionOk="0" h="3845" w="1427">
                  <a:moveTo>
                    <a:pt x="404" y="1"/>
                  </a:moveTo>
                  <a:cubicBezTo>
                    <a:pt x="408" y="18"/>
                    <a:pt x="569" y="597"/>
                    <a:pt x="1" y="788"/>
                  </a:cubicBezTo>
                  <a:cubicBezTo>
                    <a:pt x="327" y="989"/>
                    <a:pt x="544" y="1351"/>
                    <a:pt x="544" y="1761"/>
                  </a:cubicBezTo>
                  <a:lnTo>
                    <a:pt x="544" y="3844"/>
                  </a:lnTo>
                  <a:lnTo>
                    <a:pt x="1426" y="3844"/>
                  </a:lnTo>
                  <a:lnTo>
                    <a:pt x="1426" y="1761"/>
                  </a:lnTo>
                  <a:cubicBezTo>
                    <a:pt x="1426" y="1009"/>
                    <a:pt x="1015" y="351"/>
                    <a:pt x="40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9"/>
            <p:cNvSpPr/>
            <p:nvPr/>
          </p:nvSpPr>
          <p:spPr>
            <a:xfrm>
              <a:off x="7191000" y="2021075"/>
              <a:ext cx="126475" cy="95125"/>
            </a:xfrm>
            <a:custGeom>
              <a:rect b="b" l="l" r="r" t="t"/>
              <a:pathLst>
                <a:path extrusionOk="0" h="3805" w="5059">
                  <a:moveTo>
                    <a:pt x="716" y="1"/>
                  </a:moveTo>
                  <a:cubicBezTo>
                    <a:pt x="321" y="1"/>
                    <a:pt x="0" y="321"/>
                    <a:pt x="0" y="716"/>
                  </a:cubicBezTo>
                  <a:lnTo>
                    <a:pt x="0" y="3089"/>
                  </a:lnTo>
                  <a:cubicBezTo>
                    <a:pt x="0" y="3484"/>
                    <a:pt x="321" y="3805"/>
                    <a:pt x="716" y="3805"/>
                  </a:cubicBezTo>
                  <a:lnTo>
                    <a:pt x="4343" y="3805"/>
                  </a:lnTo>
                  <a:cubicBezTo>
                    <a:pt x="4738" y="3805"/>
                    <a:pt x="5059" y="3484"/>
                    <a:pt x="5059" y="3089"/>
                  </a:cubicBezTo>
                  <a:lnTo>
                    <a:pt x="5059" y="716"/>
                  </a:lnTo>
                  <a:cubicBezTo>
                    <a:pt x="5059" y="321"/>
                    <a:pt x="4738" y="1"/>
                    <a:pt x="4343" y="1"/>
                  </a:cubicBezTo>
                  <a:close/>
                </a:path>
              </a:pathLst>
            </a:custGeom>
            <a:solidFill>
              <a:srgbClr val="0E50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9"/>
            <p:cNvSpPr/>
            <p:nvPr/>
          </p:nvSpPr>
          <p:spPr>
            <a:xfrm>
              <a:off x="7278475" y="2021075"/>
              <a:ext cx="39000" cy="95125"/>
            </a:xfrm>
            <a:custGeom>
              <a:rect b="b" l="l" r="r" t="t"/>
              <a:pathLst>
                <a:path extrusionOk="0" h="3805" w="1560">
                  <a:moveTo>
                    <a:pt x="0" y="1"/>
                  </a:moveTo>
                  <a:cubicBezTo>
                    <a:pt x="395" y="1"/>
                    <a:pt x="716" y="321"/>
                    <a:pt x="716" y="716"/>
                  </a:cubicBezTo>
                  <a:lnTo>
                    <a:pt x="716" y="3089"/>
                  </a:lnTo>
                  <a:cubicBezTo>
                    <a:pt x="716" y="3484"/>
                    <a:pt x="395" y="3805"/>
                    <a:pt x="0" y="3805"/>
                  </a:cubicBezTo>
                  <a:lnTo>
                    <a:pt x="844" y="3805"/>
                  </a:lnTo>
                  <a:cubicBezTo>
                    <a:pt x="1239" y="3805"/>
                    <a:pt x="1560" y="3484"/>
                    <a:pt x="1560" y="3089"/>
                  </a:cubicBezTo>
                  <a:lnTo>
                    <a:pt x="1560" y="716"/>
                  </a:lnTo>
                  <a:cubicBezTo>
                    <a:pt x="1560" y="321"/>
                    <a:pt x="1239" y="1"/>
                    <a:pt x="8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494" name="Google Shape;494;p39"/>
            <p:cNvSpPr/>
            <p:nvPr/>
          </p:nvSpPr>
          <p:spPr>
            <a:xfrm>
              <a:off x="7239150" y="2045275"/>
              <a:ext cx="30125" cy="46700"/>
            </a:xfrm>
            <a:custGeom>
              <a:rect b="b" l="l" r="r" t="t"/>
              <a:pathLst>
                <a:path extrusionOk="0" h="1868" w="1205">
                  <a:moveTo>
                    <a:pt x="603" y="0"/>
                  </a:moveTo>
                  <a:cubicBezTo>
                    <a:pt x="271" y="0"/>
                    <a:pt x="1" y="270"/>
                    <a:pt x="1" y="602"/>
                  </a:cubicBezTo>
                  <a:cubicBezTo>
                    <a:pt x="1" y="800"/>
                    <a:pt x="96" y="973"/>
                    <a:pt x="242" y="1084"/>
                  </a:cubicBezTo>
                  <a:lnTo>
                    <a:pt x="242" y="1507"/>
                  </a:lnTo>
                  <a:cubicBezTo>
                    <a:pt x="242" y="1707"/>
                    <a:pt x="404" y="1868"/>
                    <a:pt x="603" y="1868"/>
                  </a:cubicBezTo>
                  <a:cubicBezTo>
                    <a:pt x="803" y="1868"/>
                    <a:pt x="964" y="1707"/>
                    <a:pt x="964" y="1507"/>
                  </a:cubicBezTo>
                  <a:lnTo>
                    <a:pt x="964" y="1084"/>
                  </a:lnTo>
                  <a:cubicBezTo>
                    <a:pt x="1111" y="973"/>
                    <a:pt x="1205" y="800"/>
                    <a:pt x="1205" y="602"/>
                  </a:cubicBezTo>
                  <a:cubicBezTo>
                    <a:pt x="1205" y="270"/>
                    <a:pt x="936" y="0"/>
                    <a:pt x="603" y="0"/>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9"/>
            <p:cNvSpPr/>
            <p:nvPr/>
          </p:nvSpPr>
          <p:spPr>
            <a:xfrm>
              <a:off x="6987350" y="2167550"/>
              <a:ext cx="54325" cy="20975"/>
            </a:xfrm>
            <a:custGeom>
              <a:rect b="b" l="l" r="r" t="t"/>
              <a:pathLst>
                <a:path extrusionOk="0" h="839" w="2173">
                  <a:moveTo>
                    <a:pt x="419" y="1"/>
                  </a:moveTo>
                  <a:cubicBezTo>
                    <a:pt x="188" y="1"/>
                    <a:pt x="1" y="188"/>
                    <a:pt x="1" y="419"/>
                  </a:cubicBezTo>
                  <a:cubicBezTo>
                    <a:pt x="1" y="650"/>
                    <a:pt x="188" y="838"/>
                    <a:pt x="419" y="838"/>
                  </a:cubicBezTo>
                  <a:lnTo>
                    <a:pt x="1754" y="838"/>
                  </a:lnTo>
                  <a:cubicBezTo>
                    <a:pt x="1985" y="838"/>
                    <a:pt x="2172" y="650"/>
                    <a:pt x="2172" y="419"/>
                  </a:cubicBezTo>
                  <a:cubicBezTo>
                    <a:pt x="2172" y="187"/>
                    <a:pt x="1985" y="1"/>
                    <a:pt x="175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9"/>
            <p:cNvSpPr/>
            <p:nvPr/>
          </p:nvSpPr>
          <p:spPr>
            <a:xfrm>
              <a:off x="7060550" y="2167550"/>
              <a:ext cx="54300" cy="20975"/>
            </a:xfrm>
            <a:custGeom>
              <a:rect b="b" l="l" r="r" t="t"/>
              <a:pathLst>
                <a:path extrusionOk="0" h="839" w="2172">
                  <a:moveTo>
                    <a:pt x="420" y="1"/>
                  </a:moveTo>
                  <a:cubicBezTo>
                    <a:pt x="188" y="1"/>
                    <a:pt x="0" y="188"/>
                    <a:pt x="0" y="419"/>
                  </a:cubicBezTo>
                  <a:cubicBezTo>
                    <a:pt x="0" y="650"/>
                    <a:pt x="188" y="838"/>
                    <a:pt x="420" y="838"/>
                  </a:cubicBezTo>
                  <a:lnTo>
                    <a:pt x="1753" y="838"/>
                  </a:lnTo>
                  <a:cubicBezTo>
                    <a:pt x="1984" y="838"/>
                    <a:pt x="2172" y="650"/>
                    <a:pt x="2172" y="419"/>
                  </a:cubicBezTo>
                  <a:cubicBezTo>
                    <a:pt x="2172" y="187"/>
                    <a:pt x="1984" y="1"/>
                    <a:pt x="1753"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9"/>
            <p:cNvSpPr/>
            <p:nvPr/>
          </p:nvSpPr>
          <p:spPr>
            <a:xfrm>
              <a:off x="7133775" y="2167550"/>
              <a:ext cx="54300" cy="20975"/>
            </a:xfrm>
            <a:custGeom>
              <a:rect b="b" l="l" r="r" t="t"/>
              <a:pathLst>
                <a:path extrusionOk="0" h="839" w="2172">
                  <a:moveTo>
                    <a:pt x="419" y="1"/>
                  </a:moveTo>
                  <a:cubicBezTo>
                    <a:pt x="188" y="1"/>
                    <a:pt x="0" y="188"/>
                    <a:pt x="0" y="419"/>
                  </a:cubicBezTo>
                  <a:cubicBezTo>
                    <a:pt x="0" y="650"/>
                    <a:pt x="188" y="838"/>
                    <a:pt x="419" y="838"/>
                  </a:cubicBezTo>
                  <a:lnTo>
                    <a:pt x="1753" y="838"/>
                  </a:lnTo>
                  <a:cubicBezTo>
                    <a:pt x="1984" y="838"/>
                    <a:pt x="2172" y="650"/>
                    <a:pt x="2172" y="419"/>
                  </a:cubicBezTo>
                  <a:cubicBezTo>
                    <a:pt x="2172" y="187"/>
                    <a:pt x="1984" y="1"/>
                    <a:pt x="1753"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9"/>
            <p:cNvSpPr/>
            <p:nvPr/>
          </p:nvSpPr>
          <p:spPr>
            <a:xfrm>
              <a:off x="7206950" y="2167550"/>
              <a:ext cx="54325" cy="20975"/>
            </a:xfrm>
            <a:custGeom>
              <a:rect b="b" l="l" r="r" t="t"/>
              <a:pathLst>
                <a:path extrusionOk="0" h="839" w="2173">
                  <a:moveTo>
                    <a:pt x="419" y="1"/>
                  </a:moveTo>
                  <a:cubicBezTo>
                    <a:pt x="188" y="1"/>
                    <a:pt x="1" y="188"/>
                    <a:pt x="1" y="419"/>
                  </a:cubicBezTo>
                  <a:cubicBezTo>
                    <a:pt x="1" y="650"/>
                    <a:pt x="188" y="838"/>
                    <a:pt x="419" y="838"/>
                  </a:cubicBezTo>
                  <a:lnTo>
                    <a:pt x="1754" y="838"/>
                  </a:lnTo>
                  <a:cubicBezTo>
                    <a:pt x="1985" y="838"/>
                    <a:pt x="2172" y="650"/>
                    <a:pt x="2172" y="419"/>
                  </a:cubicBezTo>
                  <a:cubicBezTo>
                    <a:pt x="2172" y="187"/>
                    <a:pt x="1985" y="1"/>
                    <a:pt x="175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9"/>
            <p:cNvSpPr/>
            <p:nvPr/>
          </p:nvSpPr>
          <p:spPr>
            <a:xfrm>
              <a:off x="6981875" y="2235100"/>
              <a:ext cx="179600" cy="11050"/>
            </a:xfrm>
            <a:custGeom>
              <a:rect b="b" l="l" r="r" t="t"/>
              <a:pathLst>
                <a:path extrusionOk="0" h="442" w="7184">
                  <a:moveTo>
                    <a:pt x="220" y="1"/>
                  </a:moveTo>
                  <a:cubicBezTo>
                    <a:pt x="98" y="1"/>
                    <a:pt x="0" y="99"/>
                    <a:pt x="0" y="221"/>
                  </a:cubicBezTo>
                  <a:cubicBezTo>
                    <a:pt x="0" y="343"/>
                    <a:pt x="98" y="442"/>
                    <a:pt x="220" y="442"/>
                  </a:cubicBezTo>
                  <a:lnTo>
                    <a:pt x="6962" y="442"/>
                  </a:lnTo>
                  <a:cubicBezTo>
                    <a:pt x="7084" y="442"/>
                    <a:pt x="7184" y="343"/>
                    <a:pt x="7184" y="221"/>
                  </a:cubicBezTo>
                  <a:cubicBezTo>
                    <a:pt x="7184" y="99"/>
                    <a:pt x="7084" y="1"/>
                    <a:pt x="6962"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9"/>
            <p:cNvSpPr/>
            <p:nvPr/>
          </p:nvSpPr>
          <p:spPr>
            <a:xfrm>
              <a:off x="6981875" y="2260125"/>
              <a:ext cx="133925" cy="11100"/>
            </a:xfrm>
            <a:custGeom>
              <a:rect b="b" l="l" r="r" t="t"/>
              <a:pathLst>
                <a:path extrusionOk="0" h="444" w="5357">
                  <a:moveTo>
                    <a:pt x="220" y="1"/>
                  </a:moveTo>
                  <a:cubicBezTo>
                    <a:pt x="98" y="1"/>
                    <a:pt x="0" y="100"/>
                    <a:pt x="0" y="222"/>
                  </a:cubicBezTo>
                  <a:cubicBezTo>
                    <a:pt x="0" y="344"/>
                    <a:pt x="98" y="443"/>
                    <a:pt x="220" y="443"/>
                  </a:cubicBezTo>
                  <a:lnTo>
                    <a:pt x="5135" y="443"/>
                  </a:lnTo>
                  <a:cubicBezTo>
                    <a:pt x="5259" y="443"/>
                    <a:pt x="5357" y="344"/>
                    <a:pt x="5357" y="222"/>
                  </a:cubicBezTo>
                  <a:cubicBezTo>
                    <a:pt x="5357" y="100"/>
                    <a:pt x="5257" y="1"/>
                    <a:pt x="5135"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01" name="Google Shape;501;p39"/>
          <p:cNvCxnSpPr/>
          <p:nvPr/>
        </p:nvCxnSpPr>
        <p:spPr>
          <a:xfrm flipH="1" rot="10800000">
            <a:off x="414963" y="2907996"/>
            <a:ext cx="2657700" cy="5400"/>
          </a:xfrm>
          <a:prstGeom prst="straightConnector1">
            <a:avLst/>
          </a:prstGeom>
          <a:noFill/>
          <a:ln cap="flat" cmpd="sng" w="20500">
            <a:solidFill>
              <a:schemeClr val="accent4"/>
            </a:solidFill>
            <a:prstDash val="solid"/>
            <a:round/>
            <a:headEnd len="med" w="med" type="none"/>
            <a:tailEnd len="med" w="med" type="none"/>
          </a:ln>
        </p:spPr>
      </p:cxnSp>
      <p:cxnSp>
        <p:nvCxnSpPr>
          <p:cNvPr id="502" name="Google Shape;502;p39"/>
          <p:cNvCxnSpPr/>
          <p:nvPr/>
        </p:nvCxnSpPr>
        <p:spPr>
          <a:xfrm flipH="1" rot="10800000">
            <a:off x="3243152" y="2907996"/>
            <a:ext cx="2657700" cy="5400"/>
          </a:xfrm>
          <a:prstGeom prst="straightConnector1">
            <a:avLst/>
          </a:prstGeom>
          <a:noFill/>
          <a:ln cap="flat" cmpd="sng" w="20500">
            <a:solidFill>
              <a:schemeClr val="accent4"/>
            </a:solidFill>
            <a:prstDash val="solid"/>
            <a:round/>
            <a:headEnd len="med" w="med" type="none"/>
            <a:tailEnd len="med" w="med" type="none"/>
          </a:ln>
        </p:spPr>
      </p:cxnSp>
      <p:cxnSp>
        <p:nvCxnSpPr>
          <p:cNvPr id="503" name="Google Shape;503;p39"/>
          <p:cNvCxnSpPr/>
          <p:nvPr/>
        </p:nvCxnSpPr>
        <p:spPr>
          <a:xfrm flipH="1" rot="10800000">
            <a:off x="6071342" y="2907996"/>
            <a:ext cx="2657700" cy="5400"/>
          </a:xfrm>
          <a:prstGeom prst="straightConnector1">
            <a:avLst/>
          </a:prstGeom>
          <a:noFill/>
          <a:ln cap="flat" cmpd="sng" w="20500">
            <a:solidFill>
              <a:schemeClr val="accent4"/>
            </a:solidFill>
            <a:prstDash val="solid"/>
            <a:round/>
            <a:headEnd len="med" w="med" type="none"/>
            <a:tailEnd len="med" w="med" type="none"/>
          </a:ln>
        </p:spPr>
      </p:cxnSp>
      <p:sp>
        <p:nvSpPr>
          <p:cNvPr id="504" name="Google Shape;504;p39"/>
          <p:cNvSpPr txBox="1"/>
          <p:nvPr>
            <p:ph idx="1" type="subTitle"/>
          </p:nvPr>
        </p:nvSpPr>
        <p:spPr>
          <a:xfrm>
            <a:off x="429000" y="2338650"/>
            <a:ext cx="2629800" cy="466200"/>
          </a:xfrm>
          <a:prstGeom prst="rect">
            <a:avLst/>
          </a:prstGeom>
        </p:spPr>
        <p:txBody>
          <a:bodyPr anchorCtr="0" anchor="b" bIns="91425" lIns="91425" spcFirstLastPara="1" rIns="91425" wrap="square" tIns="91425">
            <a:noAutofit/>
          </a:bodyPr>
          <a:lstStyle/>
          <a:p>
            <a:pPr indent="0" lvl="0" marL="0" rtl="0" algn="ctr">
              <a:lnSpc>
                <a:spcPct val="80000"/>
              </a:lnSpc>
              <a:spcBef>
                <a:spcPts val="0"/>
              </a:spcBef>
              <a:spcAft>
                <a:spcPts val="0"/>
              </a:spcAft>
              <a:buSzPts val="770"/>
              <a:buNone/>
            </a:pPr>
            <a:r>
              <a:rPr lang="en" sz="2000"/>
              <a:t>DECLARATION</a:t>
            </a:r>
            <a:endParaRPr sz="2000"/>
          </a:p>
        </p:txBody>
      </p:sp>
      <p:sp>
        <p:nvSpPr>
          <p:cNvPr id="505" name="Google Shape;505;p39"/>
          <p:cNvSpPr txBox="1"/>
          <p:nvPr>
            <p:ph idx="2" type="subTitle"/>
          </p:nvPr>
        </p:nvSpPr>
        <p:spPr>
          <a:xfrm>
            <a:off x="3257188" y="2434175"/>
            <a:ext cx="2629800" cy="4662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STATE</a:t>
            </a:r>
            <a:endParaRPr sz="2000"/>
          </a:p>
        </p:txBody>
      </p:sp>
      <p:sp>
        <p:nvSpPr>
          <p:cNvPr id="506" name="Google Shape;506;p39"/>
          <p:cNvSpPr txBox="1"/>
          <p:nvPr>
            <p:ph idx="3" type="subTitle"/>
          </p:nvPr>
        </p:nvSpPr>
        <p:spPr>
          <a:xfrm>
            <a:off x="6085388" y="2434175"/>
            <a:ext cx="2629800" cy="4662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PLAN</a:t>
            </a:r>
            <a:endParaRPr sz="2000"/>
          </a:p>
        </p:txBody>
      </p:sp>
      <p:sp>
        <p:nvSpPr>
          <p:cNvPr id="507" name="Google Shape;507;p39"/>
          <p:cNvSpPr txBox="1"/>
          <p:nvPr>
            <p:ph idx="4" type="subTitle"/>
          </p:nvPr>
        </p:nvSpPr>
        <p:spPr>
          <a:xfrm>
            <a:off x="6085400" y="2913400"/>
            <a:ext cx="2629800" cy="17499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600"/>
              <a:t>The plan previews proposed infrastructure changes.</a:t>
            </a:r>
            <a:endParaRPr sz="1600">
              <a:solidFill>
                <a:srgbClr val="D9D9D9"/>
              </a:solidFill>
            </a:endParaRPr>
          </a:p>
        </p:txBody>
      </p:sp>
      <p:sp>
        <p:nvSpPr>
          <p:cNvPr id="508" name="Google Shape;508;p39"/>
          <p:cNvSpPr txBox="1"/>
          <p:nvPr>
            <p:ph idx="5" type="subTitle"/>
          </p:nvPr>
        </p:nvSpPr>
        <p:spPr>
          <a:xfrm>
            <a:off x="3257200" y="2913400"/>
            <a:ext cx="2629800" cy="17499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600"/>
              <a:t>State links resource definitions to managed objects.</a:t>
            </a:r>
            <a:endParaRPr sz="1600"/>
          </a:p>
        </p:txBody>
      </p:sp>
      <p:sp>
        <p:nvSpPr>
          <p:cNvPr id="509" name="Google Shape;509;p39"/>
          <p:cNvSpPr txBox="1"/>
          <p:nvPr>
            <p:ph idx="6" type="subTitle"/>
          </p:nvPr>
        </p:nvSpPr>
        <p:spPr>
          <a:xfrm>
            <a:off x="429000" y="2913325"/>
            <a:ext cx="2629800" cy="17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Code describes the infrastructure you want.</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40"/>
          <p:cNvSpPr txBox="1"/>
          <p:nvPr>
            <p:ph type="title"/>
          </p:nvPr>
        </p:nvSpPr>
        <p:spPr>
          <a:xfrm>
            <a:off x="866675" y="360750"/>
            <a:ext cx="60423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800"/>
              <a:t>Provisioners in Terraform</a:t>
            </a:r>
            <a:endParaRPr sz="2800"/>
          </a:p>
        </p:txBody>
      </p:sp>
      <p:grpSp>
        <p:nvGrpSpPr>
          <p:cNvPr id="514" name="Google Shape;514;p40"/>
          <p:cNvGrpSpPr/>
          <p:nvPr/>
        </p:nvGrpSpPr>
        <p:grpSpPr>
          <a:xfrm>
            <a:off x="1464131" y="1786503"/>
            <a:ext cx="420539" cy="401186"/>
            <a:chOff x="1757388" y="1858738"/>
            <a:chExt cx="370225" cy="353250"/>
          </a:xfrm>
        </p:grpSpPr>
        <p:sp>
          <p:nvSpPr>
            <p:cNvPr id="515" name="Google Shape;515;p40"/>
            <p:cNvSpPr/>
            <p:nvPr/>
          </p:nvSpPr>
          <p:spPr>
            <a:xfrm>
              <a:off x="1771388" y="1937063"/>
              <a:ext cx="339975" cy="255050"/>
            </a:xfrm>
            <a:custGeom>
              <a:rect b="b" l="l" r="r" t="t"/>
              <a:pathLst>
                <a:path extrusionOk="0" h="10202" w="13599">
                  <a:moveTo>
                    <a:pt x="1066" y="1"/>
                  </a:moveTo>
                  <a:cubicBezTo>
                    <a:pt x="478" y="1"/>
                    <a:pt x="0" y="478"/>
                    <a:pt x="0" y="1066"/>
                  </a:cubicBezTo>
                  <a:lnTo>
                    <a:pt x="0" y="9405"/>
                  </a:lnTo>
                  <a:lnTo>
                    <a:pt x="6799" y="10201"/>
                  </a:lnTo>
                  <a:lnTo>
                    <a:pt x="13599" y="9405"/>
                  </a:lnTo>
                  <a:lnTo>
                    <a:pt x="13599" y="1067"/>
                  </a:lnTo>
                  <a:cubicBezTo>
                    <a:pt x="13599" y="478"/>
                    <a:pt x="13121" y="1"/>
                    <a:pt x="1253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40"/>
            <p:cNvSpPr/>
            <p:nvPr/>
          </p:nvSpPr>
          <p:spPr>
            <a:xfrm>
              <a:off x="1757388" y="2172163"/>
              <a:ext cx="367950" cy="39825"/>
            </a:xfrm>
            <a:custGeom>
              <a:rect b="b" l="l" r="r" t="t"/>
              <a:pathLst>
                <a:path extrusionOk="0" h="1593" w="14718">
                  <a:moveTo>
                    <a:pt x="416" y="1"/>
                  </a:moveTo>
                  <a:cubicBezTo>
                    <a:pt x="175" y="1"/>
                    <a:pt x="0" y="232"/>
                    <a:pt x="66" y="464"/>
                  </a:cubicBezTo>
                  <a:lnTo>
                    <a:pt x="130" y="692"/>
                  </a:lnTo>
                  <a:cubicBezTo>
                    <a:pt x="280" y="1224"/>
                    <a:pt x="766" y="1593"/>
                    <a:pt x="1319" y="1593"/>
                  </a:cubicBezTo>
                  <a:lnTo>
                    <a:pt x="13400" y="1593"/>
                  </a:lnTo>
                  <a:cubicBezTo>
                    <a:pt x="13953" y="1593"/>
                    <a:pt x="14439" y="1224"/>
                    <a:pt x="14587" y="692"/>
                  </a:cubicBezTo>
                  <a:lnTo>
                    <a:pt x="14652" y="464"/>
                  </a:lnTo>
                  <a:cubicBezTo>
                    <a:pt x="14717" y="232"/>
                    <a:pt x="14542" y="1"/>
                    <a:pt x="1430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0"/>
            <p:cNvSpPr/>
            <p:nvPr/>
          </p:nvSpPr>
          <p:spPr>
            <a:xfrm>
              <a:off x="1771338" y="1937063"/>
              <a:ext cx="354000" cy="274925"/>
            </a:xfrm>
            <a:custGeom>
              <a:rect b="b" l="l" r="r" t="t"/>
              <a:pathLst>
                <a:path extrusionOk="0" h="10997" w="14160">
                  <a:moveTo>
                    <a:pt x="11072" y="1"/>
                  </a:moveTo>
                  <a:cubicBezTo>
                    <a:pt x="11660" y="1"/>
                    <a:pt x="12139" y="478"/>
                    <a:pt x="12139" y="1067"/>
                  </a:cubicBezTo>
                  <a:lnTo>
                    <a:pt x="12139" y="8661"/>
                  </a:lnTo>
                  <a:cubicBezTo>
                    <a:pt x="12139" y="8848"/>
                    <a:pt x="11988" y="9000"/>
                    <a:pt x="11800" y="9000"/>
                  </a:cubicBezTo>
                  <a:lnTo>
                    <a:pt x="1" y="9000"/>
                  </a:lnTo>
                  <a:lnTo>
                    <a:pt x="1" y="9405"/>
                  </a:lnTo>
                  <a:lnTo>
                    <a:pt x="12355" y="9405"/>
                  </a:lnTo>
                  <a:cubicBezTo>
                    <a:pt x="12596" y="9405"/>
                    <a:pt x="12771" y="9636"/>
                    <a:pt x="12705" y="9868"/>
                  </a:cubicBezTo>
                  <a:lnTo>
                    <a:pt x="12640" y="10096"/>
                  </a:lnTo>
                  <a:cubicBezTo>
                    <a:pt x="12491" y="10628"/>
                    <a:pt x="12005" y="10997"/>
                    <a:pt x="11453" y="10997"/>
                  </a:cubicBezTo>
                  <a:lnTo>
                    <a:pt x="12842" y="10997"/>
                  </a:lnTo>
                  <a:cubicBezTo>
                    <a:pt x="13395" y="10997"/>
                    <a:pt x="13881" y="10628"/>
                    <a:pt x="14029" y="10096"/>
                  </a:cubicBezTo>
                  <a:lnTo>
                    <a:pt x="14094" y="9868"/>
                  </a:lnTo>
                  <a:cubicBezTo>
                    <a:pt x="14159" y="9636"/>
                    <a:pt x="13986" y="9405"/>
                    <a:pt x="13744" y="9405"/>
                  </a:cubicBezTo>
                  <a:lnTo>
                    <a:pt x="13601" y="9405"/>
                  </a:lnTo>
                  <a:lnTo>
                    <a:pt x="13601" y="1067"/>
                  </a:lnTo>
                  <a:cubicBezTo>
                    <a:pt x="13601" y="478"/>
                    <a:pt x="13123" y="1"/>
                    <a:pt x="1253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40"/>
            <p:cNvSpPr/>
            <p:nvPr/>
          </p:nvSpPr>
          <p:spPr>
            <a:xfrm>
              <a:off x="1890388" y="2172163"/>
              <a:ext cx="101950" cy="19950"/>
            </a:xfrm>
            <a:custGeom>
              <a:rect b="b" l="l" r="r" t="t"/>
              <a:pathLst>
                <a:path extrusionOk="0" h="798" w="4078">
                  <a:moveTo>
                    <a:pt x="0" y="1"/>
                  </a:moveTo>
                  <a:lnTo>
                    <a:pt x="0" y="299"/>
                  </a:lnTo>
                  <a:cubicBezTo>
                    <a:pt x="0" y="573"/>
                    <a:pt x="223" y="797"/>
                    <a:pt x="499" y="797"/>
                  </a:cubicBezTo>
                  <a:lnTo>
                    <a:pt x="3580" y="797"/>
                  </a:lnTo>
                  <a:cubicBezTo>
                    <a:pt x="3855" y="797"/>
                    <a:pt x="4077" y="573"/>
                    <a:pt x="4077" y="299"/>
                  </a:cubicBezTo>
                  <a:lnTo>
                    <a:pt x="4077" y="1"/>
                  </a:ln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40"/>
            <p:cNvSpPr/>
            <p:nvPr/>
          </p:nvSpPr>
          <p:spPr>
            <a:xfrm>
              <a:off x="1793388" y="1959113"/>
              <a:ext cx="295925" cy="191025"/>
            </a:xfrm>
            <a:custGeom>
              <a:rect b="b" l="l" r="r" t="t"/>
              <a:pathLst>
                <a:path extrusionOk="0" h="7641" w="11837">
                  <a:moveTo>
                    <a:pt x="769" y="1"/>
                  </a:moveTo>
                  <a:cubicBezTo>
                    <a:pt x="345" y="1"/>
                    <a:pt x="1" y="344"/>
                    <a:pt x="1" y="768"/>
                  </a:cubicBezTo>
                  <a:lnTo>
                    <a:pt x="1" y="6874"/>
                  </a:lnTo>
                  <a:cubicBezTo>
                    <a:pt x="1" y="7298"/>
                    <a:pt x="345" y="7641"/>
                    <a:pt x="769" y="7641"/>
                  </a:cubicBezTo>
                  <a:lnTo>
                    <a:pt x="11070" y="7641"/>
                  </a:lnTo>
                  <a:cubicBezTo>
                    <a:pt x="11134" y="7641"/>
                    <a:pt x="11197" y="7632"/>
                    <a:pt x="11257" y="7618"/>
                  </a:cubicBezTo>
                  <a:cubicBezTo>
                    <a:pt x="11334" y="7599"/>
                    <a:pt x="11407" y="7568"/>
                    <a:pt x="11473" y="7526"/>
                  </a:cubicBezTo>
                  <a:cubicBezTo>
                    <a:pt x="11691" y="7392"/>
                    <a:pt x="11837" y="7149"/>
                    <a:pt x="11837" y="6874"/>
                  </a:cubicBezTo>
                  <a:lnTo>
                    <a:pt x="11837" y="768"/>
                  </a:lnTo>
                  <a:cubicBezTo>
                    <a:pt x="11837" y="491"/>
                    <a:pt x="11690" y="248"/>
                    <a:pt x="11470" y="114"/>
                  </a:cubicBezTo>
                  <a:cubicBezTo>
                    <a:pt x="11401" y="72"/>
                    <a:pt x="11324" y="40"/>
                    <a:pt x="11245" y="20"/>
                  </a:cubicBezTo>
                  <a:cubicBezTo>
                    <a:pt x="11187" y="8"/>
                    <a:pt x="11130" y="1"/>
                    <a:pt x="110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40"/>
            <p:cNvSpPr/>
            <p:nvPr/>
          </p:nvSpPr>
          <p:spPr>
            <a:xfrm>
              <a:off x="2074488" y="1959613"/>
              <a:ext cx="14825" cy="189975"/>
            </a:xfrm>
            <a:custGeom>
              <a:rect b="b" l="l" r="r" t="t"/>
              <a:pathLst>
                <a:path extrusionOk="0" h="7599" w="593">
                  <a:moveTo>
                    <a:pt x="1" y="0"/>
                  </a:moveTo>
                  <a:lnTo>
                    <a:pt x="1" y="0"/>
                  </a:lnTo>
                  <a:cubicBezTo>
                    <a:pt x="8" y="53"/>
                    <a:pt x="13" y="109"/>
                    <a:pt x="13" y="164"/>
                  </a:cubicBezTo>
                  <a:lnTo>
                    <a:pt x="13" y="7598"/>
                  </a:lnTo>
                  <a:cubicBezTo>
                    <a:pt x="90" y="7579"/>
                    <a:pt x="163" y="7548"/>
                    <a:pt x="229" y="7506"/>
                  </a:cubicBezTo>
                  <a:cubicBezTo>
                    <a:pt x="447" y="7372"/>
                    <a:pt x="593" y="7129"/>
                    <a:pt x="593" y="6854"/>
                  </a:cubicBezTo>
                  <a:lnTo>
                    <a:pt x="593" y="748"/>
                  </a:lnTo>
                  <a:cubicBezTo>
                    <a:pt x="593" y="471"/>
                    <a:pt x="446" y="228"/>
                    <a:pt x="226" y="94"/>
                  </a:cubicBezTo>
                  <a:cubicBezTo>
                    <a:pt x="157" y="51"/>
                    <a:pt x="80" y="20"/>
                    <a:pt x="1" y="0"/>
                  </a:cubicBezTo>
                  <a:close/>
                </a:path>
              </a:pathLst>
            </a:custGeom>
            <a:solidFill>
              <a:srgbClr val="878787">
                <a:alpha val="13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40"/>
            <p:cNvSpPr/>
            <p:nvPr/>
          </p:nvSpPr>
          <p:spPr>
            <a:xfrm>
              <a:off x="1825063" y="1996763"/>
              <a:ext cx="232600" cy="153375"/>
            </a:xfrm>
            <a:custGeom>
              <a:rect b="b" l="l" r="r" t="t"/>
              <a:pathLst>
                <a:path extrusionOk="0" h="6135" w="9304">
                  <a:moveTo>
                    <a:pt x="4652" y="1"/>
                  </a:moveTo>
                  <a:cubicBezTo>
                    <a:pt x="4383" y="1"/>
                    <a:pt x="4114" y="142"/>
                    <a:pt x="3978" y="424"/>
                  </a:cubicBezTo>
                  <a:lnTo>
                    <a:pt x="2370" y="3777"/>
                  </a:lnTo>
                  <a:lnTo>
                    <a:pt x="909" y="2822"/>
                  </a:lnTo>
                  <a:cubicBezTo>
                    <a:pt x="813" y="2759"/>
                    <a:pt x="709" y="2731"/>
                    <a:pt x="608" y="2731"/>
                  </a:cubicBezTo>
                  <a:cubicBezTo>
                    <a:pt x="289" y="2731"/>
                    <a:pt x="0" y="3015"/>
                    <a:pt x="61" y="3377"/>
                  </a:cubicBezTo>
                  <a:lnTo>
                    <a:pt x="519" y="6135"/>
                  </a:lnTo>
                  <a:lnTo>
                    <a:pt x="8785" y="6135"/>
                  </a:lnTo>
                  <a:lnTo>
                    <a:pt x="9244" y="3377"/>
                  </a:lnTo>
                  <a:cubicBezTo>
                    <a:pt x="9304" y="3015"/>
                    <a:pt x="9015" y="2731"/>
                    <a:pt x="8696" y="2731"/>
                  </a:cubicBezTo>
                  <a:cubicBezTo>
                    <a:pt x="8595" y="2731"/>
                    <a:pt x="8491" y="2759"/>
                    <a:pt x="8394" y="2822"/>
                  </a:cubicBezTo>
                  <a:lnTo>
                    <a:pt x="6935" y="3777"/>
                  </a:lnTo>
                  <a:lnTo>
                    <a:pt x="5325" y="424"/>
                  </a:lnTo>
                  <a:cubicBezTo>
                    <a:pt x="5190" y="142"/>
                    <a:pt x="4921" y="1"/>
                    <a:pt x="4652" y="1"/>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0"/>
            <p:cNvSpPr/>
            <p:nvPr/>
          </p:nvSpPr>
          <p:spPr>
            <a:xfrm>
              <a:off x="1880963" y="2070463"/>
              <a:ext cx="120800" cy="79675"/>
            </a:xfrm>
            <a:custGeom>
              <a:rect b="b" l="l" r="r" t="t"/>
              <a:pathLst>
                <a:path extrusionOk="0" h="3187" w="4832">
                  <a:moveTo>
                    <a:pt x="2416" y="1"/>
                  </a:moveTo>
                  <a:cubicBezTo>
                    <a:pt x="2276" y="1"/>
                    <a:pt x="2136" y="74"/>
                    <a:pt x="2066" y="221"/>
                  </a:cubicBezTo>
                  <a:lnTo>
                    <a:pt x="1231" y="1963"/>
                  </a:lnTo>
                  <a:lnTo>
                    <a:pt x="473" y="1467"/>
                  </a:lnTo>
                  <a:cubicBezTo>
                    <a:pt x="422" y="1434"/>
                    <a:pt x="368" y="1419"/>
                    <a:pt x="315" y="1419"/>
                  </a:cubicBezTo>
                  <a:cubicBezTo>
                    <a:pt x="150" y="1419"/>
                    <a:pt x="1" y="1567"/>
                    <a:pt x="31" y="1755"/>
                  </a:cubicBezTo>
                  <a:lnTo>
                    <a:pt x="270" y="3187"/>
                  </a:lnTo>
                  <a:lnTo>
                    <a:pt x="4562" y="3187"/>
                  </a:lnTo>
                  <a:lnTo>
                    <a:pt x="4800" y="1755"/>
                  </a:lnTo>
                  <a:cubicBezTo>
                    <a:pt x="4832" y="1567"/>
                    <a:pt x="4682" y="1419"/>
                    <a:pt x="4517" y="1419"/>
                  </a:cubicBezTo>
                  <a:cubicBezTo>
                    <a:pt x="4464" y="1419"/>
                    <a:pt x="4410" y="1434"/>
                    <a:pt x="4359" y="1467"/>
                  </a:cubicBezTo>
                  <a:lnTo>
                    <a:pt x="3602" y="1963"/>
                  </a:lnTo>
                  <a:lnTo>
                    <a:pt x="2766" y="221"/>
                  </a:lnTo>
                  <a:cubicBezTo>
                    <a:pt x="2696" y="74"/>
                    <a:pt x="2556" y="1"/>
                    <a:pt x="2416" y="1"/>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0"/>
            <p:cNvSpPr/>
            <p:nvPr/>
          </p:nvSpPr>
          <p:spPr>
            <a:xfrm>
              <a:off x="1978863" y="1858738"/>
              <a:ext cx="148750" cy="126400"/>
            </a:xfrm>
            <a:custGeom>
              <a:rect b="b" l="l" r="r" t="t"/>
              <a:pathLst>
                <a:path extrusionOk="0" h="5056" w="5950">
                  <a:moveTo>
                    <a:pt x="2975" y="0"/>
                  </a:moveTo>
                  <a:cubicBezTo>
                    <a:pt x="2784" y="0"/>
                    <a:pt x="2592" y="95"/>
                    <a:pt x="2483" y="285"/>
                  </a:cubicBezTo>
                  <a:lnTo>
                    <a:pt x="219" y="4203"/>
                  </a:lnTo>
                  <a:cubicBezTo>
                    <a:pt x="1" y="4583"/>
                    <a:pt x="274" y="5056"/>
                    <a:pt x="712" y="5056"/>
                  </a:cubicBezTo>
                  <a:lnTo>
                    <a:pt x="5238" y="5056"/>
                  </a:lnTo>
                  <a:cubicBezTo>
                    <a:pt x="5675" y="5056"/>
                    <a:pt x="5949" y="4583"/>
                    <a:pt x="5730" y="4203"/>
                  </a:cubicBezTo>
                  <a:lnTo>
                    <a:pt x="3467" y="285"/>
                  </a:lnTo>
                  <a:cubicBezTo>
                    <a:pt x="3358" y="95"/>
                    <a:pt x="3167" y="0"/>
                    <a:pt x="2975" y="0"/>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40"/>
            <p:cNvSpPr/>
            <p:nvPr/>
          </p:nvSpPr>
          <p:spPr>
            <a:xfrm>
              <a:off x="2042313" y="1858738"/>
              <a:ext cx="85300" cy="126400"/>
            </a:xfrm>
            <a:custGeom>
              <a:rect b="b" l="l" r="r" t="t"/>
              <a:pathLst>
                <a:path extrusionOk="0" h="5056" w="3412">
                  <a:moveTo>
                    <a:pt x="437" y="0"/>
                  </a:moveTo>
                  <a:cubicBezTo>
                    <a:pt x="275" y="0"/>
                    <a:pt x="113" y="68"/>
                    <a:pt x="1" y="203"/>
                  </a:cubicBezTo>
                  <a:cubicBezTo>
                    <a:pt x="21" y="229"/>
                    <a:pt x="40" y="255"/>
                    <a:pt x="57" y="285"/>
                  </a:cubicBezTo>
                  <a:lnTo>
                    <a:pt x="2319" y="4203"/>
                  </a:lnTo>
                  <a:cubicBezTo>
                    <a:pt x="2539" y="4583"/>
                    <a:pt x="2265" y="5056"/>
                    <a:pt x="1828" y="5056"/>
                  </a:cubicBezTo>
                  <a:lnTo>
                    <a:pt x="2700" y="5056"/>
                  </a:lnTo>
                  <a:cubicBezTo>
                    <a:pt x="3137" y="5056"/>
                    <a:pt x="3411" y="4583"/>
                    <a:pt x="3192" y="4203"/>
                  </a:cubicBezTo>
                  <a:lnTo>
                    <a:pt x="929" y="285"/>
                  </a:lnTo>
                  <a:cubicBezTo>
                    <a:pt x="819" y="95"/>
                    <a:pt x="628" y="0"/>
                    <a:pt x="437"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0"/>
            <p:cNvSpPr/>
            <p:nvPr/>
          </p:nvSpPr>
          <p:spPr>
            <a:xfrm>
              <a:off x="2041163" y="1887513"/>
              <a:ext cx="24150" cy="53675"/>
            </a:xfrm>
            <a:custGeom>
              <a:rect b="b" l="l" r="r" t="t"/>
              <a:pathLst>
                <a:path extrusionOk="0" h="2147" w="966">
                  <a:moveTo>
                    <a:pt x="482" y="0"/>
                  </a:moveTo>
                  <a:cubicBezTo>
                    <a:pt x="216" y="0"/>
                    <a:pt x="1" y="217"/>
                    <a:pt x="1" y="483"/>
                  </a:cubicBezTo>
                  <a:lnTo>
                    <a:pt x="1" y="1663"/>
                  </a:lnTo>
                  <a:cubicBezTo>
                    <a:pt x="1" y="1931"/>
                    <a:pt x="216" y="2146"/>
                    <a:pt x="482" y="2146"/>
                  </a:cubicBezTo>
                  <a:cubicBezTo>
                    <a:pt x="750" y="2146"/>
                    <a:pt x="965" y="1931"/>
                    <a:pt x="965" y="1663"/>
                  </a:cubicBezTo>
                  <a:lnTo>
                    <a:pt x="965" y="483"/>
                  </a:ln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40"/>
            <p:cNvSpPr/>
            <p:nvPr/>
          </p:nvSpPr>
          <p:spPr>
            <a:xfrm>
              <a:off x="2041163" y="1948513"/>
              <a:ext cx="24150" cy="24150"/>
            </a:xfrm>
            <a:custGeom>
              <a:rect b="b" l="l" r="r" t="t"/>
              <a:pathLst>
                <a:path extrusionOk="0" h="966" w="966">
                  <a:moveTo>
                    <a:pt x="482" y="0"/>
                  </a:moveTo>
                  <a:cubicBezTo>
                    <a:pt x="216" y="0"/>
                    <a:pt x="1" y="217"/>
                    <a:pt x="1" y="483"/>
                  </a:cubicBezTo>
                  <a:lnTo>
                    <a:pt x="1" y="531"/>
                  </a:lnTo>
                  <a:cubicBezTo>
                    <a:pt x="1" y="772"/>
                    <a:pt x="194" y="965"/>
                    <a:pt x="435" y="965"/>
                  </a:cubicBezTo>
                  <a:lnTo>
                    <a:pt x="482" y="965"/>
                  </a:lnTo>
                  <a:cubicBezTo>
                    <a:pt x="750" y="965"/>
                    <a:pt x="965" y="750"/>
                    <a:pt x="965" y="483"/>
                  </a:cubicBez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7" name="Google Shape;527;p40"/>
          <p:cNvGrpSpPr/>
          <p:nvPr/>
        </p:nvGrpSpPr>
        <p:grpSpPr>
          <a:xfrm>
            <a:off x="4369781" y="1779636"/>
            <a:ext cx="404437" cy="414928"/>
            <a:chOff x="4393975" y="1891863"/>
            <a:chExt cx="356050" cy="365350"/>
          </a:xfrm>
        </p:grpSpPr>
        <p:sp>
          <p:nvSpPr>
            <p:cNvPr id="528" name="Google Shape;528;p40"/>
            <p:cNvSpPr/>
            <p:nvPr/>
          </p:nvSpPr>
          <p:spPr>
            <a:xfrm>
              <a:off x="4393975" y="1891863"/>
              <a:ext cx="226075" cy="217200"/>
            </a:xfrm>
            <a:custGeom>
              <a:rect b="b" l="l" r="r" t="t"/>
              <a:pathLst>
                <a:path extrusionOk="0" h="8688" w="9043">
                  <a:moveTo>
                    <a:pt x="4156" y="0"/>
                  </a:moveTo>
                  <a:cubicBezTo>
                    <a:pt x="4101" y="0"/>
                    <a:pt x="4047" y="2"/>
                    <a:pt x="3992" y="4"/>
                  </a:cubicBezTo>
                  <a:cubicBezTo>
                    <a:pt x="3480" y="26"/>
                    <a:pt x="2963" y="158"/>
                    <a:pt x="2476" y="409"/>
                  </a:cubicBezTo>
                  <a:cubicBezTo>
                    <a:pt x="685" y="1334"/>
                    <a:pt x="1" y="3552"/>
                    <a:pt x="898" y="5358"/>
                  </a:cubicBezTo>
                  <a:lnTo>
                    <a:pt x="2553" y="8687"/>
                  </a:lnTo>
                  <a:lnTo>
                    <a:pt x="3984" y="7976"/>
                  </a:lnTo>
                  <a:lnTo>
                    <a:pt x="2304" y="4596"/>
                  </a:lnTo>
                  <a:cubicBezTo>
                    <a:pt x="1787" y="3557"/>
                    <a:pt x="2227" y="2288"/>
                    <a:pt x="3284" y="1793"/>
                  </a:cubicBezTo>
                  <a:cubicBezTo>
                    <a:pt x="3513" y="1686"/>
                    <a:pt x="3753" y="1625"/>
                    <a:pt x="3992" y="1607"/>
                  </a:cubicBezTo>
                  <a:cubicBezTo>
                    <a:pt x="4042" y="1603"/>
                    <a:pt x="4093" y="1602"/>
                    <a:pt x="4143" y="1602"/>
                  </a:cubicBezTo>
                  <a:cubicBezTo>
                    <a:pt x="4920" y="1602"/>
                    <a:pt x="5669" y="2044"/>
                    <a:pt x="6038" y="2785"/>
                  </a:cubicBezTo>
                  <a:lnTo>
                    <a:pt x="7501" y="5730"/>
                  </a:lnTo>
                  <a:cubicBezTo>
                    <a:pt x="7579" y="5888"/>
                    <a:pt x="7737" y="5978"/>
                    <a:pt x="7901" y="5978"/>
                  </a:cubicBezTo>
                  <a:cubicBezTo>
                    <a:pt x="7968" y="5978"/>
                    <a:pt x="8035" y="5963"/>
                    <a:pt x="8098" y="5932"/>
                  </a:cubicBezTo>
                  <a:lnTo>
                    <a:pt x="8733" y="5617"/>
                  </a:lnTo>
                  <a:cubicBezTo>
                    <a:pt x="8952" y="5508"/>
                    <a:pt x="9042" y="5240"/>
                    <a:pt x="8933" y="5019"/>
                  </a:cubicBezTo>
                  <a:lnTo>
                    <a:pt x="7450" y="2037"/>
                  </a:lnTo>
                  <a:cubicBezTo>
                    <a:pt x="6810" y="748"/>
                    <a:pt x="5507" y="0"/>
                    <a:pt x="4156" y="0"/>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0"/>
            <p:cNvSpPr/>
            <p:nvPr/>
          </p:nvSpPr>
          <p:spPr>
            <a:xfrm>
              <a:off x="4493775" y="1891863"/>
              <a:ext cx="126275" cy="149475"/>
            </a:xfrm>
            <a:custGeom>
              <a:rect b="b" l="l" r="r" t="t"/>
              <a:pathLst>
                <a:path extrusionOk="0" h="5979" w="5051">
                  <a:moveTo>
                    <a:pt x="164" y="0"/>
                  </a:moveTo>
                  <a:cubicBezTo>
                    <a:pt x="109" y="0"/>
                    <a:pt x="55" y="2"/>
                    <a:pt x="0" y="4"/>
                  </a:cubicBezTo>
                  <a:cubicBezTo>
                    <a:pt x="24" y="28"/>
                    <a:pt x="626" y="672"/>
                    <a:pt x="0" y="1607"/>
                  </a:cubicBezTo>
                  <a:cubicBezTo>
                    <a:pt x="50" y="1603"/>
                    <a:pt x="101" y="1602"/>
                    <a:pt x="151" y="1602"/>
                  </a:cubicBezTo>
                  <a:cubicBezTo>
                    <a:pt x="928" y="1602"/>
                    <a:pt x="1677" y="2044"/>
                    <a:pt x="2046" y="2785"/>
                  </a:cubicBezTo>
                  <a:lnTo>
                    <a:pt x="3509" y="5730"/>
                  </a:lnTo>
                  <a:cubicBezTo>
                    <a:pt x="3587" y="5888"/>
                    <a:pt x="3745" y="5978"/>
                    <a:pt x="3909" y="5978"/>
                  </a:cubicBezTo>
                  <a:cubicBezTo>
                    <a:pt x="3976" y="5978"/>
                    <a:pt x="4043" y="5963"/>
                    <a:pt x="4106" y="5932"/>
                  </a:cubicBezTo>
                  <a:lnTo>
                    <a:pt x="4741" y="5617"/>
                  </a:lnTo>
                  <a:cubicBezTo>
                    <a:pt x="4960" y="5508"/>
                    <a:pt x="5050" y="5240"/>
                    <a:pt x="4941" y="5019"/>
                  </a:cubicBezTo>
                  <a:lnTo>
                    <a:pt x="3458" y="2037"/>
                  </a:lnTo>
                  <a:cubicBezTo>
                    <a:pt x="2818" y="748"/>
                    <a:pt x="1515" y="0"/>
                    <a:pt x="164" y="0"/>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40"/>
            <p:cNvSpPr/>
            <p:nvPr/>
          </p:nvSpPr>
          <p:spPr>
            <a:xfrm>
              <a:off x="4425400" y="2084913"/>
              <a:ext cx="229150" cy="172300"/>
            </a:xfrm>
            <a:custGeom>
              <a:rect b="b" l="l" r="r" t="t"/>
              <a:pathLst>
                <a:path extrusionOk="0" h="6892" w="9166">
                  <a:moveTo>
                    <a:pt x="1297" y="1"/>
                  </a:moveTo>
                  <a:cubicBezTo>
                    <a:pt x="582" y="1"/>
                    <a:pt x="1" y="582"/>
                    <a:pt x="1" y="1297"/>
                  </a:cubicBezTo>
                  <a:lnTo>
                    <a:pt x="1" y="5597"/>
                  </a:lnTo>
                  <a:cubicBezTo>
                    <a:pt x="1" y="6312"/>
                    <a:pt x="580" y="6892"/>
                    <a:pt x="1297" y="6892"/>
                  </a:cubicBezTo>
                  <a:lnTo>
                    <a:pt x="7871" y="6892"/>
                  </a:lnTo>
                  <a:cubicBezTo>
                    <a:pt x="8586" y="6892"/>
                    <a:pt x="9166" y="6312"/>
                    <a:pt x="9166" y="5597"/>
                  </a:cubicBezTo>
                  <a:lnTo>
                    <a:pt x="9166" y="1297"/>
                  </a:lnTo>
                  <a:cubicBezTo>
                    <a:pt x="9166" y="582"/>
                    <a:pt x="8586" y="1"/>
                    <a:pt x="7871" y="1"/>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40"/>
            <p:cNvSpPr/>
            <p:nvPr/>
          </p:nvSpPr>
          <p:spPr>
            <a:xfrm>
              <a:off x="4583900" y="2084913"/>
              <a:ext cx="70650" cy="172300"/>
            </a:xfrm>
            <a:custGeom>
              <a:rect b="b" l="l" r="r" t="t"/>
              <a:pathLst>
                <a:path extrusionOk="0" h="6892" w="2826">
                  <a:moveTo>
                    <a:pt x="0" y="1"/>
                  </a:moveTo>
                  <a:cubicBezTo>
                    <a:pt x="716" y="1"/>
                    <a:pt x="1295" y="580"/>
                    <a:pt x="1295" y="1297"/>
                  </a:cubicBezTo>
                  <a:lnTo>
                    <a:pt x="1295" y="5595"/>
                  </a:lnTo>
                  <a:cubicBezTo>
                    <a:pt x="1295" y="6312"/>
                    <a:pt x="716" y="6892"/>
                    <a:pt x="0" y="6892"/>
                  </a:cubicBezTo>
                  <a:lnTo>
                    <a:pt x="1531" y="6892"/>
                  </a:lnTo>
                  <a:cubicBezTo>
                    <a:pt x="2246" y="6892"/>
                    <a:pt x="2826" y="6312"/>
                    <a:pt x="2826" y="5595"/>
                  </a:cubicBezTo>
                  <a:lnTo>
                    <a:pt x="2826" y="1297"/>
                  </a:lnTo>
                  <a:cubicBezTo>
                    <a:pt x="2826" y="580"/>
                    <a:pt x="2246" y="1"/>
                    <a:pt x="1531" y="1"/>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0"/>
            <p:cNvSpPr/>
            <p:nvPr/>
          </p:nvSpPr>
          <p:spPr>
            <a:xfrm>
              <a:off x="4508300" y="2120238"/>
              <a:ext cx="64775" cy="102675"/>
            </a:xfrm>
            <a:custGeom>
              <a:rect b="b" l="l" r="r" t="t"/>
              <a:pathLst>
                <a:path extrusionOk="0" h="4107" w="2591">
                  <a:moveTo>
                    <a:pt x="1267" y="0"/>
                  </a:moveTo>
                  <a:cubicBezTo>
                    <a:pt x="762" y="0"/>
                    <a:pt x="321" y="284"/>
                    <a:pt x="98" y="703"/>
                  </a:cubicBezTo>
                  <a:cubicBezTo>
                    <a:pt x="0" y="888"/>
                    <a:pt x="926" y="1099"/>
                    <a:pt x="926" y="1323"/>
                  </a:cubicBezTo>
                  <a:cubicBezTo>
                    <a:pt x="926" y="1756"/>
                    <a:pt x="1115" y="2138"/>
                    <a:pt x="1435" y="2380"/>
                  </a:cubicBezTo>
                  <a:lnTo>
                    <a:pt x="473" y="3313"/>
                  </a:lnTo>
                  <a:cubicBezTo>
                    <a:pt x="473" y="3362"/>
                    <a:pt x="479" y="3409"/>
                    <a:pt x="487" y="3456"/>
                  </a:cubicBezTo>
                  <a:cubicBezTo>
                    <a:pt x="555" y="3825"/>
                    <a:pt x="878" y="4107"/>
                    <a:pt x="1267" y="4107"/>
                  </a:cubicBezTo>
                  <a:cubicBezTo>
                    <a:pt x="1487" y="4107"/>
                    <a:pt x="1686" y="4017"/>
                    <a:pt x="1829" y="3874"/>
                  </a:cubicBezTo>
                  <a:cubicBezTo>
                    <a:pt x="1939" y="3764"/>
                    <a:pt x="2016" y="3621"/>
                    <a:pt x="2047" y="3463"/>
                  </a:cubicBezTo>
                  <a:cubicBezTo>
                    <a:pt x="2057" y="3414"/>
                    <a:pt x="2061" y="3363"/>
                    <a:pt x="2061" y="3313"/>
                  </a:cubicBezTo>
                  <a:lnTo>
                    <a:pt x="2061" y="2380"/>
                  </a:lnTo>
                  <a:cubicBezTo>
                    <a:pt x="2382" y="2138"/>
                    <a:pt x="2590" y="1756"/>
                    <a:pt x="2590" y="1323"/>
                  </a:cubicBezTo>
                  <a:cubicBezTo>
                    <a:pt x="2590" y="1059"/>
                    <a:pt x="2513" y="811"/>
                    <a:pt x="2379" y="604"/>
                  </a:cubicBezTo>
                  <a:cubicBezTo>
                    <a:pt x="2142" y="241"/>
                    <a:pt x="1733" y="0"/>
                    <a:pt x="1267" y="0"/>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40"/>
            <p:cNvSpPr/>
            <p:nvPr/>
          </p:nvSpPr>
          <p:spPr>
            <a:xfrm>
              <a:off x="4506900" y="2135313"/>
              <a:ext cx="243125" cy="71500"/>
            </a:xfrm>
            <a:custGeom>
              <a:rect b="b" l="l" r="r" t="t"/>
              <a:pathLst>
                <a:path extrusionOk="0" h="2860" w="9725">
                  <a:moveTo>
                    <a:pt x="678" y="1"/>
                  </a:moveTo>
                  <a:cubicBezTo>
                    <a:pt x="493" y="1"/>
                    <a:pt x="317" y="36"/>
                    <a:pt x="154" y="100"/>
                  </a:cubicBezTo>
                  <a:cubicBezTo>
                    <a:pt x="56" y="285"/>
                    <a:pt x="0" y="496"/>
                    <a:pt x="0" y="720"/>
                  </a:cubicBezTo>
                  <a:cubicBezTo>
                    <a:pt x="0" y="1153"/>
                    <a:pt x="209" y="1535"/>
                    <a:pt x="529" y="1777"/>
                  </a:cubicBezTo>
                  <a:lnTo>
                    <a:pt x="529" y="2710"/>
                  </a:lnTo>
                  <a:cubicBezTo>
                    <a:pt x="529" y="2759"/>
                    <a:pt x="535" y="2806"/>
                    <a:pt x="543" y="2853"/>
                  </a:cubicBezTo>
                  <a:cubicBezTo>
                    <a:pt x="587" y="2857"/>
                    <a:pt x="633" y="2860"/>
                    <a:pt x="678" y="2860"/>
                  </a:cubicBezTo>
                  <a:lnTo>
                    <a:pt x="8295" y="2860"/>
                  </a:lnTo>
                  <a:cubicBezTo>
                    <a:pt x="8690" y="2860"/>
                    <a:pt x="9047" y="2700"/>
                    <a:pt x="9306" y="2441"/>
                  </a:cubicBezTo>
                  <a:cubicBezTo>
                    <a:pt x="9565" y="2182"/>
                    <a:pt x="9725" y="1825"/>
                    <a:pt x="9725" y="1430"/>
                  </a:cubicBezTo>
                  <a:cubicBezTo>
                    <a:pt x="9725" y="640"/>
                    <a:pt x="9085" y="2"/>
                    <a:pt x="8295" y="1"/>
                  </a:cubicBezTo>
                  <a:close/>
                </a:path>
              </a:pathLst>
            </a:custGeom>
            <a:solidFill>
              <a:srgbClr val="4DC8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40"/>
            <p:cNvSpPr/>
            <p:nvPr/>
          </p:nvSpPr>
          <p:spPr>
            <a:xfrm>
              <a:off x="4506900" y="2135313"/>
              <a:ext cx="37250" cy="71500"/>
            </a:xfrm>
            <a:custGeom>
              <a:rect b="b" l="l" r="r" t="t"/>
              <a:pathLst>
                <a:path extrusionOk="0" h="2860" w="1490">
                  <a:moveTo>
                    <a:pt x="678" y="1"/>
                  </a:moveTo>
                  <a:cubicBezTo>
                    <a:pt x="493" y="1"/>
                    <a:pt x="317" y="36"/>
                    <a:pt x="154" y="100"/>
                  </a:cubicBezTo>
                  <a:cubicBezTo>
                    <a:pt x="56" y="285"/>
                    <a:pt x="0" y="496"/>
                    <a:pt x="0" y="720"/>
                  </a:cubicBezTo>
                  <a:cubicBezTo>
                    <a:pt x="0" y="1153"/>
                    <a:pt x="209" y="1535"/>
                    <a:pt x="529" y="1777"/>
                  </a:cubicBezTo>
                  <a:lnTo>
                    <a:pt x="529" y="2710"/>
                  </a:lnTo>
                  <a:cubicBezTo>
                    <a:pt x="529" y="2759"/>
                    <a:pt x="535" y="2806"/>
                    <a:pt x="543" y="2853"/>
                  </a:cubicBezTo>
                  <a:cubicBezTo>
                    <a:pt x="587" y="2857"/>
                    <a:pt x="633" y="2860"/>
                    <a:pt x="678" y="2860"/>
                  </a:cubicBezTo>
                  <a:lnTo>
                    <a:pt x="1490" y="2860"/>
                  </a:lnTo>
                  <a:cubicBezTo>
                    <a:pt x="1481" y="2811"/>
                    <a:pt x="1476" y="2760"/>
                    <a:pt x="1476" y="2710"/>
                  </a:cubicBezTo>
                  <a:lnTo>
                    <a:pt x="1476" y="1777"/>
                  </a:lnTo>
                  <a:cubicBezTo>
                    <a:pt x="1155" y="1535"/>
                    <a:pt x="947" y="1153"/>
                    <a:pt x="947" y="720"/>
                  </a:cubicBezTo>
                  <a:cubicBezTo>
                    <a:pt x="947" y="456"/>
                    <a:pt x="1025" y="208"/>
                    <a:pt x="1159" y="1"/>
                  </a:cubicBezTo>
                  <a:close/>
                </a:path>
              </a:pathLst>
            </a:custGeom>
            <a:solidFill>
              <a:srgbClr val="375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40"/>
            <p:cNvSpPr/>
            <p:nvPr/>
          </p:nvSpPr>
          <p:spPr>
            <a:xfrm>
              <a:off x="4671600" y="2135313"/>
              <a:ext cx="78425" cy="71500"/>
            </a:xfrm>
            <a:custGeom>
              <a:rect b="b" l="l" r="r" t="t"/>
              <a:pathLst>
                <a:path extrusionOk="0" h="2860" w="3137">
                  <a:moveTo>
                    <a:pt x="1" y="1"/>
                  </a:moveTo>
                  <a:cubicBezTo>
                    <a:pt x="789" y="1"/>
                    <a:pt x="1429" y="640"/>
                    <a:pt x="1429" y="1430"/>
                  </a:cubicBezTo>
                  <a:cubicBezTo>
                    <a:pt x="1429" y="1825"/>
                    <a:pt x="1269" y="2182"/>
                    <a:pt x="1010" y="2441"/>
                  </a:cubicBezTo>
                  <a:cubicBezTo>
                    <a:pt x="753" y="2699"/>
                    <a:pt x="396" y="2860"/>
                    <a:pt x="1" y="2860"/>
                  </a:cubicBezTo>
                  <a:lnTo>
                    <a:pt x="1707" y="2860"/>
                  </a:lnTo>
                  <a:cubicBezTo>
                    <a:pt x="2102" y="2860"/>
                    <a:pt x="2459" y="2700"/>
                    <a:pt x="2718" y="2441"/>
                  </a:cubicBezTo>
                  <a:cubicBezTo>
                    <a:pt x="2977" y="2182"/>
                    <a:pt x="3137" y="1825"/>
                    <a:pt x="3137" y="1430"/>
                  </a:cubicBezTo>
                  <a:cubicBezTo>
                    <a:pt x="3137" y="640"/>
                    <a:pt x="2497" y="2"/>
                    <a:pt x="1707" y="1"/>
                  </a:cubicBezTo>
                  <a:close/>
                </a:path>
              </a:pathLst>
            </a:custGeom>
            <a:solidFill>
              <a:srgbClr val="375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40"/>
            <p:cNvSpPr/>
            <p:nvPr/>
          </p:nvSpPr>
          <p:spPr>
            <a:xfrm>
              <a:off x="4528475" y="2152013"/>
              <a:ext cx="39200" cy="38100"/>
            </a:xfrm>
            <a:custGeom>
              <a:rect b="b" l="l" r="r" t="t"/>
              <a:pathLst>
                <a:path extrusionOk="0" h="1524" w="1568">
                  <a:moveTo>
                    <a:pt x="243" y="1"/>
                  </a:moveTo>
                  <a:cubicBezTo>
                    <a:pt x="186" y="1"/>
                    <a:pt x="130" y="22"/>
                    <a:pt x="86" y="65"/>
                  </a:cubicBezTo>
                  <a:cubicBezTo>
                    <a:pt x="1" y="152"/>
                    <a:pt x="1" y="292"/>
                    <a:pt x="86" y="377"/>
                  </a:cubicBezTo>
                  <a:lnTo>
                    <a:pt x="473" y="762"/>
                  </a:lnTo>
                  <a:lnTo>
                    <a:pt x="86" y="1147"/>
                  </a:lnTo>
                  <a:cubicBezTo>
                    <a:pt x="1" y="1234"/>
                    <a:pt x="1" y="1374"/>
                    <a:pt x="86" y="1459"/>
                  </a:cubicBezTo>
                  <a:cubicBezTo>
                    <a:pt x="130" y="1503"/>
                    <a:pt x="187" y="1524"/>
                    <a:pt x="243" y="1524"/>
                  </a:cubicBezTo>
                  <a:cubicBezTo>
                    <a:pt x="299" y="1524"/>
                    <a:pt x="355" y="1503"/>
                    <a:pt x="399" y="1459"/>
                  </a:cubicBezTo>
                  <a:lnTo>
                    <a:pt x="784" y="1074"/>
                  </a:lnTo>
                  <a:lnTo>
                    <a:pt x="1169" y="1459"/>
                  </a:lnTo>
                  <a:cubicBezTo>
                    <a:pt x="1212" y="1503"/>
                    <a:pt x="1269" y="1524"/>
                    <a:pt x="1325" y="1524"/>
                  </a:cubicBezTo>
                  <a:cubicBezTo>
                    <a:pt x="1381" y="1524"/>
                    <a:pt x="1437" y="1503"/>
                    <a:pt x="1481" y="1459"/>
                  </a:cubicBezTo>
                  <a:cubicBezTo>
                    <a:pt x="1568" y="1374"/>
                    <a:pt x="1568" y="1234"/>
                    <a:pt x="1481" y="1147"/>
                  </a:cubicBezTo>
                  <a:lnTo>
                    <a:pt x="1096" y="762"/>
                  </a:lnTo>
                  <a:lnTo>
                    <a:pt x="1481" y="377"/>
                  </a:lnTo>
                  <a:cubicBezTo>
                    <a:pt x="1568" y="292"/>
                    <a:pt x="1568" y="152"/>
                    <a:pt x="1481" y="65"/>
                  </a:cubicBezTo>
                  <a:cubicBezTo>
                    <a:pt x="1438" y="22"/>
                    <a:pt x="1382" y="1"/>
                    <a:pt x="1325" y="1"/>
                  </a:cubicBezTo>
                  <a:cubicBezTo>
                    <a:pt x="1269" y="1"/>
                    <a:pt x="1213" y="22"/>
                    <a:pt x="1170" y="65"/>
                  </a:cubicBezTo>
                  <a:lnTo>
                    <a:pt x="784" y="450"/>
                  </a:lnTo>
                  <a:lnTo>
                    <a:pt x="399" y="65"/>
                  </a:lnTo>
                  <a:cubicBezTo>
                    <a:pt x="356" y="22"/>
                    <a:pt x="300" y="1"/>
                    <a:pt x="2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40"/>
            <p:cNvSpPr/>
            <p:nvPr/>
          </p:nvSpPr>
          <p:spPr>
            <a:xfrm>
              <a:off x="4576800" y="2152013"/>
              <a:ext cx="39175" cy="38100"/>
            </a:xfrm>
            <a:custGeom>
              <a:rect b="b" l="l" r="r" t="t"/>
              <a:pathLst>
                <a:path extrusionOk="0" h="1524" w="1567">
                  <a:moveTo>
                    <a:pt x="242" y="1"/>
                  </a:moveTo>
                  <a:cubicBezTo>
                    <a:pt x="186" y="1"/>
                    <a:pt x="130" y="22"/>
                    <a:pt x="87" y="65"/>
                  </a:cubicBezTo>
                  <a:cubicBezTo>
                    <a:pt x="0" y="152"/>
                    <a:pt x="0" y="292"/>
                    <a:pt x="87" y="377"/>
                  </a:cubicBezTo>
                  <a:lnTo>
                    <a:pt x="472" y="762"/>
                  </a:lnTo>
                  <a:lnTo>
                    <a:pt x="87" y="1147"/>
                  </a:lnTo>
                  <a:cubicBezTo>
                    <a:pt x="0" y="1234"/>
                    <a:pt x="0" y="1374"/>
                    <a:pt x="87" y="1459"/>
                  </a:cubicBezTo>
                  <a:cubicBezTo>
                    <a:pt x="130" y="1503"/>
                    <a:pt x="186" y="1524"/>
                    <a:pt x="242" y="1524"/>
                  </a:cubicBezTo>
                  <a:cubicBezTo>
                    <a:pt x="300" y="1524"/>
                    <a:pt x="356" y="1503"/>
                    <a:pt x="399" y="1459"/>
                  </a:cubicBezTo>
                  <a:lnTo>
                    <a:pt x="784" y="1074"/>
                  </a:lnTo>
                  <a:lnTo>
                    <a:pt x="1169" y="1459"/>
                  </a:lnTo>
                  <a:cubicBezTo>
                    <a:pt x="1212" y="1503"/>
                    <a:pt x="1268" y="1524"/>
                    <a:pt x="1324" y="1524"/>
                  </a:cubicBezTo>
                  <a:cubicBezTo>
                    <a:pt x="1382" y="1524"/>
                    <a:pt x="1438" y="1503"/>
                    <a:pt x="1481" y="1459"/>
                  </a:cubicBezTo>
                  <a:cubicBezTo>
                    <a:pt x="1567" y="1374"/>
                    <a:pt x="1567" y="1234"/>
                    <a:pt x="1481" y="1147"/>
                  </a:cubicBezTo>
                  <a:lnTo>
                    <a:pt x="1096" y="762"/>
                  </a:lnTo>
                  <a:lnTo>
                    <a:pt x="1481" y="377"/>
                  </a:lnTo>
                  <a:cubicBezTo>
                    <a:pt x="1567" y="292"/>
                    <a:pt x="1567" y="152"/>
                    <a:pt x="1481" y="65"/>
                  </a:cubicBezTo>
                  <a:cubicBezTo>
                    <a:pt x="1438" y="22"/>
                    <a:pt x="1382" y="1"/>
                    <a:pt x="1325" y="1"/>
                  </a:cubicBezTo>
                  <a:cubicBezTo>
                    <a:pt x="1269" y="1"/>
                    <a:pt x="1212" y="22"/>
                    <a:pt x="1169" y="65"/>
                  </a:cubicBezTo>
                  <a:lnTo>
                    <a:pt x="784" y="450"/>
                  </a:lnTo>
                  <a:lnTo>
                    <a:pt x="399" y="65"/>
                  </a:lnTo>
                  <a:cubicBezTo>
                    <a:pt x="356" y="22"/>
                    <a:pt x="299" y="1"/>
                    <a:pt x="2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40"/>
            <p:cNvSpPr/>
            <p:nvPr/>
          </p:nvSpPr>
          <p:spPr>
            <a:xfrm>
              <a:off x="4625125" y="2152013"/>
              <a:ext cx="39200" cy="38100"/>
            </a:xfrm>
            <a:custGeom>
              <a:rect b="b" l="l" r="r" t="t"/>
              <a:pathLst>
                <a:path extrusionOk="0" h="1524" w="1568">
                  <a:moveTo>
                    <a:pt x="243" y="1"/>
                  </a:moveTo>
                  <a:cubicBezTo>
                    <a:pt x="186" y="1"/>
                    <a:pt x="130" y="22"/>
                    <a:pt x="87" y="65"/>
                  </a:cubicBezTo>
                  <a:cubicBezTo>
                    <a:pt x="1" y="152"/>
                    <a:pt x="1" y="292"/>
                    <a:pt x="87" y="377"/>
                  </a:cubicBezTo>
                  <a:lnTo>
                    <a:pt x="472" y="762"/>
                  </a:lnTo>
                  <a:lnTo>
                    <a:pt x="87" y="1147"/>
                  </a:lnTo>
                  <a:cubicBezTo>
                    <a:pt x="1" y="1234"/>
                    <a:pt x="1" y="1374"/>
                    <a:pt x="87" y="1459"/>
                  </a:cubicBezTo>
                  <a:cubicBezTo>
                    <a:pt x="129" y="1503"/>
                    <a:pt x="187" y="1524"/>
                    <a:pt x="243" y="1524"/>
                  </a:cubicBezTo>
                  <a:cubicBezTo>
                    <a:pt x="299" y="1524"/>
                    <a:pt x="356" y="1503"/>
                    <a:pt x="398" y="1459"/>
                  </a:cubicBezTo>
                  <a:lnTo>
                    <a:pt x="783" y="1074"/>
                  </a:lnTo>
                  <a:lnTo>
                    <a:pt x="1170" y="1459"/>
                  </a:lnTo>
                  <a:cubicBezTo>
                    <a:pt x="1212" y="1503"/>
                    <a:pt x="1269" y="1524"/>
                    <a:pt x="1325" y="1524"/>
                  </a:cubicBezTo>
                  <a:cubicBezTo>
                    <a:pt x="1381" y="1524"/>
                    <a:pt x="1438" y="1503"/>
                    <a:pt x="1480" y="1459"/>
                  </a:cubicBezTo>
                  <a:cubicBezTo>
                    <a:pt x="1567" y="1374"/>
                    <a:pt x="1567" y="1234"/>
                    <a:pt x="1480" y="1147"/>
                  </a:cubicBezTo>
                  <a:lnTo>
                    <a:pt x="1095" y="762"/>
                  </a:lnTo>
                  <a:lnTo>
                    <a:pt x="1480" y="377"/>
                  </a:lnTo>
                  <a:cubicBezTo>
                    <a:pt x="1567" y="292"/>
                    <a:pt x="1567" y="152"/>
                    <a:pt x="1480" y="65"/>
                  </a:cubicBezTo>
                  <a:cubicBezTo>
                    <a:pt x="1438" y="22"/>
                    <a:pt x="1381" y="1"/>
                    <a:pt x="1325" y="1"/>
                  </a:cubicBezTo>
                  <a:cubicBezTo>
                    <a:pt x="1269" y="1"/>
                    <a:pt x="1212" y="22"/>
                    <a:pt x="1170" y="65"/>
                  </a:cubicBezTo>
                  <a:lnTo>
                    <a:pt x="785" y="450"/>
                  </a:lnTo>
                  <a:lnTo>
                    <a:pt x="398" y="65"/>
                  </a:lnTo>
                  <a:cubicBezTo>
                    <a:pt x="355" y="22"/>
                    <a:pt x="299" y="1"/>
                    <a:pt x="2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40"/>
            <p:cNvSpPr/>
            <p:nvPr/>
          </p:nvSpPr>
          <p:spPr>
            <a:xfrm>
              <a:off x="4673450" y="2152013"/>
              <a:ext cx="39200" cy="38100"/>
            </a:xfrm>
            <a:custGeom>
              <a:rect b="b" l="l" r="r" t="t"/>
              <a:pathLst>
                <a:path extrusionOk="0" h="1524" w="1568">
                  <a:moveTo>
                    <a:pt x="242" y="1"/>
                  </a:moveTo>
                  <a:cubicBezTo>
                    <a:pt x="186" y="1"/>
                    <a:pt x="130" y="22"/>
                    <a:pt x="86" y="65"/>
                  </a:cubicBezTo>
                  <a:cubicBezTo>
                    <a:pt x="1" y="152"/>
                    <a:pt x="1" y="292"/>
                    <a:pt x="86" y="377"/>
                  </a:cubicBezTo>
                  <a:lnTo>
                    <a:pt x="471" y="762"/>
                  </a:lnTo>
                  <a:lnTo>
                    <a:pt x="86" y="1147"/>
                  </a:lnTo>
                  <a:cubicBezTo>
                    <a:pt x="1" y="1234"/>
                    <a:pt x="1" y="1374"/>
                    <a:pt x="86" y="1459"/>
                  </a:cubicBezTo>
                  <a:cubicBezTo>
                    <a:pt x="130" y="1503"/>
                    <a:pt x="186" y="1524"/>
                    <a:pt x="243" y="1524"/>
                  </a:cubicBezTo>
                  <a:cubicBezTo>
                    <a:pt x="299" y="1524"/>
                    <a:pt x="355" y="1503"/>
                    <a:pt x="399" y="1459"/>
                  </a:cubicBezTo>
                  <a:lnTo>
                    <a:pt x="784" y="1074"/>
                  </a:lnTo>
                  <a:lnTo>
                    <a:pt x="1169" y="1459"/>
                  </a:lnTo>
                  <a:cubicBezTo>
                    <a:pt x="1212" y="1503"/>
                    <a:pt x="1268" y="1524"/>
                    <a:pt x="1325" y="1524"/>
                  </a:cubicBezTo>
                  <a:cubicBezTo>
                    <a:pt x="1381" y="1524"/>
                    <a:pt x="1437" y="1503"/>
                    <a:pt x="1481" y="1459"/>
                  </a:cubicBezTo>
                  <a:cubicBezTo>
                    <a:pt x="1566" y="1374"/>
                    <a:pt x="1566" y="1234"/>
                    <a:pt x="1481" y="1147"/>
                  </a:cubicBezTo>
                  <a:lnTo>
                    <a:pt x="1096" y="762"/>
                  </a:lnTo>
                  <a:lnTo>
                    <a:pt x="1481" y="377"/>
                  </a:lnTo>
                  <a:cubicBezTo>
                    <a:pt x="1568" y="292"/>
                    <a:pt x="1568" y="152"/>
                    <a:pt x="1481" y="65"/>
                  </a:cubicBezTo>
                  <a:cubicBezTo>
                    <a:pt x="1438" y="22"/>
                    <a:pt x="1382" y="1"/>
                    <a:pt x="1325" y="1"/>
                  </a:cubicBezTo>
                  <a:cubicBezTo>
                    <a:pt x="1269" y="1"/>
                    <a:pt x="1212" y="22"/>
                    <a:pt x="1169" y="65"/>
                  </a:cubicBezTo>
                  <a:lnTo>
                    <a:pt x="784" y="450"/>
                  </a:lnTo>
                  <a:lnTo>
                    <a:pt x="399" y="65"/>
                  </a:lnTo>
                  <a:cubicBezTo>
                    <a:pt x="355" y="22"/>
                    <a:pt x="299" y="1"/>
                    <a:pt x="2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40"/>
            <p:cNvSpPr/>
            <p:nvPr/>
          </p:nvSpPr>
          <p:spPr>
            <a:xfrm>
              <a:off x="4657850" y="2034088"/>
              <a:ext cx="34050" cy="18325"/>
            </a:xfrm>
            <a:custGeom>
              <a:rect b="b" l="l" r="r" t="t"/>
              <a:pathLst>
                <a:path extrusionOk="0" h="733" w="1362">
                  <a:moveTo>
                    <a:pt x="1114" y="0"/>
                  </a:moveTo>
                  <a:cubicBezTo>
                    <a:pt x="1091" y="0"/>
                    <a:pt x="1067" y="4"/>
                    <a:pt x="1044" y="12"/>
                  </a:cubicBezTo>
                  <a:lnTo>
                    <a:pt x="177" y="304"/>
                  </a:lnTo>
                  <a:cubicBezTo>
                    <a:pt x="62" y="342"/>
                    <a:pt x="1" y="468"/>
                    <a:pt x="38" y="583"/>
                  </a:cubicBezTo>
                  <a:cubicBezTo>
                    <a:pt x="71" y="676"/>
                    <a:pt x="156" y="733"/>
                    <a:pt x="248" y="733"/>
                  </a:cubicBezTo>
                  <a:cubicBezTo>
                    <a:pt x="271" y="733"/>
                    <a:pt x="295" y="730"/>
                    <a:pt x="318" y="722"/>
                  </a:cubicBezTo>
                  <a:lnTo>
                    <a:pt x="1184" y="429"/>
                  </a:lnTo>
                  <a:cubicBezTo>
                    <a:pt x="1300" y="391"/>
                    <a:pt x="1361" y="265"/>
                    <a:pt x="1322" y="150"/>
                  </a:cubicBezTo>
                  <a:cubicBezTo>
                    <a:pt x="1291" y="58"/>
                    <a:pt x="1206" y="0"/>
                    <a:pt x="1114"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40"/>
            <p:cNvSpPr/>
            <p:nvPr/>
          </p:nvSpPr>
          <p:spPr>
            <a:xfrm>
              <a:off x="4657300" y="2062513"/>
              <a:ext cx="30925" cy="18725"/>
            </a:xfrm>
            <a:custGeom>
              <a:rect b="b" l="l" r="r" t="t"/>
              <a:pathLst>
                <a:path extrusionOk="0" h="749" w="1237">
                  <a:moveTo>
                    <a:pt x="251" y="1"/>
                  </a:moveTo>
                  <a:cubicBezTo>
                    <a:pt x="165" y="1"/>
                    <a:pt x="82" y="52"/>
                    <a:pt x="46" y="136"/>
                  </a:cubicBezTo>
                  <a:cubicBezTo>
                    <a:pt x="0" y="250"/>
                    <a:pt x="53" y="379"/>
                    <a:pt x="165" y="425"/>
                  </a:cubicBezTo>
                  <a:lnTo>
                    <a:pt x="900" y="731"/>
                  </a:lnTo>
                  <a:cubicBezTo>
                    <a:pt x="928" y="743"/>
                    <a:pt x="958" y="748"/>
                    <a:pt x="986" y="748"/>
                  </a:cubicBezTo>
                  <a:cubicBezTo>
                    <a:pt x="1073" y="748"/>
                    <a:pt x="1154" y="696"/>
                    <a:pt x="1189" y="612"/>
                  </a:cubicBezTo>
                  <a:cubicBezTo>
                    <a:pt x="1236" y="499"/>
                    <a:pt x="1183" y="370"/>
                    <a:pt x="1070" y="324"/>
                  </a:cubicBezTo>
                  <a:lnTo>
                    <a:pt x="335" y="17"/>
                  </a:lnTo>
                  <a:cubicBezTo>
                    <a:pt x="307" y="6"/>
                    <a:pt x="279" y="1"/>
                    <a:pt x="251" y="1"/>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40"/>
            <p:cNvSpPr/>
            <p:nvPr/>
          </p:nvSpPr>
          <p:spPr>
            <a:xfrm>
              <a:off x="4644550" y="2007663"/>
              <a:ext cx="22600" cy="28275"/>
            </a:xfrm>
            <a:custGeom>
              <a:rect b="b" l="l" r="r" t="t"/>
              <a:pathLst>
                <a:path extrusionOk="0" h="1131" w="904">
                  <a:moveTo>
                    <a:pt x="651" y="0"/>
                  </a:moveTo>
                  <a:cubicBezTo>
                    <a:pt x="575" y="0"/>
                    <a:pt x="501" y="40"/>
                    <a:pt x="460" y="110"/>
                  </a:cubicBezTo>
                  <a:lnTo>
                    <a:pt x="61" y="799"/>
                  </a:lnTo>
                  <a:cubicBezTo>
                    <a:pt x="1" y="905"/>
                    <a:pt x="36" y="1039"/>
                    <a:pt x="142" y="1101"/>
                  </a:cubicBezTo>
                  <a:cubicBezTo>
                    <a:pt x="176" y="1121"/>
                    <a:pt x="215" y="1130"/>
                    <a:pt x="251" y="1130"/>
                  </a:cubicBezTo>
                  <a:cubicBezTo>
                    <a:pt x="328" y="1130"/>
                    <a:pt x="402" y="1091"/>
                    <a:pt x="443" y="1020"/>
                  </a:cubicBezTo>
                  <a:lnTo>
                    <a:pt x="842" y="331"/>
                  </a:lnTo>
                  <a:cubicBezTo>
                    <a:pt x="904" y="226"/>
                    <a:pt x="867" y="92"/>
                    <a:pt x="762" y="30"/>
                  </a:cubicBezTo>
                  <a:cubicBezTo>
                    <a:pt x="727" y="10"/>
                    <a:pt x="689" y="0"/>
                    <a:pt x="651"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3" name="Google Shape;543;p40"/>
          <p:cNvGrpSpPr/>
          <p:nvPr/>
        </p:nvGrpSpPr>
        <p:grpSpPr>
          <a:xfrm>
            <a:off x="7164205" y="1779626"/>
            <a:ext cx="412190" cy="414956"/>
            <a:chOff x="6954600" y="1927625"/>
            <a:chExt cx="362875" cy="365375"/>
          </a:xfrm>
        </p:grpSpPr>
        <p:sp>
          <p:nvSpPr>
            <p:cNvPr id="544" name="Google Shape;544;p40"/>
            <p:cNvSpPr/>
            <p:nvPr/>
          </p:nvSpPr>
          <p:spPr>
            <a:xfrm>
              <a:off x="6954600" y="2048600"/>
              <a:ext cx="339425" cy="244400"/>
            </a:xfrm>
            <a:custGeom>
              <a:rect b="b" l="l" r="r" t="t"/>
              <a:pathLst>
                <a:path extrusionOk="0" h="9776" w="13577">
                  <a:moveTo>
                    <a:pt x="817" y="0"/>
                  </a:moveTo>
                  <a:cubicBezTo>
                    <a:pt x="366" y="0"/>
                    <a:pt x="2" y="365"/>
                    <a:pt x="2" y="815"/>
                  </a:cubicBezTo>
                  <a:lnTo>
                    <a:pt x="2" y="1624"/>
                  </a:lnTo>
                  <a:lnTo>
                    <a:pt x="1311" y="2468"/>
                  </a:lnTo>
                  <a:lnTo>
                    <a:pt x="0" y="3782"/>
                  </a:lnTo>
                  <a:lnTo>
                    <a:pt x="0" y="8960"/>
                  </a:lnTo>
                  <a:cubicBezTo>
                    <a:pt x="0" y="9411"/>
                    <a:pt x="366" y="9775"/>
                    <a:pt x="817" y="9775"/>
                  </a:cubicBezTo>
                  <a:lnTo>
                    <a:pt x="12762" y="9775"/>
                  </a:lnTo>
                  <a:cubicBezTo>
                    <a:pt x="13211" y="9775"/>
                    <a:pt x="13577" y="9411"/>
                    <a:pt x="13577" y="8960"/>
                  </a:cubicBezTo>
                  <a:lnTo>
                    <a:pt x="13577" y="3782"/>
                  </a:lnTo>
                  <a:lnTo>
                    <a:pt x="12811" y="3079"/>
                  </a:lnTo>
                  <a:lnTo>
                    <a:pt x="13577" y="1920"/>
                  </a:lnTo>
                  <a:lnTo>
                    <a:pt x="13577" y="815"/>
                  </a:lnTo>
                  <a:cubicBezTo>
                    <a:pt x="13577" y="365"/>
                    <a:pt x="13211" y="0"/>
                    <a:pt x="12762" y="0"/>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40"/>
            <p:cNvSpPr/>
            <p:nvPr/>
          </p:nvSpPr>
          <p:spPr>
            <a:xfrm>
              <a:off x="7251550" y="2048600"/>
              <a:ext cx="42475" cy="244400"/>
            </a:xfrm>
            <a:custGeom>
              <a:rect b="b" l="l" r="r" t="t"/>
              <a:pathLst>
                <a:path extrusionOk="0" h="9776" w="1699">
                  <a:moveTo>
                    <a:pt x="0" y="0"/>
                  </a:moveTo>
                  <a:cubicBezTo>
                    <a:pt x="450" y="0"/>
                    <a:pt x="815" y="365"/>
                    <a:pt x="815" y="815"/>
                  </a:cubicBezTo>
                  <a:lnTo>
                    <a:pt x="815" y="1920"/>
                  </a:lnTo>
                  <a:lnTo>
                    <a:pt x="49" y="3079"/>
                  </a:lnTo>
                  <a:lnTo>
                    <a:pt x="815" y="3782"/>
                  </a:lnTo>
                  <a:lnTo>
                    <a:pt x="815" y="8960"/>
                  </a:lnTo>
                  <a:cubicBezTo>
                    <a:pt x="815" y="9410"/>
                    <a:pt x="450" y="9775"/>
                    <a:pt x="0" y="9775"/>
                  </a:cubicBezTo>
                  <a:lnTo>
                    <a:pt x="884" y="9775"/>
                  </a:lnTo>
                  <a:cubicBezTo>
                    <a:pt x="1333" y="9775"/>
                    <a:pt x="1699" y="9411"/>
                    <a:pt x="1699" y="8960"/>
                  </a:cubicBezTo>
                  <a:lnTo>
                    <a:pt x="1699" y="3782"/>
                  </a:lnTo>
                  <a:lnTo>
                    <a:pt x="933" y="3079"/>
                  </a:lnTo>
                  <a:lnTo>
                    <a:pt x="1699" y="1920"/>
                  </a:lnTo>
                  <a:lnTo>
                    <a:pt x="1699" y="815"/>
                  </a:lnTo>
                  <a:cubicBezTo>
                    <a:pt x="1699" y="365"/>
                    <a:pt x="1333" y="0"/>
                    <a:pt x="884"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40"/>
            <p:cNvSpPr/>
            <p:nvPr/>
          </p:nvSpPr>
          <p:spPr>
            <a:xfrm>
              <a:off x="6954625" y="2089200"/>
              <a:ext cx="339400" cy="53950"/>
            </a:xfrm>
            <a:custGeom>
              <a:rect b="b" l="l" r="r" t="t"/>
              <a:pathLst>
                <a:path extrusionOk="0" h="2158" w="13576">
                  <a:moveTo>
                    <a:pt x="1" y="0"/>
                  </a:moveTo>
                  <a:lnTo>
                    <a:pt x="1" y="2158"/>
                  </a:lnTo>
                  <a:lnTo>
                    <a:pt x="13576" y="2158"/>
                  </a:lnTo>
                  <a:lnTo>
                    <a:pt x="13576" y="0"/>
                  </a:ln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0"/>
            <p:cNvSpPr/>
            <p:nvPr/>
          </p:nvSpPr>
          <p:spPr>
            <a:xfrm>
              <a:off x="7272750" y="2089200"/>
              <a:ext cx="21275" cy="53950"/>
            </a:xfrm>
            <a:custGeom>
              <a:rect b="b" l="l" r="r" t="t"/>
              <a:pathLst>
                <a:path extrusionOk="0" h="2158" w="851">
                  <a:moveTo>
                    <a:pt x="1" y="0"/>
                  </a:moveTo>
                  <a:lnTo>
                    <a:pt x="1" y="2158"/>
                  </a:lnTo>
                  <a:lnTo>
                    <a:pt x="851" y="2158"/>
                  </a:lnTo>
                  <a:lnTo>
                    <a:pt x="851" y="0"/>
                  </a:lnTo>
                  <a:close/>
                </a:path>
              </a:pathLst>
            </a:custGeom>
            <a:solidFill>
              <a:srgbClr val="596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p:nvPr/>
          </p:nvSpPr>
          <p:spPr>
            <a:xfrm>
              <a:off x="7203525" y="1927625"/>
              <a:ext cx="101400" cy="102800"/>
            </a:xfrm>
            <a:custGeom>
              <a:rect b="b" l="l" r="r" t="t"/>
              <a:pathLst>
                <a:path extrusionOk="0" h="4112" w="4056">
                  <a:moveTo>
                    <a:pt x="2028" y="1"/>
                  </a:moveTo>
                  <a:cubicBezTo>
                    <a:pt x="911" y="1"/>
                    <a:pt x="1" y="911"/>
                    <a:pt x="1" y="2028"/>
                  </a:cubicBezTo>
                  <a:lnTo>
                    <a:pt x="1" y="4111"/>
                  </a:lnTo>
                  <a:lnTo>
                    <a:pt x="883" y="4111"/>
                  </a:lnTo>
                  <a:lnTo>
                    <a:pt x="883" y="2028"/>
                  </a:lnTo>
                  <a:cubicBezTo>
                    <a:pt x="883" y="1396"/>
                    <a:pt x="1396" y="883"/>
                    <a:pt x="2028" y="883"/>
                  </a:cubicBezTo>
                  <a:cubicBezTo>
                    <a:pt x="2249" y="883"/>
                    <a:pt x="2455" y="946"/>
                    <a:pt x="2630" y="1055"/>
                  </a:cubicBezTo>
                  <a:cubicBezTo>
                    <a:pt x="2956" y="1256"/>
                    <a:pt x="3173" y="1618"/>
                    <a:pt x="3173" y="2028"/>
                  </a:cubicBezTo>
                  <a:lnTo>
                    <a:pt x="3173" y="4111"/>
                  </a:lnTo>
                  <a:lnTo>
                    <a:pt x="4055" y="4111"/>
                  </a:lnTo>
                  <a:lnTo>
                    <a:pt x="4055" y="2028"/>
                  </a:lnTo>
                  <a:cubicBezTo>
                    <a:pt x="4055" y="1276"/>
                    <a:pt x="3644" y="618"/>
                    <a:pt x="3033" y="268"/>
                  </a:cubicBezTo>
                  <a:cubicBezTo>
                    <a:pt x="2736" y="97"/>
                    <a:pt x="2393" y="1"/>
                    <a:pt x="2028"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40"/>
            <p:cNvSpPr/>
            <p:nvPr/>
          </p:nvSpPr>
          <p:spPr>
            <a:xfrm>
              <a:off x="7269250" y="1934300"/>
              <a:ext cx="35675" cy="96125"/>
            </a:xfrm>
            <a:custGeom>
              <a:rect b="b" l="l" r="r" t="t"/>
              <a:pathLst>
                <a:path extrusionOk="0" h="3845" w="1427">
                  <a:moveTo>
                    <a:pt x="404" y="1"/>
                  </a:moveTo>
                  <a:cubicBezTo>
                    <a:pt x="408" y="18"/>
                    <a:pt x="569" y="597"/>
                    <a:pt x="1" y="788"/>
                  </a:cubicBezTo>
                  <a:cubicBezTo>
                    <a:pt x="327" y="989"/>
                    <a:pt x="544" y="1351"/>
                    <a:pt x="544" y="1761"/>
                  </a:cubicBezTo>
                  <a:lnTo>
                    <a:pt x="544" y="3844"/>
                  </a:lnTo>
                  <a:lnTo>
                    <a:pt x="1426" y="3844"/>
                  </a:lnTo>
                  <a:lnTo>
                    <a:pt x="1426" y="1761"/>
                  </a:lnTo>
                  <a:cubicBezTo>
                    <a:pt x="1426" y="1009"/>
                    <a:pt x="1015" y="351"/>
                    <a:pt x="40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40"/>
            <p:cNvSpPr/>
            <p:nvPr/>
          </p:nvSpPr>
          <p:spPr>
            <a:xfrm>
              <a:off x="7191000" y="2021075"/>
              <a:ext cx="126475" cy="95125"/>
            </a:xfrm>
            <a:custGeom>
              <a:rect b="b" l="l" r="r" t="t"/>
              <a:pathLst>
                <a:path extrusionOk="0" h="3805" w="5059">
                  <a:moveTo>
                    <a:pt x="716" y="1"/>
                  </a:moveTo>
                  <a:cubicBezTo>
                    <a:pt x="321" y="1"/>
                    <a:pt x="0" y="321"/>
                    <a:pt x="0" y="716"/>
                  </a:cubicBezTo>
                  <a:lnTo>
                    <a:pt x="0" y="3089"/>
                  </a:lnTo>
                  <a:cubicBezTo>
                    <a:pt x="0" y="3484"/>
                    <a:pt x="321" y="3805"/>
                    <a:pt x="716" y="3805"/>
                  </a:cubicBezTo>
                  <a:lnTo>
                    <a:pt x="4343" y="3805"/>
                  </a:lnTo>
                  <a:cubicBezTo>
                    <a:pt x="4738" y="3805"/>
                    <a:pt x="5059" y="3484"/>
                    <a:pt x="5059" y="3089"/>
                  </a:cubicBezTo>
                  <a:lnTo>
                    <a:pt x="5059" y="716"/>
                  </a:lnTo>
                  <a:cubicBezTo>
                    <a:pt x="5059" y="321"/>
                    <a:pt x="4738" y="1"/>
                    <a:pt x="4343" y="1"/>
                  </a:cubicBezTo>
                  <a:close/>
                </a:path>
              </a:pathLst>
            </a:custGeom>
            <a:solidFill>
              <a:srgbClr val="0E50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0"/>
            <p:cNvSpPr/>
            <p:nvPr/>
          </p:nvSpPr>
          <p:spPr>
            <a:xfrm>
              <a:off x="7278475" y="2021075"/>
              <a:ext cx="39000" cy="95125"/>
            </a:xfrm>
            <a:custGeom>
              <a:rect b="b" l="l" r="r" t="t"/>
              <a:pathLst>
                <a:path extrusionOk="0" h="3805" w="1560">
                  <a:moveTo>
                    <a:pt x="0" y="1"/>
                  </a:moveTo>
                  <a:cubicBezTo>
                    <a:pt x="395" y="1"/>
                    <a:pt x="716" y="321"/>
                    <a:pt x="716" y="716"/>
                  </a:cubicBezTo>
                  <a:lnTo>
                    <a:pt x="716" y="3089"/>
                  </a:lnTo>
                  <a:cubicBezTo>
                    <a:pt x="716" y="3484"/>
                    <a:pt x="395" y="3805"/>
                    <a:pt x="0" y="3805"/>
                  </a:cubicBezTo>
                  <a:lnTo>
                    <a:pt x="844" y="3805"/>
                  </a:lnTo>
                  <a:cubicBezTo>
                    <a:pt x="1239" y="3805"/>
                    <a:pt x="1560" y="3484"/>
                    <a:pt x="1560" y="3089"/>
                  </a:cubicBezTo>
                  <a:lnTo>
                    <a:pt x="1560" y="716"/>
                  </a:lnTo>
                  <a:cubicBezTo>
                    <a:pt x="1560" y="321"/>
                    <a:pt x="1239" y="1"/>
                    <a:pt x="8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552" name="Google Shape;552;p40"/>
            <p:cNvSpPr/>
            <p:nvPr/>
          </p:nvSpPr>
          <p:spPr>
            <a:xfrm>
              <a:off x="7239150" y="2045275"/>
              <a:ext cx="30125" cy="46700"/>
            </a:xfrm>
            <a:custGeom>
              <a:rect b="b" l="l" r="r" t="t"/>
              <a:pathLst>
                <a:path extrusionOk="0" h="1868" w="1205">
                  <a:moveTo>
                    <a:pt x="603" y="0"/>
                  </a:moveTo>
                  <a:cubicBezTo>
                    <a:pt x="271" y="0"/>
                    <a:pt x="1" y="270"/>
                    <a:pt x="1" y="602"/>
                  </a:cubicBezTo>
                  <a:cubicBezTo>
                    <a:pt x="1" y="800"/>
                    <a:pt x="96" y="973"/>
                    <a:pt x="242" y="1084"/>
                  </a:cubicBezTo>
                  <a:lnTo>
                    <a:pt x="242" y="1507"/>
                  </a:lnTo>
                  <a:cubicBezTo>
                    <a:pt x="242" y="1707"/>
                    <a:pt x="404" y="1868"/>
                    <a:pt x="603" y="1868"/>
                  </a:cubicBezTo>
                  <a:cubicBezTo>
                    <a:pt x="803" y="1868"/>
                    <a:pt x="964" y="1707"/>
                    <a:pt x="964" y="1507"/>
                  </a:cubicBezTo>
                  <a:lnTo>
                    <a:pt x="964" y="1084"/>
                  </a:lnTo>
                  <a:cubicBezTo>
                    <a:pt x="1111" y="973"/>
                    <a:pt x="1205" y="800"/>
                    <a:pt x="1205" y="602"/>
                  </a:cubicBezTo>
                  <a:cubicBezTo>
                    <a:pt x="1205" y="270"/>
                    <a:pt x="936" y="0"/>
                    <a:pt x="603" y="0"/>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40"/>
            <p:cNvSpPr/>
            <p:nvPr/>
          </p:nvSpPr>
          <p:spPr>
            <a:xfrm>
              <a:off x="6987350" y="2167550"/>
              <a:ext cx="54325" cy="20975"/>
            </a:xfrm>
            <a:custGeom>
              <a:rect b="b" l="l" r="r" t="t"/>
              <a:pathLst>
                <a:path extrusionOk="0" h="839" w="2173">
                  <a:moveTo>
                    <a:pt x="419" y="1"/>
                  </a:moveTo>
                  <a:cubicBezTo>
                    <a:pt x="188" y="1"/>
                    <a:pt x="1" y="188"/>
                    <a:pt x="1" y="419"/>
                  </a:cubicBezTo>
                  <a:cubicBezTo>
                    <a:pt x="1" y="650"/>
                    <a:pt x="188" y="838"/>
                    <a:pt x="419" y="838"/>
                  </a:cubicBezTo>
                  <a:lnTo>
                    <a:pt x="1754" y="838"/>
                  </a:lnTo>
                  <a:cubicBezTo>
                    <a:pt x="1985" y="838"/>
                    <a:pt x="2172" y="650"/>
                    <a:pt x="2172" y="419"/>
                  </a:cubicBezTo>
                  <a:cubicBezTo>
                    <a:pt x="2172" y="187"/>
                    <a:pt x="1985" y="1"/>
                    <a:pt x="175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40"/>
            <p:cNvSpPr/>
            <p:nvPr/>
          </p:nvSpPr>
          <p:spPr>
            <a:xfrm>
              <a:off x="7060550" y="2167550"/>
              <a:ext cx="54300" cy="20975"/>
            </a:xfrm>
            <a:custGeom>
              <a:rect b="b" l="l" r="r" t="t"/>
              <a:pathLst>
                <a:path extrusionOk="0" h="839" w="2172">
                  <a:moveTo>
                    <a:pt x="420" y="1"/>
                  </a:moveTo>
                  <a:cubicBezTo>
                    <a:pt x="188" y="1"/>
                    <a:pt x="0" y="188"/>
                    <a:pt x="0" y="419"/>
                  </a:cubicBezTo>
                  <a:cubicBezTo>
                    <a:pt x="0" y="650"/>
                    <a:pt x="188" y="838"/>
                    <a:pt x="420" y="838"/>
                  </a:cubicBezTo>
                  <a:lnTo>
                    <a:pt x="1753" y="838"/>
                  </a:lnTo>
                  <a:cubicBezTo>
                    <a:pt x="1984" y="838"/>
                    <a:pt x="2172" y="650"/>
                    <a:pt x="2172" y="419"/>
                  </a:cubicBezTo>
                  <a:cubicBezTo>
                    <a:pt x="2172" y="187"/>
                    <a:pt x="1984" y="1"/>
                    <a:pt x="1753"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40"/>
            <p:cNvSpPr/>
            <p:nvPr/>
          </p:nvSpPr>
          <p:spPr>
            <a:xfrm>
              <a:off x="7133775" y="2167550"/>
              <a:ext cx="54300" cy="20975"/>
            </a:xfrm>
            <a:custGeom>
              <a:rect b="b" l="l" r="r" t="t"/>
              <a:pathLst>
                <a:path extrusionOk="0" h="839" w="2172">
                  <a:moveTo>
                    <a:pt x="419" y="1"/>
                  </a:moveTo>
                  <a:cubicBezTo>
                    <a:pt x="188" y="1"/>
                    <a:pt x="0" y="188"/>
                    <a:pt x="0" y="419"/>
                  </a:cubicBezTo>
                  <a:cubicBezTo>
                    <a:pt x="0" y="650"/>
                    <a:pt x="188" y="838"/>
                    <a:pt x="419" y="838"/>
                  </a:cubicBezTo>
                  <a:lnTo>
                    <a:pt x="1753" y="838"/>
                  </a:lnTo>
                  <a:cubicBezTo>
                    <a:pt x="1984" y="838"/>
                    <a:pt x="2172" y="650"/>
                    <a:pt x="2172" y="419"/>
                  </a:cubicBezTo>
                  <a:cubicBezTo>
                    <a:pt x="2172" y="187"/>
                    <a:pt x="1984" y="1"/>
                    <a:pt x="1753"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40"/>
            <p:cNvSpPr/>
            <p:nvPr/>
          </p:nvSpPr>
          <p:spPr>
            <a:xfrm>
              <a:off x="7206950" y="2167550"/>
              <a:ext cx="54325" cy="20975"/>
            </a:xfrm>
            <a:custGeom>
              <a:rect b="b" l="l" r="r" t="t"/>
              <a:pathLst>
                <a:path extrusionOk="0" h="839" w="2173">
                  <a:moveTo>
                    <a:pt x="419" y="1"/>
                  </a:moveTo>
                  <a:cubicBezTo>
                    <a:pt x="188" y="1"/>
                    <a:pt x="1" y="188"/>
                    <a:pt x="1" y="419"/>
                  </a:cubicBezTo>
                  <a:cubicBezTo>
                    <a:pt x="1" y="650"/>
                    <a:pt x="188" y="838"/>
                    <a:pt x="419" y="838"/>
                  </a:cubicBezTo>
                  <a:lnTo>
                    <a:pt x="1754" y="838"/>
                  </a:lnTo>
                  <a:cubicBezTo>
                    <a:pt x="1985" y="838"/>
                    <a:pt x="2172" y="650"/>
                    <a:pt x="2172" y="419"/>
                  </a:cubicBezTo>
                  <a:cubicBezTo>
                    <a:pt x="2172" y="187"/>
                    <a:pt x="1985" y="1"/>
                    <a:pt x="175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40"/>
            <p:cNvSpPr/>
            <p:nvPr/>
          </p:nvSpPr>
          <p:spPr>
            <a:xfrm>
              <a:off x="6981875" y="2235100"/>
              <a:ext cx="179600" cy="11050"/>
            </a:xfrm>
            <a:custGeom>
              <a:rect b="b" l="l" r="r" t="t"/>
              <a:pathLst>
                <a:path extrusionOk="0" h="442" w="7184">
                  <a:moveTo>
                    <a:pt x="220" y="1"/>
                  </a:moveTo>
                  <a:cubicBezTo>
                    <a:pt x="98" y="1"/>
                    <a:pt x="0" y="99"/>
                    <a:pt x="0" y="221"/>
                  </a:cubicBezTo>
                  <a:cubicBezTo>
                    <a:pt x="0" y="343"/>
                    <a:pt x="98" y="442"/>
                    <a:pt x="220" y="442"/>
                  </a:cubicBezTo>
                  <a:lnTo>
                    <a:pt x="6962" y="442"/>
                  </a:lnTo>
                  <a:cubicBezTo>
                    <a:pt x="7084" y="442"/>
                    <a:pt x="7184" y="343"/>
                    <a:pt x="7184" y="221"/>
                  </a:cubicBezTo>
                  <a:cubicBezTo>
                    <a:pt x="7184" y="99"/>
                    <a:pt x="7084" y="1"/>
                    <a:pt x="6962"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40"/>
            <p:cNvSpPr/>
            <p:nvPr/>
          </p:nvSpPr>
          <p:spPr>
            <a:xfrm>
              <a:off x="6981875" y="2260125"/>
              <a:ext cx="133925" cy="11100"/>
            </a:xfrm>
            <a:custGeom>
              <a:rect b="b" l="l" r="r" t="t"/>
              <a:pathLst>
                <a:path extrusionOk="0" h="444" w="5357">
                  <a:moveTo>
                    <a:pt x="220" y="1"/>
                  </a:moveTo>
                  <a:cubicBezTo>
                    <a:pt x="98" y="1"/>
                    <a:pt x="0" y="100"/>
                    <a:pt x="0" y="222"/>
                  </a:cubicBezTo>
                  <a:cubicBezTo>
                    <a:pt x="0" y="344"/>
                    <a:pt x="98" y="443"/>
                    <a:pt x="220" y="443"/>
                  </a:cubicBezTo>
                  <a:lnTo>
                    <a:pt x="5135" y="443"/>
                  </a:lnTo>
                  <a:cubicBezTo>
                    <a:pt x="5259" y="443"/>
                    <a:pt x="5357" y="344"/>
                    <a:pt x="5357" y="222"/>
                  </a:cubicBezTo>
                  <a:cubicBezTo>
                    <a:pt x="5357" y="100"/>
                    <a:pt x="5257" y="1"/>
                    <a:pt x="5135"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59" name="Google Shape;559;p40"/>
          <p:cNvCxnSpPr/>
          <p:nvPr/>
        </p:nvCxnSpPr>
        <p:spPr>
          <a:xfrm flipH="1" rot="10800000">
            <a:off x="414963" y="2907996"/>
            <a:ext cx="2657700" cy="5400"/>
          </a:xfrm>
          <a:prstGeom prst="straightConnector1">
            <a:avLst/>
          </a:prstGeom>
          <a:noFill/>
          <a:ln cap="flat" cmpd="sng" w="20500">
            <a:solidFill>
              <a:schemeClr val="accent4"/>
            </a:solidFill>
            <a:prstDash val="solid"/>
            <a:round/>
            <a:headEnd len="med" w="med" type="none"/>
            <a:tailEnd len="med" w="med" type="none"/>
          </a:ln>
        </p:spPr>
      </p:cxnSp>
      <p:cxnSp>
        <p:nvCxnSpPr>
          <p:cNvPr id="560" name="Google Shape;560;p40"/>
          <p:cNvCxnSpPr/>
          <p:nvPr/>
        </p:nvCxnSpPr>
        <p:spPr>
          <a:xfrm flipH="1" rot="10800000">
            <a:off x="3243152" y="2907996"/>
            <a:ext cx="2657700" cy="5400"/>
          </a:xfrm>
          <a:prstGeom prst="straightConnector1">
            <a:avLst/>
          </a:prstGeom>
          <a:noFill/>
          <a:ln cap="flat" cmpd="sng" w="20500">
            <a:solidFill>
              <a:schemeClr val="accent4"/>
            </a:solidFill>
            <a:prstDash val="solid"/>
            <a:round/>
            <a:headEnd len="med" w="med" type="none"/>
            <a:tailEnd len="med" w="med" type="none"/>
          </a:ln>
        </p:spPr>
      </p:cxnSp>
      <p:cxnSp>
        <p:nvCxnSpPr>
          <p:cNvPr id="561" name="Google Shape;561;p40"/>
          <p:cNvCxnSpPr/>
          <p:nvPr/>
        </p:nvCxnSpPr>
        <p:spPr>
          <a:xfrm flipH="1" rot="10800000">
            <a:off x="6071342" y="2907996"/>
            <a:ext cx="2657700" cy="5400"/>
          </a:xfrm>
          <a:prstGeom prst="straightConnector1">
            <a:avLst/>
          </a:prstGeom>
          <a:noFill/>
          <a:ln cap="flat" cmpd="sng" w="20500">
            <a:solidFill>
              <a:schemeClr val="accent4"/>
            </a:solidFill>
            <a:prstDash val="solid"/>
            <a:round/>
            <a:headEnd len="med" w="med" type="none"/>
            <a:tailEnd len="med" w="med" type="none"/>
          </a:ln>
        </p:spPr>
      </p:cxnSp>
      <p:sp>
        <p:nvSpPr>
          <p:cNvPr id="562" name="Google Shape;562;p40"/>
          <p:cNvSpPr txBox="1"/>
          <p:nvPr>
            <p:ph idx="1" type="subTitle"/>
          </p:nvPr>
        </p:nvSpPr>
        <p:spPr>
          <a:xfrm>
            <a:off x="429000" y="2338650"/>
            <a:ext cx="2629800" cy="466200"/>
          </a:xfrm>
          <a:prstGeom prst="rect">
            <a:avLst/>
          </a:prstGeom>
        </p:spPr>
        <p:txBody>
          <a:bodyPr anchorCtr="0" anchor="b" bIns="91425" lIns="91425" spcFirstLastPara="1" rIns="91425" wrap="square" tIns="91425">
            <a:noAutofit/>
          </a:bodyPr>
          <a:lstStyle/>
          <a:p>
            <a:pPr indent="0" lvl="0" marL="0" rtl="0" algn="ctr">
              <a:lnSpc>
                <a:spcPct val="80000"/>
              </a:lnSpc>
              <a:spcBef>
                <a:spcPts val="0"/>
              </a:spcBef>
              <a:spcAft>
                <a:spcPts val="0"/>
              </a:spcAft>
              <a:buSzPts val="770"/>
              <a:buNone/>
            </a:pPr>
            <a:r>
              <a:rPr lang="en" sz="2000"/>
              <a:t>PROVIDER</a:t>
            </a:r>
            <a:endParaRPr sz="2000"/>
          </a:p>
        </p:txBody>
      </p:sp>
      <p:sp>
        <p:nvSpPr>
          <p:cNvPr id="563" name="Google Shape;563;p40"/>
          <p:cNvSpPr txBox="1"/>
          <p:nvPr>
            <p:ph idx="2" type="subTitle"/>
          </p:nvPr>
        </p:nvSpPr>
        <p:spPr>
          <a:xfrm>
            <a:off x="3257188" y="2434175"/>
            <a:ext cx="2629800" cy="4662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RESOURCE</a:t>
            </a:r>
            <a:endParaRPr sz="2000"/>
          </a:p>
        </p:txBody>
      </p:sp>
      <p:sp>
        <p:nvSpPr>
          <p:cNvPr id="564" name="Google Shape;564;p40"/>
          <p:cNvSpPr txBox="1"/>
          <p:nvPr>
            <p:ph idx="3" type="subTitle"/>
          </p:nvPr>
        </p:nvSpPr>
        <p:spPr>
          <a:xfrm>
            <a:off x="6085388" y="2434175"/>
            <a:ext cx="2629800" cy="4662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PROVISIONER</a:t>
            </a:r>
            <a:endParaRPr sz="2000"/>
          </a:p>
        </p:txBody>
      </p:sp>
      <p:sp>
        <p:nvSpPr>
          <p:cNvPr id="565" name="Google Shape;565;p40"/>
          <p:cNvSpPr txBox="1"/>
          <p:nvPr>
            <p:ph idx="4" type="subTitle"/>
          </p:nvPr>
        </p:nvSpPr>
        <p:spPr>
          <a:xfrm>
            <a:off x="6085400" y="2913400"/>
            <a:ext cx="2629800" cy="17499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600"/>
              <a:t>A provisioner runs extra commands after resource operations.</a:t>
            </a:r>
            <a:endParaRPr sz="1600">
              <a:solidFill>
                <a:srgbClr val="D9D9D9"/>
              </a:solidFill>
            </a:endParaRPr>
          </a:p>
        </p:txBody>
      </p:sp>
      <p:sp>
        <p:nvSpPr>
          <p:cNvPr id="566" name="Google Shape;566;p40"/>
          <p:cNvSpPr txBox="1"/>
          <p:nvPr>
            <p:ph idx="5" type="subTitle"/>
          </p:nvPr>
        </p:nvSpPr>
        <p:spPr>
          <a:xfrm>
            <a:off x="3257200" y="2913400"/>
            <a:ext cx="2629800" cy="17499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600"/>
              <a:t>A resource describes a managed object such as a VM.</a:t>
            </a:r>
            <a:endParaRPr sz="1600"/>
          </a:p>
        </p:txBody>
      </p:sp>
      <p:sp>
        <p:nvSpPr>
          <p:cNvPr id="567" name="Google Shape;567;p40"/>
          <p:cNvSpPr txBox="1"/>
          <p:nvPr>
            <p:ph idx="6" type="subTitle"/>
          </p:nvPr>
        </p:nvSpPr>
        <p:spPr>
          <a:xfrm>
            <a:off x="429000" y="2913325"/>
            <a:ext cx="2629800" cy="17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A provider connects Terraform to an API.</a:t>
            </a:r>
            <a:endParaRPr sz="16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41"/>
          <p:cNvSpPr txBox="1"/>
          <p:nvPr>
            <p:ph type="title"/>
          </p:nvPr>
        </p:nvSpPr>
        <p:spPr>
          <a:xfrm>
            <a:off x="866675" y="360750"/>
            <a:ext cx="60423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800"/>
              <a:t>IaC in the delivery pipeline</a:t>
            </a:r>
            <a:endParaRPr sz="2800"/>
          </a:p>
        </p:txBody>
      </p:sp>
      <p:grpSp>
        <p:nvGrpSpPr>
          <p:cNvPr id="572" name="Google Shape;572;p41"/>
          <p:cNvGrpSpPr/>
          <p:nvPr/>
        </p:nvGrpSpPr>
        <p:grpSpPr>
          <a:xfrm>
            <a:off x="1464131" y="1786503"/>
            <a:ext cx="420539" cy="401186"/>
            <a:chOff x="1757388" y="1858738"/>
            <a:chExt cx="370225" cy="353250"/>
          </a:xfrm>
        </p:grpSpPr>
        <p:sp>
          <p:nvSpPr>
            <p:cNvPr id="573" name="Google Shape;573;p41"/>
            <p:cNvSpPr/>
            <p:nvPr/>
          </p:nvSpPr>
          <p:spPr>
            <a:xfrm>
              <a:off x="1771388" y="1937063"/>
              <a:ext cx="339975" cy="255050"/>
            </a:xfrm>
            <a:custGeom>
              <a:rect b="b" l="l" r="r" t="t"/>
              <a:pathLst>
                <a:path extrusionOk="0" h="10202" w="13599">
                  <a:moveTo>
                    <a:pt x="1066" y="1"/>
                  </a:moveTo>
                  <a:cubicBezTo>
                    <a:pt x="478" y="1"/>
                    <a:pt x="0" y="478"/>
                    <a:pt x="0" y="1066"/>
                  </a:cubicBezTo>
                  <a:lnTo>
                    <a:pt x="0" y="9405"/>
                  </a:lnTo>
                  <a:lnTo>
                    <a:pt x="6799" y="10201"/>
                  </a:lnTo>
                  <a:lnTo>
                    <a:pt x="13599" y="9405"/>
                  </a:lnTo>
                  <a:lnTo>
                    <a:pt x="13599" y="1067"/>
                  </a:lnTo>
                  <a:cubicBezTo>
                    <a:pt x="13599" y="478"/>
                    <a:pt x="13121" y="1"/>
                    <a:pt x="1253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1"/>
            <p:cNvSpPr/>
            <p:nvPr/>
          </p:nvSpPr>
          <p:spPr>
            <a:xfrm>
              <a:off x="1757388" y="2172163"/>
              <a:ext cx="367950" cy="39825"/>
            </a:xfrm>
            <a:custGeom>
              <a:rect b="b" l="l" r="r" t="t"/>
              <a:pathLst>
                <a:path extrusionOk="0" h="1593" w="14718">
                  <a:moveTo>
                    <a:pt x="416" y="1"/>
                  </a:moveTo>
                  <a:cubicBezTo>
                    <a:pt x="175" y="1"/>
                    <a:pt x="0" y="232"/>
                    <a:pt x="66" y="464"/>
                  </a:cubicBezTo>
                  <a:lnTo>
                    <a:pt x="130" y="692"/>
                  </a:lnTo>
                  <a:cubicBezTo>
                    <a:pt x="280" y="1224"/>
                    <a:pt x="766" y="1593"/>
                    <a:pt x="1319" y="1593"/>
                  </a:cubicBezTo>
                  <a:lnTo>
                    <a:pt x="13400" y="1593"/>
                  </a:lnTo>
                  <a:cubicBezTo>
                    <a:pt x="13953" y="1593"/>
                    <a:pt x="14439" y="1224"/>
                    <a:pt x="14587" y="692"/>
                  </a:cubicBezTo>
                  <a:lnTo>
                    <a:pt x="14652" y="464"/>
                  </a:lnTo>
                  <a:cubicBezTo>
                    <a:pt x="14717" y="232"/>
                    <a:pt x="14542" y="1"/>
                    <a:pt x="1430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41"/>
            <p:cNvSpPr/>
            <p:nvPr/>
          </p:nvSpPr>
          <p:spPr>
            <a:xfrm>
              <a:off x="1771338" y="1937063"/>
              <a:ext cx="354000" cy="274925"/>
            </a:xfrm>
            <a:custGeom>
              <a:rect b="b" l="l" r="r" t="t"/>
              <a:pathLst>
                <a:path extrusionOk="0" h="10997" w="14160">
                  <a:moveTo>
                    <a:pt x="11072" y="1"/>
                  </a:moveTo>
                  <a:cubicBezTo>
                    <a:pt x="11660" y="1"/>
                    <a:pt x="12139" y="478"/>
                    <a:pt x="12139" y="1067"/>
                  </a:cubicBezTo>
                  <a:lnTo>
                    <a:pt x="12139" y="8661"/>
                  </a:lnTo>
                  <a:cubicBezTo>
                    <a:pt x="12139" y="8848"/>
                    <a:pt x="11988" y="9000"/>
                    <a:pt x="11800" y="9000"/>
                  </a:cubicBezTo>
                  <a:lnTo>
                    <a:pt x="1" y="9000"/>
                  </a:lnTo>
                  <a:lnTo>
                    <a:pt x="1" y="9405"/>
                  </a:lnTo>
                  <a:lnTo>
                    <a:pt x="12355" y="9405"/>
                  </a:lnTo>
                  <a:cubicBezTo>
                    <a:pt x="12596" y="9405"/>
                    <a:pt x="12771" y="9636"/>
                    <a:pt x="12705" y="9868"/>
                  </a:cubicBezTo>
                  <a:lnTo>
                    <a:pt x="12640" y="10096"/>
                  </a:lnTo>
                  <a:cubicBezTo>
                    <a:pt x="12491" y="10628"/>
                    <a:pt x="12005" y="10997"/>
                    <a:pt x="11453" y="10997"/>
                  </a:cubicBezTo>
                  <a:lnTo>
                    <a:pt x="12842" y="10997"/>
                  </a:lnTo>
                  <a:cubicBezTo>
                    <a:pt x="13395" y="10997"/>
                    <a:pt x="13881" y="10628"/>
                    <a:pt x="14029" y="10096"/>
                  </a:cubicBezTo>
                  <a:lnTo>
                    <a:pt x="14094" y="9868"/>
                  </a:lnTo>
                  <a:cubicBezTo>
                    <a:pt x="14159" y="9636"/>
                    <a:pt x="13986" y="9405"/>
                    <a:pt x="13744" y="9405"/>
                  </a:cubicBezTo>
                  <a:lnTo>
                    <a:pt x="13601" y="9405"/>
                  </a:lnTo>
                  <a:lnTo>
                    <a:pt x="13601" y="1067"/>
                  </a:lnTo>
                  <a:cubicBezTo>
                    <a:pt x="13601" y="478"/>
                    <a:pt x="13123" y="1"/>
                    <a:pt x="1253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41"/>
            <p:cNvSpPr/>
            <p:nvPr/>
          </p:nvSpPr>
          <p:spPr>
            <a:xfrm>
              <a:off x="1890388" y="2172163"/>
              <a:ext cx="101950" cy="19950"/>
            </a:xfrm>
            <a:custGeom>
              <a:rect b="b" l="l" r="r" t="t"/>
              <a:pathLst>
                <a:path extrusionOk="0" h="798" w="4078">
                  <a:moveTo>
                    <a:pt x="0" y="1"/>
                  </a:moveTo>
                  <a:lnTo>
                    <a:pt x="0" y="299"/>
                  </a:lnTo>
                  <a:cubicBezTo>
                    <a:pt x="0" y="573"/>
                    <a:pt x="223" y="797"/>
                    <a:pt x="499" y="797"/>
                  </a:cubicBezTo>
                  <a:lnTo>
                    <a:pt x="3580" y="797"/>
                  </a:lnTo>
                  <a:cubicBezTo>
                    <a:pt x="3855" y="797"/>
                    <a:pt x="4077" y="573"/>
                    <a:pt x="4077" y="299"/>
                  </a:cubicBezTo>
                  <a:lnTo>
                    <a:pt x="4077" y="1"/>
                  </a:ln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41"/>
            <p:cNvSpPr/>
            <p:nvPr/>
          </p:nvSpPr>
          <p:spPr>
            <a:xfrm>
              <a:off x="1793388" y="1959113"/>
              <a:ext cx="295925" cy="191025"/>
            </a:xfrm>
            <a:custGeom>
              <a:rect b="b" l="l" r="r" t="t"/>
              <a:pathLst>
                <a:path extrusionOk="0" h="7641" w="11837">
                  <a:moveTo>
                    <a:pt x="769" y="1"/>
                  </a:moveTo>
                  <a:cubicBezTo>
                    <a:pt x="345" y="1"/>
                    <a:pt x="1" y="344"/>
                    <a:pt x="1" y="768"/>
                  </a:cubicBezTo>
                  <a:lnTo>
                    <a:pt x="1" y="6874"/>
                  </a:lnTo>
                  <a:cubicBezTo>
                    <a:pt x="1" y="7298"/>
                    <a:pt x="345" y="7641"/>
                    <a:pt x="769" y="7641"/>
                  </a:cubicBezTo>
                  <a:lnTo>
                    <a:pt x="11070" y="7641"/>
                  </a:lnTo>
                  <a:cubicBezTo>
                    <a:pt x="11134" y="7641"/>
                    <a:pt x="11197" y="7632"/>
                    <a:pt x="11257" y="7618"/>
                  </a:cubicBezTo>
                  <a:cubicBezTo>
                    <a:pt x="11334" y="7599"/>
                    <a:pt x="11407" y="7568"/>
                    <a:pt x="11473" y="7526"/>
                  </a:cubicBezTo>
                  <a:cubicBezTo>
                    <a:pt x="11691" y="7392"/>
                    <a:pt x="11837" y="7149"/>
                    <a:pt x="11837" y="6874"/>
                  </a:cubicBezTo>
                  <a:lnTo>
                    <a:pt x="11837" y="768"/>
                  </a:lnTo>
                  <a:cubicBezTo>
                    <a:pt x="11837" y="491"/>
                    <a:pt x="11690" y="248"/>
                    <a:pt x="11470" y="114"/>
                  </a:cubicBezTo>
                  <a:cubicBezTo>
                    <a:pt x="11401" y="72"/>
                    <a:pt x="11324" y="40"/>
                    <a:pt x="11245" y="20"/>
                  </a:cubicBezTo>
                  <a:cubicBezTo>
                    <a:pt x="11187" y="8"/>
                    <a:pt x="11130" y="1"/>
                    <a:pt x="110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41"/>
            <p:cNvSpPr/>
            <p:nvPr/>
          </p:nvSpPr>
          <p:spPr>
            <a:xfrm>
              <a:off x="2074488" y="1959613"/>
              <a:ext cx="14825" cy="189975"/>
            </a:xfrm>
            <a:custGeom>
              <a:rect b="b" l="l" r="r" t="t"/>
              <a:pathLst>
                <a:path extrusionOk="0" h="7599" w="593">
                  <a:moveTo>
                    <a:pt x="1" y="0"/>
                  </a:moveTo>
                  <a:lnTo>
                    <a:pt x="1" y="0"/>
                  </a:lnTo>
                  <a:cubicBezTo>
                    <a:pt x="8" y="53"/>
                    <a:pt x="13" y="109"/>
                    <a:pt x="13" y="164"/>
                  </a:cubicBezTo>
                  <a:lnTo>
                    <a:pt x="13" y="7598"/>
                  </a:lnTo>
                  <a:cubicBezTo>
                    <a:pt x="90" y="7579"/>
                    <a:pt x="163" y="7548"/>
                    <a:pt x="229" y="7506"/>
                  </a:cubicBezTo>
                  <a:cubicBezTo>
                    <a:pt x="447" y="7372"/>
                    <a:pt x="593" y="7129"/>
                    <a:pt x="593" y="6854"/>
                  </a:cubicBezTo>
                  <a:lnTo>
                    <a:pt x="593" y="748"/>
                  </a:lnTo>
                  <a:cubicBezTo>
                    <a:pt x="593" y="471"/>
                    <a:pt x="446" y="228"/>
                    <a:pt x="226" y="94"/>
                  </a:cubicBezTo>
                  <a:cubicBezTo>
                    <a:pt x="157" y="51"/>
                    <a:pt x="80" y="20"/>
                    <a:pt x="1" y="0"/>
                  </a:cubicBezTo>
                  <a:close/>
                </a:path>
              </a:pathLst>
            </a:custGeom>
            <a:solidFill>
              <a:srgbClr val="878787">
                <a:alpha val="13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41"/>
            <p:cNvSpPr/>
            <p:nvPr/>
          </p:nvSpPr>
          <p:spPr>
            <a:xfrm>
              <a:off x="1825063" y="1996763"/>
              <a:ext cx="232600" cy="153375"/>
            </a:xfrm>
            <a:custGeom>
              <a:rect b="b" l="l" r="r" t="t"/>
              <a:pathLst>
                <a:path extrusionOk="0" h="6135" w="9304">
                  <a:moveTo>
                    <a:pt x="4652" y="1"/>
                  </a:moveTo>
                  <a:cubicBezTo>
                    <a:pt x="4383" y="1"/>
                    <a:pt x="4114" y="142"/>
                    <a:pt x="3978" y="424"/>
                  </a:cubicBezTo>
                  <a:lnTo>
                    <a:pt x="2370" y="3777"/>
                  </a:lnTo>
                  <a:lnTo>
                    <a:pt x="909" y="2822"/>
                  </a:lnTo>
                  <a:cubicBezTo>
                    <a:pt x="813" y="2759"/>
                    <a:pt x="709" y="2731"/>
                    <a:pt x="608" y="2731"/>
                  </a:cubicBezTo>
                  <a:cubicBezTo>
                    <a:pt x="289" y="2731"/>
                    <a:pt x="0" y="3015"/>
                    <a:pt x="61" y="3377"/>
                  </a:cubicBezTo>
                  <a:lnTo>
                    <a:pt x="519" y="6135"/>
                  </a:lnTo>
                  <a:lnTo>
                    <a:pt x="8785" y="6135"/>
                  </a:lnTo>
                  <a:lnTo>
                    <a:pt x="9244" y="3377"/>
                  </a:lnTo>
                  <a:cubicBezTo>
                    <a:pt x="9304" y="3015"/>
                    <a:pt x="9015" y="2731"/>
                    <a:pt x="8696" y="2731"/>
                  </a:cubicBezTo>
                  <a:cubicBezTo>
                    <a:pt x="8595" y="2731"/>
                    <a:pt x="8491" y="2759"/>
                    <a:pt x="8394" y="2822"/>
                  </a:cubicBezTo>
                  <a:lnTo>
                    <a:pt x="6935" y="3777"/>
                  </a:lnTo>
                  <a:lnTo>
                    <a:pt x="5325" y="424"/>
                  </a:lnTo>
                  <a:cubicBezTo>
                    <a:pt x="5190" y="142"/>
                    <a:pt x="4921" y="1"/>
                    <a:pt x="4652" y="1"/>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41"/>
            <p:cNvSpPr/>
            <p:nvPr/>
          </p:nvSpPr>
          <p:spPr>
            <a:xfrm>
              <a:off x="1880963" y="2070463"/>
              <a:ext cx="120800" cy="79675"/>
            </a:xfrm>
            <a:custGeom>
              <a:rect b="b" l="l" r="r" t="t"/>
              <a:pathLst>
                <a:path extrusionOk="0" h="3187" w="4832">
                  <a:moveTo>
                    <a:pt x="2416" y="1"/>
                  </a:moveTo>
                  <a:cubicBezTo>
                    <a:pt x="2276" y="1"/>
                    <a:pt x="2136" y="74"/>
                    <a:pt x="2066" y="221"/>
                  </a:cubicBezTo>
                  <a:lnTo>
                    <a:pt x="1231" y="1963"/>
                  </a:lnTo>
                  <a:lnTo>
                    <a:pt x="473" y="1467"/>
                  </a:lnTo>
                  <a:cubicBezTo>
                    <a:pt x="422" y="1434"/>
                    <a:pt x="368" y="1419"/>
                    <a:pt x="315" y="1419"/>
                  </a:cubicBezTo>
                  <a:cubicBezTo>
                    <a:pt x="150" y="1419"/>
                    <a:pt x="1" y="1567"/>
                    <a:pt x="31" y="1755"/>
                  </a:cubicBezTo>
                  <a:lnTo>
                    <a:pt x="270" y="3187"/>
                  </a:lnTo>
                  <a:lnTo>
                    <a:pt x="4562" y="3187"/>
                  </a:lnTo>
                  <a:lnTo>
                    <a:pt x="4800" y="1755"/>
                  </a:lnTo>
                  <a:cubicBezTo>
                    <a:pt x="4832" y="1567"/>
                    <a:pt x="4682" y="1419"/>
                    <a:pt x="4517" y="1419"/>
                  </a:cubicBezTo>
                  <a:cubicBezTo>
                    <a:pt x="4464" y="1419"/>
                    <a:pt x="4410" y="1434"/>
                    <a:pt x="4359" y="1467"/>
                  </a:cubicBezTo>
                  <a:lnTo>
                    <a:pt x="3602" y="1963"/>
                  </a:lnTo>
                  <a:lnTo>
                    <a:pt x="2766" y="221"/>
                  </a:lnTo>
                  <a:cubicBezTo>
                    <a:pt x="2696" y="74"/>
                    <a:pt x="2556" y="1"/>
                    <a:pt x="2416" y="1"/>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41"/>
            <p:cNvSpPr/>
            <p:nvPr/>
          </p:nvSpPr>
          <p:spPr>
            <a:xfrm>
              <a:off x="1978863" y="1858738"/>
              <a:ext cx="148750" cy="126400"/>
            </a:xfrm>
            <a:custGeom>
              <a:rect b="b" l="l" r="r" t="t"/>
              <a:pathLst>
                <a:path extrusionOk="0" h="5056" w="5950">
                  <a:moveTo>
                    <a:pt x="2975" y="0"/>
                  </a:moveTo>
                  <a:cubicBezTo>
                    <a:pt x="2784" y="0"/>
                    <a:pt x="2592" y="95"/>
                    <a:pt x="2483" y="285"/>
                  </a:cubicBezTo>
                  <a:lnTo>
                    <a:pt x="219" y="4203"/>
                  </a:lnTo>
                  <a:cubicBezTo>
                    <a:pt x="1" y="4583"/>
                    <a:pt x="274" y="5056"/>
                    <a:pt x="712" y="5056"/>
                  </a:cubicBezTo>
                  <a:lnTo>
                    <a:pt x="5238" y="5056"/>
                  </a:lnTo>
                  <a:cubicBezTo>
                    <a:pt x="5675" y="5056"/>
                    <a:pt x="5949" y="4583"/>
                    <a:pt x="5730" y="4203"/>
                  </a:cubicBezTo>
                  <a:lnTo>
                    <a:pt x="3467" y="285"/>
                  </a:lnTo>
                  <a:cubicBezTo>
                    <a:pt x="3358" y="95"/>
                    <a:pt x="3167" y="0"/>
                    <a:pt x="2975" y="0"/>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1"/>
            <p:cNvSpPr/>
            <p:nvPr/>
          </p:nvSpPr>
          <p:spPr>
            <a:xfrm>
              <a:off x="2042313" y="1858738"/>
              <a:ext cx="85300" cy="126400"/>
            </a:xfrm>
            <a:custGeom>
              <a:rect b="b" l="l" r="r" t="t"/>
              <a:pathLst>
                <a:path extrusionOk="0" h="5056" w="3412">
                  <a:moveTo>
                    <a:pt x="437" y="0"/>
                  </a:moveTo>
                  <a:cubicBezTo>
                    <a:pt x="275" y="0"/>
                    <a:pt x="113" y="68"/>
                    <a:pt x="1" y="203"/>
                  </a:cubicBezTo>
                  <a:cubicBezTo>
                    <a:pt x="21" y="229"/>
                    <a:pt x="40" y="255"/>
                    <a:pt x="57" y="285"/>
                  </a:cubicBezTo>
                  <a:lnTo>
                    <a:pt x="2319" y="4203"/>
                  </a:lnTo>
                  <a:cubicBezTo>
                    <a:pt x="2539" y="4583"/>
                    <a:pt x="2265" y="5056"/>
                    <a:pt x="1828" y="5056"/>
                  </a:cubicBezTo>
                  <a:lnTo>
                    <a:pt x="2700" y="5056"/>
                  </a:lnTo>
                  <a:cubicBezTo>
                    <a:pt x="3137" y="5056"/>
                    <a:pt x="3411" y="4583"/>
                    <a:pt x="3192" y="4203"/>
                  </a:cubicBezTo>
                  <a:lnTo>
                    <a:pt x="929" y="285"/>
                  </a:lnTo>
                  <a:cubicBezTo>
                    <a:pt x="819" y="95"/>
                    <a:pt x="628" y="0"/>
                    <a:pt x="437"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41"/>
            <p:cNvSpPr/>
            <p:nvPr/>
          </p:nvSpPr>
          <p:spPr>
            <a:xfrm>
              <a:off x="2041163" y="1887513"/>
              <a:ext cx="24150" cy="53675"/>
            </a:xfrm>
            <a:custGeom>
              <a:rect b="b" l="l" r="r" t="t"/>
              <a:pathLst>
                <a:path extrusionOk="0" h="2147" w="966">
                  <a:moveTo>
                    <a:pt x="482" y="0"/>
                  </a:moveTo>
                  <a:cubicBezTo>
                    <a:pt x="216" y="0"/>
                    <a:pt x="1" y="217"/>
                    <a:pt x="1" y="483"/>
                  </a:cubicBezTo>
                  <a:lnTo>
                    <a:pt x="1" y="1663"/>
                  </a:lnTo>
                  <a:cubicBezTo>
                    <a:pt x="1" y="1931"/>
                    <a:pt x="216" y="2146"/>
                    <a:pt x="482" y="2146"/>
                  </a:cubicBezTo>
                  <a:cubicBezTo>
                    <a:pt x="750" y="2146"/>
                    <a:pt x="965" y="1931"/>
                    <a:pt x="965" y="1663"/>
                  </a:cubicBezTo>
                  <a:lnTo>
                    <a:pt x="965" y="483"/>
                  </a:ln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41"/>
            <p:cNvSpPr/>
            <p:nvPr/>
          </p:nvSpPr>
          <p:spPr>
            <a:xfrm>
              <a:off x="2041163" y="1948513"/>
              <a:ext cx="24150" cy="24150"/>
            </a:xfrm>
            <a:custGeom>
              <a:rect b="b" l="l" r="r" t="t"/>
              <a:pathLst>
                <a:path extrusionOk="0" h="966" w="966">
                  <a:moveTo>
                    <a:pt x="482" y="0"/>
                  </a:moveTo>
                  <a:cubicBezTo>
                    <a:pt x="216" y="0"/>
                    <a:pt x="1" y="217"/>
                    <a:pt x="1" y="483"/>
                  </a:cubicBezTo>
                  <a:lnTo>
                    <a:pt x="1" y="531"/>
                  </a:lnTo>
                  <a:cubicBezTo>
                    <a:pt x="1" y="772"/>
                    <a:pt x="194" y="965"/>
                    <a:pt x="435" y="965"/>
                  </a:cubicBezTo>
                  <a:lnTo>
                    <a:pt x="482" y="965"/>
                  </a:lnTo>
                  <a:cubicBezTo>
                    <a:pt x="750" y="965"/>
                    <a:pt x="965" y="750"/>
                    <a:pt x="965" y="483"/>
                  </a:cubicBez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5" name="Google Shape;585;p41"/>
          <p:cNvGrpSpPr/>
          <p:nvPr/>
        </p:nvGrpSpPr>
        <p:grpSpPr>
          <a:xfrm>
            <a:off x="4369781" y="1779636"/>
            <a:ext cx="404437" cy="414928"/>
            <a:chOff x="4393975" y="1891863"/>
            <a:chExt cx="356050" cy="365350"/>
          </a:xfrm>
        </p:grpSpPr>
        <p:sp>
          <p:nvSpPr>
            <p:cNvPr id="586" name="Google Shape;586;p41"/>
            <p:cNvSpPr/>
            <p:nvPr/>
          </p:nvSpPr>
          <p:spPr>
            <a:xfrm>
              <a:off x="4393975" y="1891863"/>
              <a:ext cx="226075" cy="217200"/>
            </a:xfrm>
            <a:custGeom>
              <a:rect b="b" l="l" r="r" t="t"/>
              <a:pathLst>
                <a:path extrusionOk="0" h="8688" w="9043">
                  <a:moveTo>
                    <a:pt x="4156" y="0"/>
                  </a:moveTo>
                  <a:cubicBezTo>
                    <a:pt x="4101" y="0"/>
                    <a:pt x="4047" y="2"/>
                    <a:pt x="3992" y="4"/>
                  </a:cubicBezTo>
                  <a:cubicBezTo>
                    <a:pt x="3480" y="26"/>
                    <a:pt x="2963" y="158"/>
                    <a:pt x="2476" y="409"/>
                  </a:cubicBezTo>
                  <a:cubicBezTo>
                    <a:pt x="685" y="1334"/>
                    <a:pt x="1" y="3552"/>
                    <a:pt x="898" y="5358"/>
                  </a:cubicBezTo>
                  <a:lnTo>
                    <a:pt x="2553" y="8687"/>
                  </a:lnTo>
                  <a:lnTo>
                    <a:pt x="3984" y="7976"/>
                  </a:lnTo>
                  <a:lnTo>
                    <a:pt x="2304" y="4596"/>
                  </a:lnTo>
                  <a:cubicBezTo>
                    <a:pt x="1787" y="3557"/>
                    <a:pt x="2227" y="2288"/>
                    <a:pt x="3284" y="1793"/>
                  </a:cubicBezTo>
                  <a:cubicBezTo>
                    <a:pt x="3513" y="1686"/>
                    <a:pt x="3753" y="1625"/>
                    <a:pt x="3992" y="1607"/>
                  </a:cubicBezTo>
                  <a:cubicBezTo>
                    <a:pt x="4042" y="1603"/>
                    <a:pt x="4093" y="1602"/>
                    <a:pt x="4143" y="1602"/>
                  </a:cubicBezTo>
                  <a:cubicBezTo>
                    <a:pt x="4920" y="1602"/>
                    <a:pt x="5669" y="2044"/>
                    <a:pt x="6038" y="2785"/>
                  </a:cubicBezTo>
                  <a:lnTo>
                    <a:pt x="7501" y="5730"/>
                  </a:lnTo>
                  <a:cubicBezTo>
                    <a:pt x="7579" y="5888"/>
                    <a:pt x="7737" y="5978"/>
                    <a:pt x="7901" y="5978"/>
                  </a:cubicBezTo>
                  <a:cubicBezTo>
                    <a:pt x="7968" y="5978"/>
                    <a:pt x="8035" y="5963"/>
                    <a:pt x="8098" y="5932"/>
                  </a:cubicBezTo>
                  <a:lnTo>
                    <a:pt x="8733" y="5617"/>
                  </a:lnTo>
                  <a:cubicBezTo>
                    <a:pt x="8952" y="5508"/>
                    <a:pt x="9042" y="5240"/>
                    <a:pt x="8933" y="5019"/>
                  </a:cubicBezTo>
                  <a:lnTo>
                    <a:pt x="7450" y="2037"/>
                  </a:lnTo>
                  <a:cubicBezTo>
                    <a:pt x="6810" y="748"/>
                    <a:pt x="5507" y="0"/>
                    <a:pt x="4156" y="0"/>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41"/>
            <p:cNvSpPr/>
            <p:nvPr/>
          </p:nvSpPr>
          <p:spPr>
            <a:xfrm>
              <a:off x="4493775" y="1891863"/>
              <a:ext cx="126275" cy="149475"/>
            </a:xfrm>
            <a:custGeom>
              <a:rect b="b" l="l" r="r" t="t"/>
              <a:pathLst>
                <a:path extrusionOk="0" h="5979" w="5051">
                  <a:moveTo>
                    <a:pt x="164" y="0"/>
                  </a:moveTo>
                  <a:cubicBezTo>
                    <a:pt x="109" y="0"/>
                    <a:pt x="55" y="2"/>
                    <a:pt x="0" y="4"/>
                  </a:cubicBezTo>
                  <a:cubicBezTo>
                    <a:pt x="24" y="28"/>
                    <a:pt x="626" y="672"/>
                    <a:pt x="0" y="1607"/>
                  </a:cubicBezTo>
                  <a:cubicBezTo>
                    <a:pt x="50" y="1603"/>
                    <a:pt x="101" y="1602"/>
                    <a:pt x="151" y="1602"/>
                  </a:cubicBezTo>
                  <a:cubicBezTo>
                    <a:pt x="928" y="1602"/>
                    <a:pt x="1677" y="2044"/>
                    <a:pt x="2046" y="2785"/>
                  </a:cubicBezTo>
                  <a:lnTo>
                    <a:pt x="3509" y="5730"/>
                  </a:lnTo>
                  <a:cubicBezTo>
                    <a:pt x="3587" y="5888"/>
                    <a:pt x="3745" y="5978"/>
                    <a:pt x="3909" y="5978"/>
                  </a:cubicBezTo>
                  <a:cubicBezTo>
                    <a:pt x="3976" y="5978"/>
                    <a:pt x="4043" y="5963"/>
                    <a:pt x="4106" y="5932"/>
                  </a:cubicBezTo>
                  <a:lnTo>
                    <a:pt x="4741" y="5617"/>
                  </a:lnTo>
                  <a:cubicBezTo>
                    <a:pt x="4960" y="5508"/>
                    <a:pt x="5050" y="5240"/>
                    <a:pt x="4941" y="5019"/>
                  </a:cubicBezTo>
                  <a:lnTo>
                    <a:pt x="3458" y="2037"/>
                  </a:lnTo>
                  <a:cubicBezTo>
                    <a:pt x="2818" y="748"/>
                    <a:pt x="1515" y="0"/>
                    <a:pt x="164" y="0"/>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41"/>
            <p:cNvSpPr/>
            <p:nvPr/>
          </p:nvSpPr>
          <p:spPr>
            <a:xfrm>
              <a:off x="4425400" y="2084913"/>
              <a:ext cx="229150" cy="172300"/>
            </a:xfrm>
            <a:custGeom>
              <a:rect b="b" l="l" r="r" t="t"/>
              <a:pathLst>
                <a:path extrusionOk="0" h="6892" w="9166">
                  <a:moveTo>
                    <a:pt x="1297" y="1"/>
                  </a:moveTo>
                  <a:cubicBezTo>
                    <a:pt x="582" y="1"/>
                    <a:pt x="1" y="582"/>
                    <a:pt x="1" y="1297"/>
                  </a:cubicBezTo>
                  <a:lnTo>
                    <a:pt x="1" y="5597"/>
                  </a:lnTo>
                  <a:cubicBezTo>
                    <a:pt x="1" y="6312"/>
                    <a:pt x="580" y="6892"/>
                    <a:pt x="1297" y="6892"/>
                  </a:cubicBezTo>
                  <a:lnTo>
                    <a:pt x="7871" y="6892"/>
                  </a:lnTo>
                  <a:cubicBezTo>
                    <a:pt x="8586" y="6892"/>
                    <a:pt x="9166" y="6312"/>
                    <a:pt x="9166" y="5597"/>
                  </a:cubicBezTo>
                  <a:lnTo>
                    <a:pt x="9166" y="1297"/>
                  </a:lnTo>
                  <a:cubicBezTo>
                    <a:pt x="9166" y="582"/>
                    <a:pt x="8586" y="1"/>
                    <a:pt x="7871" y="1"/>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1"/>
            <p:cNvSpPr/>
            <p:nvPr/>
          </p:nvSpPr>
          <p:spPr>
            <a:xfrm>
              <a:off x="4583900" y="2084913"/>
              <a:ext cx="70650" cy="172300"/>
            </a:xfrm>
            <a:custGeom>
              <a:rect b="b" l="l" r="r" t="t"/>
              <a:pathLst>
                <a:path extrusionOk="0" h="6892" w="2826">
                  <a:moveTo>
                    <a:pt x="0" y="1"/>
                  </a:moveTo>
                  <a:cubicBezTo>
                    <a:pt x="716" y="1"/>
                    <a:pt x="1295" y="580"/>
                    <a:pt x="1295" y="1297"/>
                  </a:cubicBezTo>
                  <a:lnTo>
                    <a:pt x="1295" y="5595"/>
                  </a:lnTo>
                  <a:cubicBezTo>
                    <a:pt x="1295" y="6312"/>
                    <a:pt x="716" y="6892"/>
                    <a:pt x="0" y="6892"/>
                  </a:cubicBezTo>
                  <a:lnTo>
                    <a:pt x="1531" y="6892"/>
                  </a:lnTo>
                  <a:cubicBezTo>
                    <a:pt x="2246" y="6892"/>
                    <a:pt x="2826" y="6312"/>
                    <a:pt x="2826" y="5595"/>
                  </a:cubicBezTo>
                  <a:lnTo>
                    <a:pt x="2826" y="1297"/>
                  </a:lnTo>
                  <a:cubicBezTo>
                    <a:pt x="2826" y="580"/>
                    <a:pt x="2246" y="1"/>
                    <a:pt x="1531" y="1"/>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1"/>
            <p:cNvSpPr/>
            <p:nvPr/>
          </p:nvSpPr>
          <p:spPr>
            <a:xfrm>
              <a:off x="4508300" y="2120238"/>
              <a:ext cx="64775" cy="102675"/>
            </a:xfrm>
            <a:custGeom>
              <a:rect b="b" l="l" r="r" t="t"/>
              <a:pathLst>
                <a:path extrusionOk="0" h="4107" w="2591">
                  <a:moveTo>
                    <a:pt x="1267" y="0"/>
                  </a:moveTo>
                  <a:cubicBezTo>
                    <a:pt x="762" y="0"/>
                    <a:pt x="321" y="284"/>
                    <a:pt x="98" y="703"/>
                  </a:cubicBezTo>
                  <a:cubicBezTo>
                    <a:pt x="0" y="888"/>
                    <a:pt x="926" y="1099"/>
                    <a:pt x="926" y="1323"/>
                  </a:cubicBezTo>
                  <a:cubicBezTo>
                    <a:pt x="926" y="1756"/>
                    <a:pt x="1115" y="2138"/>
                    <a:pt x="1435" y="2380"/>
                  </a:cubicBezTo>
                  <a:lnTo>
                    <a:pt x="473" y="3313"/>
                  </a:lnTo>
                  <a:cubicBezTo>
                    <a:pt x="473" y="3362"/>
                    <a:pt x="479" y="3409"/>
                    <a:pt x="487" y="3456"/>
                  </a:cubicBezTo>
                  <a:cubicBezTo>
                    <a:pt x="555" y="3825"/>
                    <a:pt x="878" y="4107"/>
                    <a:pt x="1267" y="4107"/>
                  </a:cubicBezTo>
                  <a:cubicBezTo>
                    <a:pt x="1487" y="4107"/>
                    <a:pt x="1686" y="4017"/>
                    <a:pt x="1829" y="3874"/>
                  </a:cubicBezTo>
                  <a:cubicBezTo>
                    <a:pt x="1939" y="3764"/>
                    <a:pt x="2016" y="3621"/>
                    <a:pt x="2047" y="3463"/>
                  </a:cubicBezTo>
                  <a:cubicBezTo>
                    <a:pt x="2057" y="3414"/>
                    <a:pt x="2061" y="3363"/>
                    <a:pt x="2061" y="3313"/>
                  </a:cubicBezTo>
                  <a:lnTo>
                    <a:pt x="2061" y="2380"/>
                  </a:lnTo>
                  <a:cubicBezTo>
                    <a:pt x="2382" y="2138"/>
                    <a:pt x="2590" y="1756"/>
                    <a:pt x="2590" y="1323"/>
                  </a:cubicBezTo>
                  <a:cubicBezTo>
                    <a:pt x="2590" y="1059"/>
                    <a:pt x="2513" y="811"/>
                    <a:pt x="2379" y="604"/>
                  </a:cubicBezTo>
                  <a:cubicBezTo>
                    <a:pt x="2142" y="241"/>
                    <a:pt x="1733" y="0"/>
                    <a:pt x="1267" y="0"/>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41"/>
            <p:cNvSpPr/>
            <p:nvPr/>
          </p:nvSpPr>
          <p:spPr>
            <a:xfrm>
              <a:off x="4506900" y="2135313"/>
              <a:ext cx="243125" cy="71500"/>
            </a:xfrm>
            <a:custGeom>
              <a:rect b="b" l="l" r="r" t="t"/>
              <a:pathLst>
                <a:path extrusionOk="0" h="2860" w="9725">
                  <a:moveTo>
                    <a:pt x="678" y="1"/>
                  </a:moveTo>
                  <a:cubicBezTo>
                    <a:pt x="493" y="1"/>
                    <a:pt x="317" y="36"/>
                    <a:pt x="154" y="100"/>
                  </a:cubicBezTo>
                  <a:cubicBezTo>
                    <a:pt x="56" y="285"/>
                    <a:pt x="0" y="496"/>
                    <a:pt x="0" y="720"/>
                  </a:cubicBezTo>
                  <a:cubicBezTo>
                    <a:pt x="0" y="1153"/>
                    <a:pt x="209" y="1535"/>
                    <a:pt x="529" y="1777"/>
                  </a:cubicBezTo>
                  <a:lnTo>
                    <a:pt x="529" y="2710"/>
                  </a:lnTo>
                  <a:cubicBezTo>
                    <a:pt x="529" y="2759"/>
                    <a:pt x="535" y="2806"/>
                    <a:pt x="543" y="2853"/>
                  </a:cubicBezTo>
                  <a:cubicBezTo>
                    <a:pt x="587" y="2857"/>
                    <a:pt x="633" y="2860"/>
                    <a:pt x="678" y="2860"/>
                  </a:cubicBezTo>
                  <a:lnTo>
                    <a:pt x="8295" y="2860"/>
                  </a:lnTo>
                  <a:cubicBezTo>
                    <a:pt x="8690" y="2860"/>
                    <a:pt x="9047" y="2700"/>
                    <a:pt x="9306" y="2441"/>
                  </a:cubicBezTo>
                  <a:cubicBezTo>
                    <a:pt x="9565" y="2182"/>
                    <a:pt x="9725" y="1825"/>
                    <a:pt x="9725" y="1430"/>
                  </a:cubicBezTo>
                  <a:cubicBezTo>
                    <a:pt x="9725" y="640"/>
                    <a:pt x="9085" y="2"/>
                    <a:pt x="8295" y="1"/>
                  </a:cubicBezTo>
                  <a:close/>
                </a:path>
              </a:pathLst>
            </a:custGeom>
            <a:solidFill>
              <a:srgbClr val="4DC8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41"/>
            <p:cNvSpPr/>
            <p:nvPr/>
          </p:nvSpPr>
          <p:spPr>
            <a:xfrm>
              <a:off x="4506900" y="2135313"/>
              <a:ext cx="37250" cy="71500"/>
            </a:xfrm>
            <a:custGeom>
              <a:rect b="b" l="l" r="r" t="t"/>
              <a:pathLst>
                <a:path extrusionOk="0" h="2860" w="1490">
                  <a:moveTo>
                    <a:pt x="678" y="1"/>
                  </a:moveTo>
                  <a:cubicBezTo>
                    <a:pt x="493" y="1"/>
                    <a:pt x="317" y="36"/>
                    <a:pt x="154" y="100"/>
                  </a:cubicBezTo>
                  <a:cubicBezTo>
                    <a:pt x="56" y="285"/>
                    <a:pt x="0" y="496"/>
                    <a:pt x="0" y="720"/>
                  </a:cubicBezTo>
                  <a:cubicBezTo>
                    <a:pt x="0" y="1153"/>
                    <a:pt x="209" y="1535"/>
                    <a:pt x="529" y="1777"/>
                  </a:cubicBezTo>
                  <a:lnTo>
                    <a:pt x="529" y="2710"/>
                  </a:lnTo>
                  <a:cubicBezTo>
                    <a:pt x="529" y="2759"/>
                    <a:pt x="535" y="2806"/>
                    <a:pt x="543" y="2853"/>
                  </a:cubicBezTo>
                  <a:cubicBezTo>
                    <a:pt x="587" y="2857"/>
                    <a:pt x="633" y="2860"/>
                    <a:pt x="678" y="2860"/>
                  </a:cubicBezTo>
                  <a:lnTo>
                    <a:pt x="1490" y="2860"/>
                  </a:lnTo>
                  <a:cubicBezTo>
                    <a:pt x="1481" y="2811"/>
                    <a:pt x="1476" y="2760"/>
                    <a:pt x="1476" y="2710"/>
                  </a:cubicBezTo>
                  <a:lnTo>
                    <a:pt x="1476" y="1777"/>
                  </a:lnTo>
                  <a:cubicBezTo>
                    <a:pt x="1155" y="1535"/>
                    <a:pt x="947" y="1153"/>
                    <a:pt x="947" y="720"/>
                  </a:cubicBezTo>
                  <a:cubicBezTo>
                    <a:pt x="947" y="456"/>
                    <a:pt x="1025" y="208"/>
                    <a:pt x="1159" y="1"/>
                  </a:cubicBezTo>
                  <a:close/>
                </a:path>
              </a:pathLst>
            </a:custGeom>
            <a:solidFill>
              <a:srgbClr val="375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41"/>
            <p:cNvSpPr/>
            <p:nvPr/>
          </p:nvSpPr>
          <p:spPr>
            <a:xfrm>
              <a:off x="4671600" y="2135313"/>
              <a:ext cx="78425" cy="71500"/>
            </a:xfrm>
            <a:custGeom>
              <a:rect b="b" l="l" r="r" t="t"/>
              <a:pathLst>
                <a:path extrusionOk="0" h="2860" w="3137">
                  <a:moveTo>
                    <a:pt x="1" y="1"/>
                  </a:moveTo>
                  <a:cubicBezTo>
                    <a:pt x="789" y="1"/>
                    <a:pt x="1429" y="640"/>
                    <a:pt x="1429" y="1430"/>
                  </a:cubicBezTo>
                  <a:cubicBezTo>
                    <a:pt x="1429" y="1825"/>
                    <a:pt x="1269" y="2182"/>
                    <a:pt x="1010" y="2441"/>
                  </a:cubicBezTo>
                  <a:cubicBezTo>
                    <a:pt x="753" y="2699"/>
                    <a:pt x="396" y="2860"/>
                    <a:pt x="1" y="2860"/>
                  </a:cubicBezTo>
                  <a:lnTo>
                    <a:pt x="1707" y="2860"/>
                  </a:lnTo>
                  <a:cubicBezTo>
                    <a:pt x="2102" y="2860"/>
                    <a:pt x="2459" y="2700"/>
                    <a:pt x="2718" y="2441"/>
                  </a:cubicBezTo>
                  <a:cubicBezTo>
                    <a:pt x="2977" y="2182"/>
                    <a:pt x="3137" y="1825"/>
                    <a:pt x="3137" y="1430"/>
                  </a:cubicBezTo>
                  <a:cubicBezTo>
                    <a:pt x="3137" y="640"/>
                    <a:pt x="2497" y="2"/>
                    <a:pt x="1707" y="1"/>
                  </a:cubicBezTo>
                  <a:close/>
                </a:path>
              </a:pathLst>
            </a:custGeom>
            <a:solidFill>
              <a:srgbClr val="375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41"/>
            <p:cNvSpPr/>
            <p:nvPr/>
          </p:nvSpPr>
          <p:spPr>
            <a:xfrm>
              <a:off x="4528475" y="2152013"/>
              <a:ext cx="39200" cy="38100"/>
            </a:xfrm>
            <a:custGeom>
              <a:rect b="b" l="l" r="r" t="t"/>
              <a:pathLst>
                <a:path extrusionOk="0" h="1524" w="1568">
                  <a:moveTo>
                    <a:pt x="243" y="1"/>
                  </a:moveTo>
                  <a:cubicBezTo>
                    <a:pt x="186" y="1"/>
                    <a:pt x="130" y="22"/>
                    <a:pt x="86" y="65"/>
                  </a:cubicBezTo>
                  <a:cubicBezTo>
                    <a:pt x="1" y="152"/>
                    <a:pt x="1" y="292"/>
                    <a:pt x="86" y="377"/>
                  </a:cubicBezTo>
                  <a:lnTo>
                    <a:pt x="473" y="762"/>
                  </a:lnTo>
                  <a:lnTo>
                    <a:pt x="86" y="1147"/>
                  </a:lnTo>
                  <a:cubicBezTo>
                    <a:pt x="1" y="1234"/>
                    <a:pt x="1" y="1374"/>
                    <a:pt x="86" y="1459"/>
                  </a:cubicBezTo>
                  <a:cubicBezTo>
                    <a:pt x="130" y="1503"/>
                    <a:pt x="187" y="1524"/>
                    <a:pt x="243" y="1524"/>
                  </a:cubicBezTo>
                  <a:cubicBezTo>
                    <a:pt x="299" y="1524"/>
                    <a:pt x="355" y="1503"/>
                    <a:pt x="399" y="1459"/>
                  </a:cubicBezTo>
                  <a:lnTo>
                    <a:pt x="784" y="1074"/>
                  </a:lnTo>
                  <a:lnTo>
                    <a:pt x="1169" y="1459"/>
                  </a:lnTo>
                  <a:cubicBezTo>
                    <a:pt x="1212" y="1503"/>
                    <a:pt x="1269" y="1524"/>
                    <a:pt x="1325" y="1524"/>
                  </a:cubicBezTo>
                  <a:cubicBezTo>
                    <a:pt x="1381" y="1524"/>
                    <a:pt x="1437" y="1503"/>
                    <a:pt x="1481" y="1459"/>
                  </a:cubicBezTo>
                  <a:cubicBezTo>
                    <a:pt x="1568" y="1374"/>
                    <a:pt x="1568" y="1234"/>
                    <a:pt x="1481" y="1147"/>
                  </a:cubicBezTo>
                  <a:lnTo>
                    <a:pt x="1096" y="762"/>
                  </a:lnTo>
                  <a:lnTo>
                    <a:pt x="1481" y="377"/>
                  </a:lnTo>
                  <a:cubicBezTo>
                    <a:pt x="1568" y="292"/>
                    <a:pt x="1568" y="152"/>
                    <a:pt x="1481" y="65"/>
                  </a:cubicBezTo>
                  <a:cubicBezTo>
                    <a:pt x="1438" y="22"/>
                    <a:pt x="1382" y="1"/>
                    <a:pt x="1325" y="1"/>
                  </a:cubicBezTo>
                  <a:cubicBezTo>
                    <a:pt x="1269" y="1"/>
                    <a:pt x="1213" y="22"/>
                    <a:pt x="1170" y="65"/>
                  </a:cubicBezTo>
                  <a:lnTo>
                    <a:pt x="784" y="450"/>
                  </a:lnTo>
                  <a:lnTo>
                    <a:pt x="399" y="65"/>
                  </a:lnTo>
                  <a:cubicBezTo>
                    <a:pt x="356" y="22"/>
                    <a:pt x="300" y="1"/>
                    <a:pt x="2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41"/>
            <p:cNvSpPr/>
            <p:nvPr/>
          </p:nvSpPr>
          <p:spPr>
            <a:xfrm>
              <a:off x="4576800" y="2152013"/>
              <a:ext cx="39175" cy="38100"/>
            </a:xfrm>
            <a:custGeom>
              <a:rect b="b" l="l" r="r" t="t"/>
              <a:pathLst>
                <a:path extrusionOk="0" h="1524" w="1567">
                  <a:moveTo>
                    <a:pt x="242" y="1"/>
                  </a:moveTo>
                  <a:cubicBezTo>
                    <a:pt x="186" y="1"/>
                    <a:pt x="130" y="22"/>
                    <a:pt x="87" y="65"/>
                  </a:cubicBezTo>
                  <a:cubicBezTo>
                    <a:pt x="0" y="152"/>
                    <a:pt x="0" y="292"/>
                    <a:pt x="87" y="377"/>
                  </a:cubicBezTo>
                  <a:lnTo>
                    <a:pt x="472" y="762"/>
                  </a:lnTo>
                  <a:lnTo>
                    <a:pt x="87" y="1147"/>
                  </a:lnTo>
                  <a:cubicBezTo>
                    <a:pt x="0" y="1234"/>
                    <a:pt x="0" y="1374"/>
                    <a:pt x="87" y="1459"/>
                  </a:cubicBezTo>
                  <a:cubicBezTo>
                    <a:pt x="130" y="1503"/>
                    <a:pt x="186" y="1524"/>
                    <a:pt x="242" y="1524"/>
                  </a:cubicBezTo>
                  <a:cubicBezTo>
                    <a:pt x="300" y="1524"/>
                    <a:pt x="356" y="1503"/>
                    <a:pt x="399" y="1459"/>
                  </a:cubicBezTo>
                  <a:lnTo>
                    <a:pt x="784" y="1074"/>
                  </a:lnTo>
                  <a:lnTo>
                    <a:pt x="1169" y="1459"/>
                  </a:lnTo>
                  <a:cubicBezTo>
                    <a:pt x="1212" y="1503"/>
                    <a:pt x="1268" y="1524"/>
                    <a:pt x="1324" y="1524"/>
                  </a:cubicBezTo>
                  <a:cubicBezTo>
                    <a:pt x="1382" y="1524"/>
                    <a:pt x="1438" y="1503"/>
                    <a:pt x="1481" y="1459"/>
                  </a:cubicBezTo>
                  <a:cubicBezTo>
                    <a:pt x="1567" y="1374"/>
                    <a:pt x="1567" y="1234"/>
                    <a:pt x="1481" y="1147"/>
                  </a:cubicBezTo>
                  <a:lnTo>
                    <a:pt x="1096" y="762"/>
                  </a:lnTo>
                  <a:lnTo>
                    <a:pt x="1481" y="377"/>
                  </a:lnTo>
                  <a:cubicBezTo>
                    <a:pt x="1567" y="292"/>
                    <a:pt x="1567" y="152"/>
                    <a:pt x="1481" y="65"/>
                  </a:cubicBezTo>
                  <a:cubicBezTo>
                    <a:pt x="1438" y="22"/>
                    <a:pt x="1382" y="1"/>
                    <a:pt x="1325" y="1"/>
                  </a:cubicBezTo>
                  <a:cubicBezTo>
                    <a:pt x="1269" y="1"/>
                    <a:pt x="1212" y="22"/>
                    <a:pt x="1169" y="65"/>
                  </a:cubicBezTo>
                  <a:lnTo>
                    <a:pt x="784" y="450"/>
                  </a:lnTo>
                  <a:lnTo>
                    <a:pt x="399" y="65"/>
                  </a:lnTo>
                  <a:cubicBezTo>
                    <a:pt x="356" y="22"/>
                    <a:pt x="299" y="1"/>
                    <a:pt x="2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41"/>
            <p:cNvSpPr/>
            <p:nvPr/>
          </p:nvSpPr>
          <p:spPr>
            <a:xfrm>
              <a:off x="4625125" y="2152013"/>
              <a:ext cx="39200" cy="38100"/>
            </a:xfrm>
            <a:custGeom>
              <a:rect b="b" l="l" r="r" t="t"/>
              <a:pathLst>
                <a:path extrusionOk="0" h="1524" w="1568">
                  <a:moveTo>
                    <a:pt x="243" y="1"/>
                  </a:moveTo>
                  <a:cubicBezTo>
                    <a:pt x="186" y="1"/>
                    <a:pt x="130" y="22"/>
                    <a:pt x="87" y="65"/>
                  </a:cubicBezTo>
                  <a:cubicBezTo>
                    <a:pt x="1" y="152"/>
                    <a:pt x="1" y="292"/>
                    <a:pt x="87" y="377"/>
                  </a:cubicBezTo>
                  <a:lnTo>
                    <a:pt x="472" y="762"/>
                  </a:lnTo>
                  <a:lnTo>
                    <a:pt x="87" y="1147"/>
                  </a:lnTo>
                  <a:cubicBezTo>
                    <a:pt x="1" y="1234"/>
                    <a:pt x="1" y="1374"/>
                    <a:pt x="87" y="1459"/>
                  </a:cubicBezTo>
                  <a:cubicBezTo>
                    <a:pt x="129" y="1503"/>
                    <a:pt x="187" y="1524"/>
                    <a:pt x="243" y="1524"/>
                  </a:cubicBezTo>
                  <a:cubicBezTo>
                    <a:pt x="299" y="1524"/>
                    <a:pt x="356" y="1503"/>
                    <a:pt x="398" y="1459"/>
                  </a:cubicBezTo>
                  <a:lnTo>
                    <a:pt x="783" y="1074"/>
                  </a:lnTo>
                  <a:lnTo>
                    <a:pt x="1170" y="1459"/>
                  </a:lnTo>
                  <a:cubicBezTo>
                    <a:pt x="1212" y="1503"/>
                    <a:pt x="1269" y="1524"/>
                    <a:pt x="1325" y="1524"/>
                  </a:cubicBezTo>
                  <a:cubicBezTo>
                    <a:pt x="1381" y="1524"/>
                    <a:pt x="1438" y="1503"/>
                    <a:pt x="1480" y="1459"/>
                  </a:cubicBezTo>
                  <a:cubicBezTo>
                    <a:pt x="1567" y="1374"/>
                    <a:pt x="1567" y="1234"/>
                    <a:pt x="1480" y="1147"/>
                  </a:cubicBezTo>
                  <a:lnTo>
                    <a:pt x="1095" y="762"/>
                  </a:lnTo>
                  <a:lnTo>
                    <a:pt x="1480" y="377"/>
                  </a:lnTo>
                  <a:cubicBezTo>
                    <a:pt x="1567" y="292"/>
                    <a:pt x="1567" y="152"/>
                    <a:pt x="1480" y="65"/>
                  </a:cubicBezTo>
                  <a:cubicBezTo>
                    <a:pt x="1438" y="22"/>
                    <a:pt x="1381" y="1"/>
                    <a:pt x="1325" y="1"/>
                  </a:cubicBezTo>
                  <a:cubicBezTo>
                    <a:pt x="1269" y="1"/>
                    <a:pt x="1212" y="22"/>
                    <a:pt x="1170" y="65"/>
                  </a:cubicBezTo>
                  <a:lnTo>
                    <a:pt x="785" y="450"/>
                  </a:lnTo>
                  <a:lnTo>
                    <a:pt x="398" y="65"/>
                  </a:lnTo>
                  <a:cubicBezTo>
                    <a:pt x="355" y="22"/>
                    <a:pt x="299" y="1"/>
                    <a:pt x="2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41"/>
            <p:cNvSpPr/>
            <p:nvPr/>
          </p:nvSpPr>
          <p:spPr>
            <a:xfrm>
              <a:off x="4673450" y="2152013"/>
              <a:ext cx="39200" cy="38100"/>
            </a:xfrm>
            <a:custGeom>
              <a:rect b="b" l="l" r="r" t="t"/>
              <a:pathLst>
                <a:path extrusionOk="0" h="1524" w="1568">
                  <a:moveTo>
                    <a:pt x="242" y="1"/>
                  </a:moveTo>
                  <a:cubicBezTo>
                    <a:pt x="186" y="1"/>
                    <a:pt x="130" y="22"/>
                    <a:pt x="86" y="65"/>
                  </a:cubicBezTo>
                  <a:cubicBezTo>
                    <a:pt x="1" y="152"/>
                    <a:pt x="1" y="292"/>
                    <a:pt x="86" y="377"/>
                  </a:cubicBezTo>
                  <a:lnTo>
                    <a:pt x="471" y="762"/>
                  </a:lnTo>
                  <a:lnTo>
                    <a:pt x="86" y="1147"/>
                  </a:lnTo>
                  <a:cubicBezTo>
                    <a:pt x="1" y="1234"/>
                    <a:pt x="1" y="1374"/>
                    <a:pt x="86" y="1459"/>
                  </a:cubicBezTo>
                  <a:cubicBezTo>
                    <a:pt x="130" y="1503"/>
                    <a:pt x="186" y="1524"/>
                    <a:pt x="243" y="1524"/>
                  </a:cubicBezTo>
                  <a:cubicBezTo>
                    <a:pt x="299" y="1524"/>
                    <a:pt x="355" y="1503"/>
                    <a:pt x="399" y="1459"/>
                  </a:cubicBezTo>
                  <a:lnTo>
                    <a:pt x="784" y="1074"/>
                  </a:lnTo>
                  <a:lnTo>
                    <a:pt x="1169" y="1459"/>
                  </a:lnTo>
                  <a:cubicBezTo>
                    <a:pt x="1212" y="1503"/>
                    <a:pt x="1268" y="1524"/>
                    <a:pt x="1325" y="1524"/>
                  </a:cubicBezTo>
                  <a:cubicBezTo>
                    <a:pt x="1381" y="1524"/>
                    <a:pt x="1437" y="1503"/>
                    <a:pt x="1481" y="1459"/>
                  </a:cubicBezTo>
                  <a:cubicBezTo>
                    <a:pt x="1566" y="1374"/>
                    <a:pt x="1566" y="1234"/>
                    <a:pt x="1481" y="1147"/>
                  </a:cubicBezTo>
                  <a:lnTo>
                    <a:pt x="1096" y="762"/>
                  </a:lnTo>
                  <a:lnTo>
                    <a:pt x="1481" y="377"/>
                  </a:lnTo>
                  <a:cubicBezTo>
                    <a:pt x="1568" y="292"/>
                    <a:pt x="1568" y="152"/>
                    <a:pt x="1481" y="65"/>
                  </a:cubicBezTo>
                  <a:cubicBezTo>
                    <a:pt x="1438" y="22"/>
                    <a:pt x="1382" y="1"/>
                    <a:pt x="1325" y="1"/>
                  </a:cubicBezTo>
                  <a:cubicBezTo>
                    <a:pt x="1269" y="1"/>
                    <a:pt x="1212" y="22"/>
                    <a:pt x="1169" y="65"/>
                  </a:cubicBezTo>
                  <a:lnTo>
                    <a:pt x="784" y="450"/>
                  </a:lnTo>
                  <a:lnTo>
                    <a:pt x="399" y="65"/>
                  </a:lnTo>
                  <a:cubicBezTo>
                    <a:pt x="355" y="22"/>
                    <a:pt x="299" y="1"/>
                    <a:pt x="2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41"/>
            <p:cNvSpPr/>
            <p:nvPr/>
          </p:nvSpPr>
          <p:spPr>
            <a:xfrm>
              <a:off x="4657850" y="2034088"/>
              <a:ext cx="34050" cy="18325"/>
            </a:xfrm>
            <a:custGeom>
              <a:rect b="b" l="l" r="r" t="t"/>
              <a:pathLst>
                <a:path extrusionOk="0" h="733" w="1362">
                  <a:moveTo>
                    <a:pt x="1114" y="0"/>
                  </a:moveTo>
                  <a:cubicBezTo>
                    <a:pt x="1091" y="0"/>
                    <a:pt x="1067" y="4"/>
                    <a:pt x="1044" y="12"/>
                  </a:cubicBezTo>
                  <a:lnTo>
                    <a:pt x="177" y="304"/>
                  </a:lnTo>
                  <a:cubicBezTo>
                    <a:pt x="62" y="342"/>
                    <a:pt x="1" y="468"/>
                    <a:pt x="38" y="583"/>
                  </a:cubicBezTo>
                  <a:cubicBezTo>
                    <a:pt x="71" y="676"/>
                    <a:pt x="156" y="733"/>
                    <a:pt x="248" y="733"/>
                  </a:cubicBezTo>
                  <a:cubicBezTo>
                    <a:pt x="271" y="733"/>
                    <a:pt x="295" y="730"/>
                    <a:pt x="318" y="722"/>
                  </a:cubicBezTo>
                  <a:lnTo>
                    <a:pt x="1184" y="429"/>
                  </a:lnTo>
                  <a:cubicBezTo>
                    <a:pt x="1300" y="391"/>
                    <a:pt x="1361" y="265"/>
                    <a:pt x="1322" y="150"/>
                  </a:cubicBezTo>
                  <a:cubicBezTo>
                    <a:pt x="1291" y="58"/>
                    <a:pt x="1206" y="0"/>
                    <a:pt x="1114"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41"/>
            <p:cNvSpPr/>
            <p:nvPr/>
          </p:nvSpPr>
          <p:spPr>
            <a:xfrm>
              <a:off x="4657300" y="2062513"/>
              <a:ext cx="30925" cy="18725"/>
            </a:xfrm>
            <a:custGeom>
              <a:rect b="b" l="l" r="r" t="t"/>
              <a:pathLst>
                <a:path extrusionOk="0" h="749" w="1237">
                  <a:moveTo>
                    <a:pt x="251" y="1"/>
                  </a:moveTo>
                  <a:cubicBezTo>
                    <a:pt x="165" y="1"/>
                    <a:pt x="82" y="52"/>
                    <a:pt x="46" y="136"/>
                  </a:cubicBezTo>
                  <a:cubicBezTo>
                    <a:pt x="0" y="250"/>
                    <a:pt x="53" y="379"/>
                    <a:pt x="165" y="425"/>
                  </a:cubicBezTo>
                  <a:lnTo>
                    <a:pt x="900" y="731"/>
                  </a:lnTo>
                  <a:cubicBezTo>
                    <a:pt x="928" y="743"/>
                    <a:pt x="958" y="748"/>
                    <a:pt x="986" y="748"/>
                  </a:cubicBezTo>
                  <a:cubicBezTo>
                    <a:pt x="1073" y="748"/>
                    <a:pt x="1154" y="696"/>
                    <a:pt x="1189" y="612"/>
                  </a:cubicBezTo>
                  <a:cubicBezTo>
                    <a:pt x="1236" y="499"/>
                    <a:pt x="1183" y="370"/>
                    <a:pt x="1070" y="324"/>
                  </a:cubicBezTo>
                  <a:lnTo>
                    <a:pt x="335" y="17"/>
                  </a:lnTo>
                  <a:cubicBezTo>
                    <a:pt x="307" y="6"/>
                    <a:pt x="279" y="1"/>
                    <a:pt x="251" y="1"/>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41"/>
            <p:cNvSpPr/>
            <p:nvPr/>
          </p:nvSpPr>
          <p:spPr>
            <a:xfrm>
              <a:off x="4644550" y="2007663"/>
              <a:ext cx="22600" cy="28275"/>
            </a:xfrm>
            <a:custGeom>
              <a:rect b="b" l="l" r="r" t="t"/>
              <a:pathLst>
                <a:path extrusionOk="0" h="1131" w="904">
                  <a:moveTo>
                    <a:pt x="651" y="0"/>
                  </a:moveTo>
                  <a:cubicBezTo>
                    <a:pt x="575" y="0"/>
                    <a:pt x="501" y="40"/>
                    <a:pt x="460" y="110"/>
                  </a:cubicBezTo>
                  <a:lnTo>
                    <a:pt x="61" y="799"/>
                  </a:lnTo>
                  <a:cubicBezTo>
                    <a:pt x="1" y="905"/>
                    <a:pt x="36" y="1039"/>
                    <a:pt x="142" y="1101"/>
                  </a:cubicBezTo>
                  <a:cubicBezTo>
                    <a:pt x="176" y="1121"/>
                    <a:pt x="215" y="1130"/>
                    <a:pt x="251" y="1130"/>
                  </a:cubicBezTo>
                  <a:cubicBezTo>
                    <a:pt x="328" y="1130"/>
                    <a:pt x="402" y="1091"/>
                    <a:pt x="443" y="1020"/>
                  </a:cubicBezTo>
                  <a:lnTo>
                    <a:pt x="842" y="331"/>
                  </a:lnTo>
                  <a:cubicBezTo>
                    <a:pt x="904" y="226"/>
                    <a:pt x="867" y="92"/>
                    <a:pt x="762" y="30"/>
                  </a:cubicBezTo>
                  <a:cubicBezTo>
                    <a:pt x="727" y="10"/>
                    <a:pt x="689" y="0"/>
                    <a:pt x="651"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1" name="Google Shape;601;p41"/>
          <p:cNvGrpSpPr/>
          <p:nvPr/>
        </p:nvGrpSpPr>
        <p:grpSpPr>
          <a:xfrm>
            <a:off x="7164205" y="1779626"/>
            <a:ext cx="412190" cy="414956"/>
            <a:chOff x="6954600" y="1927625"/>
            <a:chExt cx="362875" cy="365375"/>
          </a:xfrm>
        </p:grpSpPr>
        <p:sp>
          <p:nvSpPr>
            <p:cNvPr id="602" name="Google Shape;602;p41"/>
            <p:cNvSpPr/>
            <p:nvPr/>
          </p:nvSpPr>
          <p:spPr>
            <a:xfrm>
              <a:off x="6954600" y="2048600"/>
              <a:ext cx="339425" cy="244400"/>
            </a:xfrm>
            <a:custGeom>
              <a:rect b="b" l="l" r="r" t="t"/>
              <a:pathLst>
                <a:path extrusionOk="0" h="9776" w="13577">
                  <a:moveTo>
                    <a:pt x="817" y="0"/>
                  </a:moveTo>
                  <a:cubicBezTo>
                    <a:pt x="366" y="0"/>
                    <a:pt x="2" y="365"/>
                    <a:pt x="2" y="815"/>
                  </a:cubicBezTo>
                  <a:lnTo>
                    <a:pt x="2" y="1624"/>
                  </a:lnTo>
                  <a:lnTo>
                    <a:pt x="1311" y="2468"/>
                  </a:lnTo>
                  <a:lnTo>
                    <a:pt x="0" y="3782"/>
                  </a:lnTo>
                  <a:lnTo>
                    <a:pt x="0" y="8960"/>
                  </a:lnTo>
                  <a:cubicBezTo>
                    <a:pt x="0" y="9411"/>
                    <a:pt x="366" y="9775"/>
                    <a:pt x="817" y="9775"/>
                  </a:cubicBezTo>
                  <a:lnTo>
                    <a:pt x="12762" y="9775"/>
                  </a:lnTo>
                  <a:cubicBezTo>
                    <a:pt x="13211" y="9775"/>
                    <a:pt x="13577" y="9411"/>
                    <a:pt x="13577" y="8960"/>
                  </a:cubicBezTo>
                  <a:lnTo>
                    <a:pt x="13577" y="3782"/>
                  </a:lnTo>
                  <a:lnTo>
                    <a:pt x="12811" y="3079"/>
                  </a:lnTo>
                  <a:lnTo>
                    <a:pt x="13577" y="1920"/>
                  </a:lnTo>
                  <a:lnTo>
                    <a:pt x="13577" y="815"/>
                  </a:lnTo>
                  <a:cubicBezTo>
                    <a:pt x="13577" y="365"/>
                    <a:pt x="13211" y="0"/>
                    <a:pt x="12762" y="0"/>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41"/>
            <p:cNvSpPr/>
            <p:nvPr/>
          </p:nvSpPr>
          <p:spPr>
            <a:xfrm>
              <a:off x="7251550" y="2048600"/>
              <a:ext cx="42475" cy="244400"/>
            </a:xfrm>
            <a:custGeom>
              <a:rect b="b" l="l" r="r" t="t"/>
              <a:pathLst>
                <a:path extrusionOk="0" h="9776" w="1699">
                  <a:moveTo>
                    <a:pt x="0" y="0"/>
                  </a:moveTo>
                  <a:cubicBezTo>
                    <a:pt x="450" y="0"/>
                    <a:pt x="815" y="365"/>
                    <a:pt x="815" y="815"/>
                  </a:cubicBezTo>
                  <a:lnTo>
                    <a:pt x="815" y="1920"/>
                  </a:lnTo>
                  <a:lnTo>
                    <a:pt x="49" y="3079"/>
                  </a:lnTo>
                  <a:lnTo>
                    <a:pt x="815" y="3782"/>
                  </a:lnTo>
                  <a:lnTo>
                    <a:pt x="815" y="8960"/>
                  </a:lnTo>
                  <a:cubicBezTo>
                    <a:pt x="815" y="9410"/>
                    <a:pt x="450" y="9775"/>
                    <a:pt x="0" y="9775"/>
                  </a:cubicBezTo>
                  <a:lnTo>
                    <a:pt x="884" y="9775"/>
                  </a:lnTo>
                  <a:cubicBezTo>
                    <a:pt x="1333" y="9775"/>
                    <a:pt x="1699" y="9411"/>
                    <a:pt x="1699" y="8960"/>
                  </a:cubicBezTo>
                  <a:lnTo>
                    <a:pt x="1699" y="3782"/>
                  </a:lnTo>
                  <a:lnTo>
                    <a:pt x="933" y="3079"/>
                  </a:lnTo>
                  <a:lnTo>
                    <a:pt x="1699" y="1920"/>
                  </a:lnTo>
                  <a:lnTo>
                    <a:pt x="1699" y="815"/>
                  </a:lnTo>
                  <a:cubicBezTo>
                    <a:pt x="1699" y="365"/>
                    <a:pt x="1333" y="0"/>
                    <a:pt x="884"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1"/>
            <p:cNvSpPr/>
            <p:nvPr/>
          </p:nvSpPr>
          <p:spPr>
            <a:xfrm>
              <a:off x="6954625" y="2089200"/>
              <a:ext cx="339400" cy="53950"/>
            </a:xfrm>
            <a:custGeom>
              <a:rect b="b" l="l" r="r" t="t"/>
              <a:pathLst>
                <a:path extrusionOk="0" h="2158" w="13576">
                  <a:moveTo>
                    <a:pt x="1" y="0"/>
                  </a:moveTo>
                  <a:lnTo>
                    <a:pt x="1" y="2158"/>
                  </a:lnTo>
                  <a:lnTo>
                    <a:pt x="13576" y="2158"/>
                  </a:lnTo>
                  <a:lnTo>
                    <a:pt x="13576" y="0"/>
                  </a:ln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1"/>
            <p:cNvSpPr/>
            <p:nvPr/>
          </p:nvSpPr>
          <p:spPr>
            <a:xfrm>
              <a:off x="7272750" y="2089200"/>
              <a:ext cx="21275" cy="53950"/>
            </a:xfrm>
            <a:custGeom>
              <a:rect b="b" l="l" r="r" t="t"/>
              <a:pathLst>
                <a:path extrusionOk="0" h="2158" w="851">
                  <a:moveTo>
                    <a:pt x="1" y="0"/>
                  </a:moveTo>
                  <a:lnTo>
                    <a:pt x="1" y="2158"/>
                  </a:lnTo>
                  <a:lnTo>
                    <a:pt x="851" y="2158"/>
                  </a:lnTo>
                  <a:lnTo>
                    <a:pt x="851" y="0"/>
                  </a:lnTo>
                  <a:close/>
                </a:path>
              </a:pathLst>
            </a:custGeom>
            <a:solidFill>
              <a:srgbClr val="596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1"/>
            <p:cNvSpPr/>
            <p:nvPr/>
          </p:nvSpPr>
          <p:spPr>
            <a:xfrm>
              <a:off x="7203525" y="1927625"/>
              <a:ext cx="101400" cy="102800"/>
            </a:xfrm>
            <a:custGeom>
              <a:rect b="b" l="l" r="r" t="t"/>
              <a:pathLst>
                <a:path extrusionOk="0" h="4112" w="4056">
                  <a:moveTo>
                    <a:pt x="2028" y="1"/>
                  </a:moveTo>
                  <a:cubicBezTo>
                    <a:pt x="911" y="1"/>
                    <a:pt x="1" y="911"/>
                    <a:pt x="1" y="2028"/>
                  </a:cubicBezTo>
                  <a:lnTo>
                    <a:pt x="1" y="4111"/>
                  </a:lnTo>
                  <a:lnTo>
                    <a:pt x="883" y="4111"/>
                  </a:lnTo>
                  <a:lnTo>
                    <a:pt x="883" y="2028"/>
                  </a:lnTo>
                  <a:cubicBezTo>
                    <a:pt x="883" y="1396"/>
                    <a:pt x="1396" y="883"/>
                    <a:pt x="2028" y="883"/>
                  </a:cubicBezTo>
                  <a:cubicBezTo>
                    <a:pt x="2249" y="883"/>
                    <a:pt x="2455" y="946"/>
                    <a:pt x="2630" y="1055"/>
                  </a:cubicBezTo>
                  <a:cubicBezTo>
                    <a:pt x="2956" y="1256"/>
                    <a:pt x="3173" y="1618"/>
                    <a:pt x="3173" y="2028"/>
                  </a:cubicBezTo>
                  <a:lnTo>
                    <a:pt x="3173" y="4111"/>
                  </a:lnTo>
                  <a:lnTo>
                    <a:pt x="4055" y="4111"/>
                  </a:lnTo>
                  <a:lnTo>
                    <a:pt x="4055" y="2028"/>
                  </a:lnTo>
                  <a:cubicBezTo>
                    <a:pt x="4055" y="1276"/>
                    <a:pt x="3644" y="618"/>
                    <a:pt x="3033" y="268"/>
                  </a:cubicBezTo>
                  <a:cubicBezTo>
                    <a:pt x="2736" y="97"/>
                    <a:pt x="2393" y="1"/>
                    <a:pt x="2028"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41"/>
            <p:cNvSpPr/>
            <p:nvPr/>
          </p:nvSpPr>
          <p:spPr>
            <a:xfrm>
              <a:off x="7269250" y="1934300"/>
              <a:ext cx="35675" cy="96125"/>
            </a:xfrm>
            <a:custGeom>
              <a:rect b="b" l="l" r="r" t="t"/>
              <a:pathLst>
                <a:path extrusionOk="0" h="3845" w="1427">
                  <a:moveTo>
                    <a:pt x="404" y="1"/>
                  </a:moveTo>
                  <a:cubicBezTo>
                    <a:pt x="408" y="18"/>
                    <a:pt x="569" y="597"/>
                    <a:pt x="1" y="788"/>
                  </a:cubicBezTo>
                  <a:cubicBezTo>
                    <a:pt x="327" y="989"/>
                    <a:pt x="544" y="1351"/>
                    <a:pt x="544" y="1761"/>
                  </a:cubicBezTo>
                  <a:lnTo>
                    <a:pt x="544" y="3844"/>
                  </a:lnTo>
                  <a:lnTo>
                    <a:pt x="1426" y="3844"/>
                  </a:lnTo>
                  <a:lnTo>
                    <a:pt x="1426" y="1761"/>
                  </a:lnTo>
                  <a:cubicBezTo>
                    <a:pt x="1426" y="1009"/>
                    <a:pt x="1015" y="351"/>
                    <a:pt x="40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1"/>
            <p:cNvSpPr/>
            <p:nvPr/>
          </p:nvSpPr>
          <p:spPr>
            <a:xfrm>
              <a:off x="7191000" y="2021075"/>
              <a:ext cx="126475" cy="95125"/>
            </a:xfrm>
            <a:custGeom>
              <a:rect b="b" l="l" r="r" t="t"/>
              <a:pathLst>
                <a:path extrusionOk="0" h="3805" w="5059">
                  <a:moveTo>
                    <a:pt x="716" y="1"/>
                  </a:moveTo>
                  <a:cubicBezTo>
                    <a:pt x="321" y="1"/>
                    <a:pt x="0" y="321"/>
                    <a:pt x="0" y="716"/>
                  </a:cubicBezTo>
                  <a:lnTo>
                    <a:pt x="0" y="3089"/>
                  </a:lnTo>
                  <a:cubicBezTo>
                    <a:pt x="0" y="3484"/>
                    <a:pt x="321" y="3805"/>
                    <a:pt x="716" y="3805"/>
                  </a:cubicBezTo>
                  <a:lnTo>
                    <a:pt x="4343" y="3805"/>
                  </a:lnTo>
                  <a:cubicBezTo>
                    <a:pt x="4738" y="3805"/>
                    <a:pt x="5059" y="3484"/>
                    <a:pt x="5059" y="3089"/>
                  </a:cubicBezTo>
                  <a:lnTo>
                    <a:pt x="5059" y="716"/>
                  </a:lnTo>
                  <a:cubicBezTo>
                    <a:pt x="5059" y="321"/>
                    <a:pt x="4738" y="1"/>
                    <a:pt x="4343" y="1"/>
                  </a:cubicBezTo>
                  <a:close/>
                </a:path>
              </a:pathLst>
            </a:custGeom>
            <a:solidFill>
              <a:srgbClr val="0E50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41"/>
            <p:cNvSpPr/>
            <p:nvPr/>
          </p:nvSpPr>
          <p:spPr>
            <a:xfrm>
              <a:off x="7278475" y="2021075"/>
              <a:ext cx="39000" cy="95125"/>
            </a:xfrm>
            <a:custGeom>
              <a:rect b="b" l="l" r="r" t="t"/>
              <a:pathLst>
                <a:path extrusionOk="0" h="3805" w="1560">
                  <a:moveTo>
                    <a:pt x="0" y="1"/>
                  </a:moveTo>
                  <a:cubicBezTo>
                    <a:pt x="395" y="1"/>
                    <a:pt x="716" y="321"/>
                    <a:pt x="716" y="716"/>
                  </a:cubicBezTo>
                  <a:lnTo>
                    <a:pt x="716" y="3089"/>
                  </a:lnTo>
                  <a:cubicBezTo>
                    <a:pt x="716" y="3484"/>
                    <a:pt x="395" y="3805"/>
                    <a:pt x="0" y="3805"/>
                  </a:cubicBezTo>
                  <a:lnTo>
                    <a:pt x="844" y="3805"/>
                  </a:lnTo>
                  <a:cubicBezTo>
                    <a:pt x="1239" y="3805"/>
                    <a:pt x="1560" y="3484"/>
                    <a:pt x="1560" y="3089"/>
                  </a:cubicBezTo>
                  <a:lnTo>
                    <a:pt x="1560" y="716"/>
                  </a:lnTo>
                  <a:cubicBezTo>
                    <a:pt x="1560" y="321"/>
                    <a:pt x="1239" y="1"/>
                    <a:pt x="8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610" name="Google Shape;610;p41"/>
            <p:cNvSpPr/>
            <p:nvPr/>
          </p:nvSpPr>
          <p:spPr>
            <a:xfrm>
              <a:off x="7239150" y="2045275"/>
              <a:ext cx="30125" cy="46700"/>
            </a:xfrm>
            <a:custGeom>
              <a:rect b="b" l="l" r="r" t="t"/>
              <a:pathLst>
                <a:path extrusionOk="0" h="1868" w="1205">
                  <a:moveTo>
                    <a:pt x="603" y="0"/>
                  </a:moveTo>
                  <a:cubicBezTo>
                    <a:pt x="271" y="0"/>
                    <a:pt x="1" y="270"/>
                    <a:pt x="1" y="602"/>
                  </a:cubicBezTo>
                  <a:cubicBezTo>
                    <a:pt x="1" y="800"/>
                    <a:pt x="96" y="973"/>
                    <a:pt x="242" y="1084"/>
                  </a:cubicBezTo>
                  <a:lnTo>
                    <a:pt x="242" y="1507"/>
                  </a:lnTo>
                  <a:cubicBezTo>
                    <a:pt x="242" y="1707"/>
                    <a:pt x="404" y="1868"/>
                    <a:pt x="603" y="1868"/>
                  </a:cubicBezTo>
                  <a:cubicBezTo>
                    <a:pt x="803" y="1868"/>
                    <a:pt x="964" y="1707"/>
                    <a:pt x="964" y="1507"/>
                  </a:cubicBezTo>
                  <a:lnTo>
                    <a:pt x="964" y="1084"/>
                  </a:lnTo>
                  <a:cubicBezTo>
                    <a:pt x="1111" y="973"/>
                    <a:pt x="1205" y="800"/>
                    <a:pt x="1205" y="602"/>
                  </a:cubicBezTo>
                  <a:cubicBezTo>
                    <a:pt x="1205" y="270"/>
                    <a:pt x="936" y="0"/>
                    <a:pt x="603" y="0"/>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41"/>
            <p:cNvSpPr/>
            <p:nvPr/>
          </p:nvSpPr>
          <p:spPr>
            <a:xfrm>
              <a:off x="6987350" y="2167550"/>
              <a:ext cx="54325" cy="20975"/>
            </a:xfrm>
            <a:custGeom>
              <a:rect b="b" l="l" r="r" t="t"/>
              <a:pathLst>
                <a:path extrusionOk="0" h="839" w="2173">
                  <a:moveTo>
                    <a:pt x="419" y="1"/>
                  </a:moveTo>
                  <a:cubicBezTo>
                    <a:pt x="188" y="1"/>
                    <a:pt x="1" y="188"/>
                    <a:pt x="1" y="419"/>
                  </a:cubicBezTo>
                  <a:cubicBezTo>
                    <a:pt x="1" y="650"/>
                    <a:pt x="188" y="838"/>
                    <a:pt x="419" y="838"/>
                  </a:cubicBezTo>
                  <a:lnTo>
                    <a:pt x="1754" y="838"/>
                  </a:lnTo>
                  <a:cubicBezTo>
                    <a:pt x="1985" y="838"/>
                    <a:pt x="2172" y="650"/>
                    <a:pt x="2172" y="419"/>
                  </a:cubicBezTo>
                  <a:cubicBezTo>
                    <a:pt x="2172" y="187"/>
                    <a:pt x="1985" y="1"/>
                    <a:pt x="175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1"/>
            <p:cNvSpPr/>
            <p:nvPr/>
          </p:nvSpPr>
          <p:spPr>
            <a:xfrm>
              <a:off x="7060550" y="2167550"/>
              <a:ext cx="54300" cy="20975"/>
            </a:xfrm>
            <a:custGeom>
              <a:rect b="b" l="l" r="r" t="t"/>
              <a:pathLst>
                <a:path extrusionOk="0" h="839" w="2172">
                  <a:moveTo>
                    <a:pt x="420" y="1"/>
                  </a:moveTo>
                  <a:cubicBezTo>
                    <a:pt x="188" y="1"/>
                    <a:pt x="0" y="188"/>
                    <a:pt x="0" y="419"/>
                  </a:cubicBezTo>
                  <a:cubicBezTo>
                    <a:pt x="0" y="650"/>
                    <a:pt x="188" y="838"/>
                    <a:pt x="420" y="838"/>
                  </a:cubicBezTo>
                  <a:lnTo>
                    <a:pt x="1753" y="838"/>
                  </a:lnTo>
                  <a:cubicBezTo>
                    <a:pt x="1984" y="838"/>
                    <a:pt x="2172" y="650"/>
                    <a:pt x="2172" y="419"/>
                  </a:cubicBezTo>
                  <a:cubicBezTo>
                    <a:pt x="2172" y="187"/>
                    <a:pt x="1984" y="1"/>
                    <a:pt x="1753"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1"/>
            <p:cNvSpPr/>
            <p:nvPr/>
          </p:nvSpPr>
          <p:spPr>
            <a:xfrm>
              <a:off x="7133775" y="2167550"/>
              <a:ext cx="54300" cy="20975"/>
            </a:xfrm>
            <a:custGeom>
              <a:rect b="b" l="l" r="r" t="t"/>
              <a:pathLst>
                <a:path extrusionOk="0" h="839" w="2172">
                  <a:moveTo>
                    <a:pt x="419" y="1"/>
                  </a:moveTo>
                  <a:cubicBezTo>
                    <a:pt x="188" y="1"/>
                    <a:pt x="0" y="188"/>
                    <a:pt x="0" y="419"/>
                  </a:cubicBezTo>
                  <a:cubicBezTo>
                    <a:pt x="0" y="650"/>
                    <a:pt x="188" y="838"/>
                    <a:pt x="419" y="838"/>
                  </a:cubicBezTo>
                  <a:lnTo>
                    <a:pt x="1753" y="838"/>
                  </a:lnTo>
                  <a:cubicBezTo>
                    <a:pt x="1984" y="838"/>
                    <a:pt x="2172" y="650"/>
                    <a:pt x="2172" y="419"/>
                  </a:cubicBezTo>
                  <a:cubicBezTo>
                    <a:pt x="2172" y="187"/>
                    <a:pt x="1984" y="1"/>
                    <a:pt x="1753"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41"/>
            <p:cNvSpPr/>
            <p:nvPr/>
          </p:nvSpPr>
          <p:spPr>
            <a:xfrm>
              <a:off x="7206950" y="2167550"/>
              <a:ext cx="54325" cy="20975"/>
            </a:xfrm>
            <a:custGeom>
              <a:rect b="b" l="l" r="r" t="t"/>
              <a:pathLst>
                <a:path extrusionOk="0" h="839" w="2173">
                  <a:moveTo>
                    <a:pt x="419" y="1"/>
                  </a:moveTo>
                  <a:cubicBezTo>
                    <a:pt x="188" y="1"/>
                    <a:pt x="1" y="188"/>
                    <a:pt x="1" y="419"/>
                  </a:cubicBezTo>
                  <a:cubicBezTo>
                    <a:pt x="1" y="650"/>
                    <a:pt x="188" y="838"/>
                    <a:pt x="419" y="838"/>
                  </a:cubicBezTo>
                  <a:lnTo>
                    <a:pt x="1754" y="838"/>
                  </a:lnTo>
                  <a:cubicBezTo>
                    <a:pt x="1985" y="838"/>
                    <a:pt x="2172" y="650"/>
                    <a:pt x="2172" y="419"/>
                  </a:cubicBezTo>
                  <a:cubicBezTo>
                    <a:pt x="2172" y="187"/>
                    <a:pt x="1985" y="1"/>
                    <a:pt x="175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41"/>
            <p:cNvSpPr/>
            <p:nvPr/>
          </p:nvSpPr>
          <p:spPr>
            <a:xfrm>
              <a:off x="6981875" y="2235100"/>
              <a:ext cx="179600" cy="11050"/>
            </a:xfrm>
            <a:custGeom>
              <a:rect b="b" l="l" r="r" t="t"/>
              <a:pathLst>
                <a:path extrusionOk="0" h="442" w="7184">
                  <a:moveTo>
                    <a:pt x="220" y="1"/>
                  </a:moveTo>
                  <a:cubicBezTo>
                    <a:pt x="98" y="1"/>
                    <a:pt x="0" y="99"/>
                    <a:pt x="0" y="221"/>
                  </a:cubicBezTo>
                  <a:cubicBezTo>
                    <a:pt x="0" y="343"/>
                    <a:pt x="98" y="442"/>
                    <a:pt x="220" y="442"/>
                  </a:cubicBezTo>
                  <a:lnTo>
                    <a:pt x="6962" y="442"/>
                  </a:lnTo>
                  <a:cubicBezTo>
                    <a:pt x="7084" y="442"/>
                    <a:pt x="7184" y="343"/>
                    <a:pt x="7184" y="221"/>
                  </a:cubicBezTo>
                  <a:cubicBezTo>
                    <a:pt x="7184" y="99"/>
                    <a:pt x="7084" y="1"/>
                    <a:pt x="6962"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1"/>
            <p:cNvSpPr/>
            <p:nvPr/>
          </p:nvSpPr>
          <p:spPr>
            <a:xfrm>
              <a:off x="6981875" y="2260125"/>
              <a:ext cx="133925" cy="11100"/>
            </a:xfrm>
            <a:custGeom>
              <a:rect b="b" l="l" r="r" t="t"/>
              <a:pathLst>
                <a:path extrusionOk="0" h="444" w="5357">
                  <a:moveTo>
                    <a:pt x="220" y="1"/>
                  </a:moveTo>
                  <a:cubicBezTo>
                    <a:pt x="98" y="1"/>
                    <a:pt x="0" y="100"/>
                    <a:pt x="0" y="222"/>
                  </a:cubicBezTo>
                  <a:cubicBezTo>
                    <a:pt x="0" y="344"/>
                    <a:pt x="98" y="443"/>
                    <a:pt x="220" y="443"/>
                  </a:cubicBezTo>
                  <a:lnTo>
                    <a:pt x="5135" y="443"/>
                  </a:lnTo>
                  <a:cubicBezTo>
                    <a:pt x="5259" y="443"/>
                    <a:pt x="5357" y="344"/>
                    <a:pt x="5357" y="222"/>
                  </a:cubicBezTo>
                  <a:cubicBezTo>
                    <a:pt x="5357" y="100"/>
                    <a:pt x="5257" y="1"/>
                    <a:pt x="5135"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617" name="Google Shape;617;p41"/>
          <p:cNvCxnSpPr/>
          <p:nvPr/>
        </p:nvCxnSpPr>
        <p:spPr>
          <a:xfrm flipH="1" rot="10800000">
            <a:off x="414963" y="2907996"/>
            <a:ext cx="2657700" cy="5400"/>
          </a:xfrm>
          <a:prstGeom prst="straightConnector1">
            <a:avLst/>
          </a:prstGeom>
          <a:noFill/>
          <a:ln cap="flat" cmpd="sng" w="20500">
            <a:solidFill>
              <a:schemeClr val="accent4"/>
            </a:solidFill>
            <a:prstDash val="solid"/>
            <a:round/>
            <a:headEnd len="med" w="med" type="none"/>
            <a:tailEnd len="med" w="med" type="none"/>
          </a:ln>
        </p:spPr>
      </p:cxnSp>
      <p:cxnSp>
        <p:nvCxnSpPr>
          <p:cNvPr id="618" name="Google Shape;618;p41"/>
          <p:cNvCxnSpPr/>
          <p:nvPr/>
        </p:nvCxnSpPr>
        <p:spPr>
          <a:xfrm flipH="1" rot="10800000">
            <a:off x="3243152" y="2907996"/>
            <a:ext cx="2657700" cy="5400"/>
          </a:xfrm>
          <a:prstGeom prst="straightConnector1">
            <a:avLst/>
          </a:prstGeom>
          <a:noFill/>
          <a:ln cap="flat" cmpd="sng" w="20500">
            <a:solidFill>
              <a:schemeClr val="accent4"/>
            </a:solidFill>
            <a:prstDash val="solid"/>
            <a:round/>
            <a:headEnd len="med" w="med" type="none"/>
            <a:tailEnd len="med" w="med" type="none"/>
          </a:ln>
        </p:spPr>
      </p:cxnSp>
      <p:cxnSp>
        <p:nvCxnSpPr>
          <p:cNvPr id="619" name="Google Shape;619;p41"/>
          <p:cNvCxnSpPr/>
          <p:nvPr/>
        </p:nvCxnSpPr>
        <p:spPr>
          <a:xfrm flipH="1" rot="10800000">
            <a:off x="6071342" y="2907996"/>
            <a:ext cx="2657700" cy="5400"/>
          </a:xfrm>
          <a:prstGeom prst="straightConnector1">
            <a:avLst/>
          </a:prstGeom>
          <a:noFill/>
          <a:ln cap="flat" cmpd="sng" w="20500">
            <a:solidFill>
              <a:schemeClr val="accent4"/>
            </a:solidFill>
            <a:prstDash val="solid"/>
            <a:round/>
            <a:headEnd len="med" w="med" type="none"/>
            <a:tailEnd len="med" w="med" type="none"/>
          </a:ln>
        </p:spPr>
      </p:cxnSp>
      <p:sp>
        <p:nvSpPr>
          <p:cNvPr id="620" name="Google Shape;620;p41"/>
          <p:cNvSpPr txBox="1"/>
          <p:nvPr>
            <p:ph idx="1" type="subTitle"/>
          </p:nvPr>
        </p:nvSpPr>
        <p:spPr>
          <a:xfrm>
            <a:off x="429000" y="2338650"/>
            <a:ext cx="2629800" cy="466200"/>
          </a:xfrm>
          <a:prstGeom prst="rect">
            <a:avLst/>
          </a:prstGeom>
        </p:spPr>
        <p:txBody>
          <a:bodyPr anchorCtr="0" anchor="b" bIns="91425" lIns="91425" spcFirstLastPara="1" rIns="91425" wrap="square" tIns="91425">
            <a:noAutofit/>
          </a:bodyPr>
          <a:lstStyle/>
          <a:p>
            <a:pPr indent="0" lvl="0" marL="0" rtl="0" algn="ctr">
              <a:lnSpc>
                <a:spcPct val="80000"/>
              </a:lnSpc>
              <a:spcBef>
                <a:spcPts val="0"/>
              </a:spcBef>
              <a:spcAft>
                <a:spcPts val="0"/>
              </a:spcAft>
              <a:buSzPts val="770"/>
              <a:buNone/>
            </a:pPr>
            <a:r>
              <a:rPr lang="en" sz="2000"/>
              <a:t>GIT REVIEW</a:t>
            </a:r>
            <a:endParaRPr sz="2000"/>
          </a:p>
        </p:txBody>
      </p:sp>
      <p:sp>
        <p:nvSpPr>
          <p:cNvPr id="621" name="Google Shape;621;p41"/>
          <p:cNvSpPr txBox="1"/>
          <p:nvPr>
            <p:ph idx="2" type="subTitle"/>
          </p:nvPr>
        </p:nvSpPr>
        <p:spPr>
          <a:xfrm>
            <a:off x="3257188" y="2434175"/>
            <a:ext cx="2629800" cy="4662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POLICY CHECKS</a:t>
            </a:r>
            <a:endParaRPr sz="2000"/>
          </a:p>
        </p:txBody>
      </p:sp>
      <p:sp>
        <p:nvSpPr>
          <p:cNvPr id="622" name="Google Shape;622;p41"/>
          <p:cNvSpPr txBox="1"/>
          <p:nvPr>
            <p:ph idx="3" type="subTitle"/>
          </p:nvPr>
        </p:nvSpPr>
        <p:spPr>
          <a:xfrm>
            <a:off x="6085388" y="2434175"/>
            <a:ext cx="2629800" cy="4662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APPROVED PLAN</a:t>
            </a:r>
            <a:endParaRPr sz="2000"/>
          </a:p>
        </p:txBody>
      </p:sp>
      <p:sp>
        <p:nvSpPr>
          <p:cNvPr id="623" name="Google Shape;623;p41"/>
          <p:cNvSpPr txBox="1"/>
          <p:nvPr>
            <p:ph idx="4" type="subTitle"/>
          </p:nvPr>
        </p:nvSpPr>
        <p:spPr>
          <a:xfrm>
            <a:off x="6085400" y="2913400"/>
            <a:ext cx="2629800" cy="17499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600"/>
              <a:t>The pipeline applies the reviewed plan and verifies results.</a:t>
            </a:r>
            <a:endParaRPr sz="1600">
              <a:solidFill>
                <a:srgbClr val="D9D9D9"/>
              </a:solidFill>
            </a:endParaRPr>
          </a:p>
        </p:txBody>
      </p:sp>
      <p:sp>
        <p:nvSpPr>
          <p:cNvPr id="624" name="Google Shape;624;p41"/>
          <p:cNvSpPr txBox="1"/>
          <p:nvPr>
            <p:ph idx="5" type="subTitle"/>
          </p:nvPr>
        </p:nvSpPr>
        <p:spPr>
          <a:xfrm>
            <a:off x="3257200" y="2913400"/>
            <a:ext cx="2629800" cy="17499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600"/>
              <a:t>Checks enforce limits on cost and access.</a:t>
            </a:r>
            <a:endParaRPr sz="1600"/>
          </a:p>
        </p:txBody>
      </p:sp>
      <p:sp>
        <p:nvSpPr>
          <p:cNvPr id="625" name="Google Shape;625;p41"/>
          <p:cNvSpPr txBox="1"/>
          <p:nvPr>
            <p:ph idx="6" type="subTitle"/>
          </p:nvPr>
        </p:nvSpPr>
        <p:spPr>
          <a:xfrm>
            <a:off x="429000" y="2913325"/>
            <a:ext cx="2629800" cy="17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Infrastructure changes have a reviewable history.</a:t>
            </a:r>
            <a:endParaRPr sz="16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pic>
        <p:nvPicPr>
          <p:cNvPr id="630" name="Google Shape;630;p42"/>
          <p:cNvPicPr preferRelativeResize="0"/>
          <p:nvPr/>
        </p:nvPicPr>
        <p:blipFill>
          <a:blip r:embed="rId3">
            <a:alphaModFix/>
          </a:blip>
          <a:stretch>
            <a:fillRect/>
          </a:stretch>
        </p:blipFill>
        <p:spPr>
          <a:xfrm>
            <a:off x="0" y="0"/>
            <a:ext cx="0" cy="755400"/>
          </a:xfrm>
          <a:prstGeom prst="rect">
            <a:avLst/>
          </a:prstGeom>
          <a:noFill/>
          <a:ln>
            <a:noFill/>
          </a:ln>
        </p:spPr>
      </p:pic>
      <p:pic>
        <p:nvPicPr>
          <p:cNvPr id="631" name="Google Shape;631;p42"/>
          <p:cNvPicPr preferRelativeResize="0"/>
          <p:nvPr/>
        </p:nvPicPr>
        <p:blipFill>
          <a:blip r:embed="rId4">
            <a:alphaModFix/>
          </a:blip>
          <a:stretch>
            <a:fillRect/>
          </a:stretch>
        </p:blipFill>
        <p:spPr>
          <a:xfrm>
            <a:off x="0" y="0"/>
            <a:ext cx="0" cy="728700"/>
          </a:xfrm>
          <a:prstGeom prst="rect">
            <a:avLst/>
          </a:prstGeom>
          <a:noFill/>
          <a:ln>
            <a:noFill/>
          </a:ln>
        </p:spPr>
      </p:pic>
      <p:pic>
        <p:nvPicPr>
          <p:cNvPr id="632" name="Google Shape;632;p42"/>
          <p:cNvPicPr preferRelativeResize="0"/>
          <p:nvPr/>
        </p:nvPicPr>
        <p:blipFill>
          <a:blip r:embed="rId5">
            <a:alphaModFix/>
          </a:blip>
          <a:stretch>
            <a:fillRect/>
          </a:stretch>
        </p:blipFill>
        <p:spPr>
          <a:xfrm>
            <a:off x="0" y="0"/>
            <a:ext cx="0" cy="941100"/>
          </a:xfrm>
          <a:prstGeom prst="rect">
            <a:avLst/>
          </a:prstGeom>
          <a:noFill/>
          <a:ln>
            <a:noFill/>
          </a:ln>
        </p:spPr>
      </p:pic>
      <p:sp>
        <p:nvSpPr>
          <p:cNvPr id="633" name="Google Shape;633;p42"/>
          <p:cNvSpPr txBox="1"/>
          <p:nvPr/>
        </p:nvSpPr>
        <p:spPr>
          <a:xfrm>
            <a:off x="866675" y="360750"/>
            <a:ext cx="7620000" cy="7524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2800">
                <a:solidFill>
                  <a:srgbClr val="FFFFFF"/>
                </a:solidFill>
                <a:latin typeface="Outfit ExtraBold"/>
                <a:ea typeface="Outfit ExtraBold"/>
                <a:cs typeface="Outfit ExtraBold"/>
                <a:sym typeface="Outfit ExtraBold"/>
              </a:rPr>
              <a:t>n8n: Workflow Automation Platform</a:t>
            </a:r>
            <a:endParaRPr b="0" sz="2800">
              <a:solidFill>
                <a:srgbClr val="FFFFFF"/>
              </a:solidFill>
              <a:latin typeface="Outfit ExtraBold"/>
              <a:ea typeface="Outfit ExtraBold"/>
              <a:cs typeface="Outfit ExtraBold"/>
              <a:sym typeface="Outfit ExtraBold"/>
            </a:endParaRPr>
          </a:p>
        </p:txBody>
      </p:sp>
      <p:grpSp>
        <p:nvGrpSpPr>
          <p:cNvPr id="634" name="Google Shape;634;p42"/>
          <p:cNvGrpSpPr/>
          <p:nvPr/>
        </p:nvGrpSpPr>
        <p:grpSpPr>
          <a:xfrm>
            <a:off x="476250" y="1428750"/>
            <a:ext cx="1828800" cy="2476500"/>
            <a:chOff x="0" y="0"/>
            <a:chExt cx="1828800" cy="2476500"/>
          </a:xfrm>
        </p:grpSpPr>
        <p:sp>
          <p:nvSpPr>
            <p:cNvPr id="635" name="Google Shape;635;p42"/>
            <p:cNvSpPr/>
            <p:nvPr/>
          </p:nvSpPr>
          <p:spPr>
            <a:xfrm>
              <a:off x="0" y="0"/>
              <a:ext cx="1828800" cy="2476500"/>
            </a:xfrm>
            <a:prstGeom prst="roundRect">
              <a:avLst>
                <a:gd fmla="val 5208" name="adj"/>
              </a:avLst>
            </a:prstGeom>
            <a:solidFill>
              <a:srgbClr val="111B38"/>
            </a:solidFill>
            <a:ln cap="flat" cmpd="sng" w="14300">
              <a:solidFill>
                <a:srgbClr val="EA4B7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6" name="Google Shape;636;p42"/>
            <p:cNvSpPr txBox="1"/>
            <p:nvPr/>
          </p:nvSpPr>
          <p:spPr>
            <a:xfrm>
              <a:off x="152400" y="190500"/>
              <a:ext cx="1524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3">
                  <a:solidFill>
                    <a:srgbClr val="EA4B71"/>
                  </a:solidFill>
                  <a:latin typeface="Outfit ExtraBold"/>
                  <a:ea typeface="Outfit ExtraBold"/>
                  <a:cs typeface="Outfit ExtraBold"/>
                  <a:sym typeface="Outfit ExtraBold"/>
                </a:rPr>
                <a:t>Node-Based Workflows</a:t>
              </a:r>
              <a:endParaRPr b="0" sz="1203">
                <a:solidFill>
                  <a:srgbClr val="EA4B71"/>
                </a:solidFill>
                <a:latin typeface="Outfit ExtraBold"/>
                <a:ea typeface="Outfit ExtraBold"/>
                <a:cs typeface="Outfit ExtraBold"/>
                <a:sym typeface="Outfit ExtraBold"/>
              </a:endParaRPr>
            </a:p>
          </p:txBody>
        </p:sp>
        <p:sp>
          <p:nvSpPr>
            <p:cNvPr id="637" name="Google Shape;637;p42"/>
            <p:cNvSpPr txBox="1"/>
            <p:nvPr/>
          </p:nvSpPr>
          <p:spPr>
            <a:xfrm>
              <a:off x="152400" y="619125"/>
              <a:ext cx="15240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rgbClr val="D9D9D9"/>
                  </a:solidFill>
                  <a:latin typeface="Outfit Medium"/>
                  <a:ea typeface="Outfit Medium"/>
                  <a:cs typeface="Outfit Medium"/>
                  <a:sym typeface="Outfit Medium"/>
                </a:rPr>
                <a:t>Connect triggers, rules and API calls as a visual workflow.</a:t>
              </a:r>
              <a:endParaRPr b="0">
                <a:solidFill>
                  <a:srgbClr val="D9D9D9"/>
                </a:solidFill>
                <a:latin typeface="Outfit Medium"/>
                <a:ea typeface="Outfit Medium"/>
                <a:cs typeface="Outfit Medium"/>
                <a:sym typeface="Outfit Medium"/>
              </a:endParaRPr>
            </a:p>
          </p:txBody>
        </p:sp>
      </p:grpSp>
      <p:grpSp>
        <p:nvGrpSpPr>
          <p:cNvPr id="638" name="Google Shape;638;p42"/>
          <p:cNvGrpSpPr/>
          <p:nvPr/>
        </p:nvGrpSpPr>
        <p:grpSpPr>
          <a:xfrm>
            <a:off x="2543175" y="1428750"/>
            <a:ext cx="1828800" cy="2476500"/>
            <a:chOff x="0" y="0"/>
            <a:chExt cx="1828800" cy="2476500"/>
          </a:xfrm>
        </p:grpSpPr>
        <p:sp>
          <p:nvSpPr>
            <p:cNvPr id="639" name="Google Shape;639;p42"/>
            <p:cNvSpPr/>
            <p:nvPr/>
          </p:nvSpPr>
          <p:spPr>
            <a:xfrm>
              <a:off x="0" y="0"/>
              <a:ext cx="1828800" cy="2476500"/>
            </a:xfrm>
            <a:prstGeom prst="roundRect">
              <a:avLst>
                <a:gd fmla="val 5208" name="adj"/>
              </a:avLst>
            </a:prstGeom>
            <a:solidFill>
              <a:srgbClr val="111B38"/>
            </a:solidFill>
            <a:ln cap="flat" cmpd="sng" w="14300">
              <a:solidFill>
                <a:srgbClr val="F7941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0" name="Google Shape;640;p42"/>
            <p:cNvSpPr txBox="1"/>
            <p:nvPr/>
          </p:nvSpPr>
          <p:spPr>
            <a:xfrm>
              <a:off x="152400" y="190500"/>
              <a:ext cx="1524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200">
                  <a:solidFill>
                    <a:srgbClr val="F7941D"/>
                  </a:solidFill>
                  <a:latin typeface="Outfit ExtraBold"/>
                  <a:ea typeface="Outfit ExtraBold"/>
                  <a:cs typeface="Outfit ExtraBold"/>
                  <a:sym typeface="Outfit ExtraBold"/>
                </a:rPr>
                <a:t>Hosting &amp; Access</a:t>
              </a:r>
              <a:endParaRPr b="0" sz="1200">
                <a:solidFill>
                  <a:srgbClr val="F7941D"/>
                </a:solidFill>
                <a:latin typeface="Outfit ExtraBold"/>
                <a:ea typeface="Outfit ExtraBold"/>
                <a:cs typeface="Outfit ExtraBold"/>
                <a:sym typeface="Outfit ExtraBold"/>
              </a:endParaRPr>
            </a:p>
          </p:txBody>
        </p:sp>
        <p:sp>
          <p:nvSpPr>
            <p:cNvPr id="641" name="Google Shape;641;p42"/>
            <p:cNvSpPr txBox="1"/>
            <p:nvPr/>
          </p:nvSpPr>
          <p:spPr>
            <a:xfrm>
              <a:off x="152400" y="619125"/>
              <a:ext cx="15240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rgbClr val="D9D9D9"/>
                  </a:solidFill>
                  <a:latin typeface="Outfit Medium"/>
                  <a:ea typeface="Outfit Medium"/>
                  <a:cs typeface="Outfit Medium"/>
                  <a:sym typeface="Outfit Medium"/>
                </a:rPr>
                <a:t>Choose cloud hosting or self-hosting, then configure access and security.</a:t>
              </a:r>
              <a:endParaRPr b="0">
                <a:solidFill>
                  <a:srgbClr val="D9D9D9"/>
                </a:solidFill>
                <a:latin typeface="Outfit Medium"/>
                <a:ea typeface="Outfit Medium"/>
                <a:cs typeface="Outfit Medium"/>
                <a:sym typeface="Outfit Medium"/>
              </a:endParaRPr>
            </a:p>
          </p:txBody>
        </p:sp>
      </p:grpSp>
      <p:grpSp>
        <p:nvGrpSpPr>
          <p:cNvPr id="642" name="Google Shape;642;p42"/>
          <p:cNvGrpSpPr/>
          <p:nvPr/>
        </p:nvGrpSpPr>
        <p:grpSpPr>
          <a:xfrm>
            <a:off x="4610100" y="1428750"/>
            <a:ext cx="1828800" cy="2476500"/>
            <a:chOff x="0" y="0"/>
            <a:chExt cx="1828800" cy="2476500"/>
          </a:xfrm>
        </p:grpSpPr>
        <p:sp>
          <p:nvSpPr>
            <p:cNvPr id="643" name="Google Shape;643;p42"/>
            <p:cNvSpPr/>
            <p:nvPr/>
          </p:nvSpPr>
          <p:spPr>
            <a:xfrm>
              <a:off x="0" y="0"/>
              <a:ext cx="1828800" cy="2476500"/>
            </a:xfrm>
            <a:prstGeom prst="roundRect">
              <a:avLst>
                <a:gd fmla="val 5208" name="adj"/>
              </a:avLst>
            </a:prstGeom>
            <a:solidFill>
              <a:srgbClr val="111B38"/>
            </a:solidFill>
            <a:ln cap="flat" cmpd="sng" w="14300">
              <a:solidFill>
                <a:srgbClr val="7EC8F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4" name="Google Shape;644;p42"/>
            <p:cNvSpPr txBox="1"/>
            <p:nvPr/>
          </p:nvSpPr>
          <p:spPr>
            <a:xfrm>
              <a:off x="152400" y="190500"/>
              <a:ext cx="1524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200">
                  <a:solidFill>
                    <a:srgbClr val="7EC8F3"/>
                  </a:solidFill>
                  <a:latin typeface="Outfit ExtraBold"/>
                  <a:ea typeface="Outfit ExtraBold"/>
                  <a:cs typeface="Outfit ExtraBold"/>
                  <a:sym typeface="Outfit ExtraBold"/>
                </a:rPr>
                <a:t>Custom Logic</a:t>
              </a:r>
              <a:endParaRPr b="0" sz="1200">
                <a:solidFill>
                  <a:srgbClr val="7EC8F3"/>
                </a:solidFill>
                <a:latin typeface="Outfit ExtraBold"/>
                <a:ea typeface="Outfit ExtraBold"/>
                <a:cs typeface="Outfit ExtraBold"/>
                <a:sym typeface="Outfit ExtraBold"/>
              </a:endParaRPr>
            </a:p>
          </p:txBody>
        </p:sp>
        <p:sp>
          <p:nvSpPr>
            <p:cNvPr id="645" name="Google Shape;645;p42"/>
            <p:cNvSpPr txBox="1"/>
            <p:nvPr/>
          </p:nvSpPr>
          <p:spPr>
            <a:xfrm>
              <a:off x="152400" y="619125"/>
              <a:ext cx="15240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rgbClr val="D9D9D9"/>
                  </a:solidFill>
                  <a:latin typeface="Outfit Medium"/>
                  <a:ea typeface="Outfit Medium"/>
                  <a:cs typeface="Outfit Medium"/>
                  <a:sym typeface="Outfit Medium"/>
                </a:rPr>
                <a:t>Extend workflows with code and supported integrations.</a:t>
              </a:r>
              <a:endParaRPr b="0">
                <a:solidFill>
                  <a:srgbClr val="D9D9D9"/>
                </a:solidFill>
                <a:latin typeface="Outfit Medium"/>
                <a:ea typeface="Outfit Medium"/>
                <a:cs typeface="Outfit Medium"/>
                <a:sym typeface="Outfit Medium"/>
              </a:endParaRPr>
            </a:p>
          </p:txBody>
        </p:sp>
      </p:grpSp>
      <p:grpSp>
        <p:nvGrpSpPr>
          <p:cNvPr id="646" name="Google Shape;646;p42"/>
          <p:cNvGrpSpPr/>
          <p:nvPr/>
        </p:nvGrpSpPr>
        <p:grpSpPr>
          <a:xfrm>
            <a:off x="6677025" y="1428750"/>
            <a:ext cx="1828800" cy="2476500"/>
            <a:chOff x="0" y="0"/>
            <a:chExt cx="1828800" cy="2476500"/>
          </a:xfrm>
        </p:grpSpPr>
        <p:sp>
          <p:nvSpPr>
            <p:cNvPr id="647" name="Google Shape;647;p42"/>
            <p:cNvSpPr/>
            <p:nvPr/>
          </p:nvSpPr>
          <p:spPr>
            <a:xfrm>
              <a:off x="0" y="0"/>
              <a:ext cx="1828800" cy="2476500"/>
            </a:xfrm>
            <a:prstGeom prst="roundRect">
              <a:avLst>
                <a:gd fmla="val 5208" name="adj"/>
              </a:avLst>
            </a:prstGeom>
            <a:solidFill>
              <a:srgbClr val="111B38"/>
            </a:solidFill>
            <a:ln cap="flat" cmpd="sng" w="14300">
              <a:solidFill>
                <a:srgbClr val="EA4B7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8" name="Google Shape;648;p42"/>
            <p:cNvSpPr txBox="1"/>
            <p:nvPr/>
          </p:nvSpPr>
          <p:spPr>
            <a:xfrm>
              <a:off x="152400" y="190500"/>
              <a:ext cx="1524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3">
                  <a:solidFill>
                    <a:srgbClr val="EA4B71"/>
                  </a:solidFill>
                  <a:latin typeface="Outfit ExtraBold"/>
                  <a:ea typeface="Outfit ExtraBold"/>
                  <a:cs typeface="Outfit ExtraBold"/>
                  <a:sym typeface="Outfit ExtraBold"/>
                </a:rPr>
                <a:t>Role in Stack</a:t>
              </a:r>
              <a:endParaRPr b="0" sz="1203">
                <a:solidFill>
                  <a:srgbClr val="EA4B71"/>
                </a:solidFill>
                <a:latin typeface="Outfit ExtraBold"/>
                <a:ea typeface="Outfit ExtraBold"/>
                <a:cs typeface="Outfit ExtraBold"/>
                <a:sym typeface="Outfit ExtraBold"/>
              </a:endParaRPr>
            </a:p>
          </p:txBody>
        </p:sp>
        <p:sp>
          <p:nvSpPr>
            <p:cNvPr id="649" name="Google Shape;649;p42"/>
            <p:cNvSpPr txBox="1"/>
            <p:nvPr/>
          </p:nvSpPr>
          <p:spPr>
            <a:xfrm>
              <a:off x="152400" y="619125"/>
              <a:ext cx="15240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rgbClr val="D9D9D9"/>
                  </a:solidFill>
                  <a:latin typeface="Outfit Medium"/>
                  <a:ea typeface="Outfit Medium"/>
                  <a:cs typeface="Outfit Medium"/>
                  <a:sym typeface="Outfit Medium"/>
                </a:rPr>
                <a:t>Orchestrate when configuration and provisioning tasks should run.</a:t>
              </a:r>
              <a:endParaRPr b="0">
                <a:solidFill>
                  <a:srgbClr val="D9D9D9"/>
                </a:solidFill>
                <a:latin typeface="Outfit Medium"/>
                <a:ea typeface="Outfit Medium"/>
                <a:cs typeface="Outfit Medium"/>
                <a:sym typeface="Outfit Medium"/>
              </a:endParaRPr>
            </a:p>
          </p:txBody>
        </p:sp>
      </p:grpSp>
      <p:pic>
        <p:nvPicPr>
          <p:cNvPr id="650" name="Google Shape;650;p42"/>
          <p:cNvPicPr preferRelativeResize="0"/>
          <p:nvPr/>
        </p:nvPicPr>
        <p:blipFill>
          <a:blip r:embed="rId6">
            <a:alphaModFix/>
          </a:blip>
          <a:stretch>
            <a:fillRect/>
          </a:stretch>
        </p:blipFill>
        <p:spPr>
          <a:xfrm>
            <a:off x="7576950" y="55750"/>
            <a:ext cx="1270800" cy="1270800"/>
          </a:xfrm>
          <a:prstGeom prst="ellipse">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43"/>
          <p:cNvSpPr txBox="1"/>
          <p:nvPr>
            <p:ph type="title"/>
          </p:nvPr>
        </p:nvSpPr>
        <p:spPr>
          <a:xfrm>
            <a:off x="866675" y="360750"/>
            <a:ext cx="60423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800"/>
              <a:t>n8n demo: the classroom lab</a:t>
            </a:r>
            <a:endParaRPr sz="2800"/>
          </a:p>
        </p:txBody>
      </p:sp>
      <p:grpSp>
        <p:nvGrpSpPr>
          <p:cNvPr id="655" name="Google Shape;655;p43"/>
          <p:cNvGrpSpPr/>
          <p:nvPr/>
        </p:nvGrpSpPr>
        <p:grpSpPr>
          <a:xfrm>
            <a:off x="1464131" y="1786503"/>
            <a:ext cx="420539" cy="401186"/>
            <a:chOff x="1757388" y="1858738"/>
            <a:chExt cx="370225" cy="353250"/>
          </a:xfrm>
        </p:grpSpPr>
        <p:sp>
          <p:nvSpPr>
            <p:cNvPr id="656" name="Google Shape;656;p43"/>
            <p:cNvSpPr/>
            <p:nvPr/>
          </p:nvSpPr>
          <p:spPr>
            <a:xfrm>
              <a:off x="1771388" y="1937063"/>
              <a:ext cx="339975" cy="255050"/>
            </a:xfrm>
            <a:custGeom>
              <a:rect b="b" l="l" r="r" t="t"/>
              <a:pathLst>
                <a:path extrusionOk="0" h="10202" w="13599">
                  <a:moveTo>
                    <a:pt x="1066" y="1"/>
                  </a:moveTo>
                  <a:cubicBezTo>
                    <a:pt x="478" y="1"/>
                    <a:pt x="0" y="478"/>
                    <a:pt x="0" y="1066"/>
                  </a:cubicBezTo>
                  <a:lnTo>
                    <a:pt x="0" y="9405"/>
                  </a:lnTo>
                  <a:lnTo>
                    <a:pt x="6799" y="10201"/>
                  </a:lnTo>
                  <a:lnTo>
                    <a:pt x="13599" y="9405"/>
                  </a:lnTo>
                  <a:lnTo>
                    <a:pt x="13599" y="1067"/>
                  </a:lnTo>
                  <a:cubicBezTo>
                    <a:pt x="13599" y="478"/>
                    <a:pt x="13121" y="1"/>
                    <a:pt x="1253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43"/>
            <p:cNvSpPr/>
            <p:nvPr/>
          </p:nvSpPr>
          <p:spPr>
            <a:xfrm>
              <a:off x="1757388" y="2172163"/>
              <a:ext cx="367950" cy="39825"/>
            </a:xfrm>
            <a:custGeom>
              <a:rect b="b" l="l" r="r" t="t"/>
              <a:pathLst>
                <a:path extrusionOk="0" h="1593" w="14718">
                  <a:moveTo>
                    <a:pt x="416" y="1"/>
                  </a:moveTo>
                  <a:cubicBezTo>
                    <a:pt x="175" y="1"/>
                    <a:pt x="0" y="232"/>
                    <a:pt x="66" y="464"/>
                  </a:cubicBezTo>
                  <a:lnTo>
                    <a:pt x="130" y="692"/>
                  </a:lnTo>
                  <a:cubicBezTo>
                    <a:pt x="280" y="1224"/>
                    <a:pt x="766" y="1593"/>
                    <a:pt x="1319" y="1593"/>
                  </a:cubicBezTo>
                  <a:lnTo>
                    <a:pt x="13400" y="1593"/>
                  </a:lnTo>
                  <a:cubicBezTo>
                    <a:pt x="13953" y="1593"/>
                    <a:pt x="14439" y="1224"/>
                    <a:pt x="14587" y="692"/>
                  </a:cubicBezTo>
                  <a:lnTo>
                    <a:pt x="14652" y="464"/>
                  </a:lnTo>
                  <a:cubicBezTo>
                    <a:pt x="14717" y="232"/>
                    <a:pt x="14542" y="1"/>
                    <a:pt x="1430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43"/>
            <p:cNvSpPr/>
            <p:nvPr/>
          </p:nvSpPr>
          <p:spPr>
            <a:xfrm>
              <a:off x="1771338" y="1937063"/>
              <a:ext cx="354000" cy="274925"/>
            </a:xfrm>
            <a:custGeom>
              <a:rect b="b" l="l" r="r" t="t"/>
              <a:pathLst>
                <a:path extrusionOk="0" h="10997" w="14160">
                  <a:moveTo>
                    <a:pt x="11072" y="1"/>
                  </a:moveTo>
                  <a:cubicBezTo>
                    <a:pt x="11660" y="1"/>
                    <a:pt x="12139" y="478"/>
                    <a:pt x="12139" y="1067"/>
                  </a:cubicBezTo>
                  <a:lnTo>
                    <a:pt x="12139" y="8661"/>
                  </a:lnTo>
                  <a:cubicBezTo>
                    <a:pt x="12139" y="8848"/>
                    <a:pt x="11988" y="9000"/>
                    <a:pt x="11800" y="9000"/>
                  </a:cubicBezTo>
                  <a:lnTo>
                    <a:pt x="1" y="9000"/>
                  </a:lnTo>
                  <a:lnTo>
                    <a:pt x="1" y="9405"/>
                  </a:lnTo>
                  <a:lnTo>
                    <a:pt x="12355" y="9405"/>
                  </a:lnTo>
                  <a:cubicBezTo>
                    <a:pt x="12596" y="9405"/>
                    <a:pt x="12771" y="9636"/>
                    <a:pt x="12705" y="9868"/>
                  </a:cubicBezTo>
                  <a:lnTo>
                    <a:pt x="12640" y="10096"/>
                  </a:lnTo>
                  <a:cubicBezTo>
                    <a:pt x="12491" y="10628"/>
                    <a:pt x="12005" y="10997"/>
                    <a:pt x="11453" y="10997"/>
                  </a:cubicBezTo>
                  <a:lnTo>
                    <a:pt x="12842" y="10997"/>
                  </a:lnTo>
                  <a:cubicBezTo>
                    <a:pt x="13395" y="10997"/>
                    <a:pt x="13881" y="10628"/>
                    <a:pt x="14029" y="10096"/>
                  </a:cubicBezTo>
                  <a:lnTo>
                    <a:pt x="14094" y="9868"/>
                  </a:lnTo>
                  <a:cubicBezTo>
                    <a:pt x="14159" y="9636"/>
                    <a:pt x="13986" y="9405"/>
                    <a:pt x="13744" y="9405"/>
                  </a:cubicBezTo>
                  <a:lnTo>
                    <a:pt x="13601" y="9405"/>
                  </a:lnTo>
                  <a:lnTo>
                    <a:pt x="13601" y="1067"/>
                  </a:lnTo>
                  <a:cubicBezTo>
                    <a:pt x="13601" y="478"/>
                    <a:pt x="13123" y="1"/>
                    <a:pt x="1253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3"/>
            <p:cNvSpPr/>
            <p:nvPr/>
          </p:nvSpPr>
          <p:spPr>
            <a:xfrm>
              <a:off x="1890388" y="2172163"/>
              <a:ext cx="101950" cy="19950"/>
            </a:xfrm>
            <a:custGeom>
              <a:rect b="b" l="l" r="r" t="t"/>
              <a:pathLst>
                <a:path extrusionOk="0" h="798" w="4078">
                  <a:moveTo>
                    <a:pt x="0" y="1"/>
                  </a:moveTo>
                  <a:lnTo>
                    <a:pt x="0" y="299"/>
                  </a:lnTo>
                  <a:cubicBezTo>
                    <a:pt x="0" y="573"/>
                    <a:pt x="223" y="797"/>
                    <a:pt x="499" y="797"/>
                  </a:cubicBezTo>
                  <a:lnTo>
                    <a:pt x="3580" y="797"/>
                  </a:lnTo>
                  <a:cubicBezTo>
                    <a:pt x="3855" y="797"/>
                    <a:pt x="4077" y="573"/>
                    <a:pt x="4077" y="299"/>
                  </a:cubicBezTo>
                  <a:lnTo>
                    <a:pt x="4077" y="1"/>
                  </a:ln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3"/>
            <p:cNvSpPr/>
            <p:nvPr/>
          </p:nvSpPr>
          <p:spPr>
            <a:xfrm>
              <a:off x="1793388" y="1959113"/>
              <a:ext cx="295925" cy="191025"/>
            </a:xfrm>
            <a:custGeom>
              <a:rect b="b" l="l" r="r" t="t"/>
              <a:pathLst>
                <a:path extrusionOk="0" h="7641" w="11837">
                  <a:moveTo>
                    <a:pt x="769" y="1"/>
                  </a:moveTo>
                  <a:cubicBezTo>
                    <a:pt x="345" y="1"/>
                    <a:pt x="1" y="344"/>
                    <a:pt x="1" y="768"/>
                  </a:cubicBezTo>
                  <a:lnTo>
                    <a:pt x="1" y="6874"/>
                  </a:lnTo>
                  <a:cubicBezTo>
                    <a:pt x="1" y="7298"/>
                    <a:pt x="345" y="7641"/>
                    <a:pt x="769" y="7641"/>
                  </a:cubicBezTo>
                  <a:lnTo>
                    <a:pt x="11070" y="7641"/>
                  </a:lnTo>
                  <a:cubicBezTo>
                    <a:pt x="11134" y="7641"/>
                    <a:pt x="11197" y="7632"/>
                    <a:pt x="11257" y="7618"/>
                  </a:cubicBezTo>
                  <a:cubicBezTo>
                    <a:pt x="11334" y="7599"/>
                    <a:pt x="11407" y="7568"/>
                    <a:pt x="11473" y="7526"/>
                  </a:cubicBezTo>
                  <a:cubicBezTo>
                    <a:pt x="11691" y="7392"/>
                    <a:pt x="11837" y="7149"/>
                    <a:pt x="11837" y="6874"/>
                  </a:cubicBezTo>
                  <a:lnTo>
                    <a:pt x="11837" y="768"/>
                  </a:lnTo>
                  <a:cubicBezTo>
                    <a:pt x="11837" y="491"/>
                    <a:pt x="11690" y="248"/>
                    <a:pt x="11470" y="114"/>
                  </a:cubicBezTo>
                  <a:cubicBezTo>
                    <a:pt x="11401" y="72"/>
                    <a:pt x="11324" y="40"/>
                    <a:pt x="11245" y="20"/>
                  </a:cubicBezTo>
                  <a:cubicBezTo>
                    <a:pt x="11187" y="8"/>
                    <a:pt x="11130" y="1"/>
                    <a:pt x="110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43"/>
            <p:cNvSpPr/>
            <p:nvPr/>
          </p:nvSpPr>
          <p:spPr>
            <a:xfrm>
              <a:off x="2074488" y="1959613"/>
              <a:ext cx="14825" cy="189975"/>
            </a:xfrm>
            <a:custGeom>
              <a:rect b="b" l="l" r="r" t="t"/>
              <a:pathLst>
                <a:path extrusionOk="0" h="7599" w="593">
                  <a:moveTo>
                    <a:pt x="1" y="0"/>
                  </a:moveTo>
                  <a:lnTo>
                    <a:pt x="1" y="0"/>
                  </a:lnTo>
                  <a:cubicBezTo>
                    <a:pt x="8" y="53"/>
                    <a:pt x="13" y="109"/>
                    <a:pt x="13" y="164"/>
                  </a:cubicBezTo>
                  <a:lnTo>
                    <a:pt x="13" y="7598"/>
                  </a:lnTo>
                  <a:cubicBezTo>
                    <a:pt x="90" y="7579"/>
                    <a:pt x="163" y="7548"/>
                    <a:pt x="229" y="7506"/>
                  </a:cubicBezTo>
                  <a:cubicBezTo>
                    <a:pt x="447" y="7372"/>
                    <a:pt x="593" y="7129"/>
                    <a:pt x="593" y="6854"/>
                  </a:cubicBezTo>
                  <a:lnTo>
                    <a:pt x="593" y="748"/>
                  </a:lnTo>
                  <a:cubicBezTo>
                    <a:pt x="593" y="471"/>
                    <a:pt x="446" y="228"/>
                    <a:pt x="226" y="94"/>
                  </a:cubicBezTo>
                  <a:cubicBezTo>
                    <a:pt x="157" y="51"/>
                    <a:pt x="80" y="20"/>
                    <a:pt x="1" y="0"/>
                  </a:cubicBezTo>
                  <a:close/>
                </a:path>
              </a:pathLst>
            </a:custGeom>
            <a:solidFill>
              <a:srgbClr val="878787">
                <a:alpha val="13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43"/>
            <p:cNvSpPr/>
            <p:nvPr/>
          </p:nvSpPr>
          <p:spPr>
            <a:xfrm>
              <a:off x="1825063" y="1996763"/>
              <a:ext cx="232600" cy="153375"/>
            </a:xfrm>
            <a:custGeom>
              <a:rect b="b" l="l" r="r" t="t"/>
              <a:pathLst>
                <a:path extrusionOk="0" h="6135" w="9304">
                  <a:moveTo>
                    <a:pt x="4652" y="1"/>
                  </a:moveTo>
                  <a:cubicBezTo>
                    <a:pt x="4383" y="1"/>
                    <a:pt x="4114" y="142"/>
                    <a:pt x="3978" y="424"/>
                  </a:cubicBezTo>
                  <a:lnTo>
                    <a:pt x="2370" y="3777"/>
                  </a:lnTo>
                  <a:lnTo>
                    <a:pt x="909" y="2822"/>
                  </a:lnTo>
                  <a:cubicBezTo>
                    <a:pt x="813" y="2759"/>
                    <a:pt x="709" y="2731"/>
                    <a:pt x="608" y="2731"/>
                  </a:cubicBezTo>
                  <a:cubicBezTo>
                    <a:pt x="289" y="2731"/>
                    <a:pt x="0" y="3015"/>
                    <a:pt x="61" y="3377"/>
                  </a:cubicBezTo>
                  <a:lnTo>
                    <a:pt x="519" y="6135"/>
                  </a:lnTo>
                  <a:lnTo>
                    <a:pt x="8785" y="6135"/>
                  </a:lnTo>
                  <a:lnTo>
                    <a:pt x="9244" y="3377"/>
                  </a:lnTo>
                  <a:cubicBezTo>
                    <a:pt x="9304" y="3015"/>
                    <a:pt x="9015" y="2731"/>
                    <a:pt x="8696" y="2731"/>
                  </a:cubicBezTo>
                  <a:cubicBezTo>
                    <a:pt x="8595" y="2731"/>
                    <a:pt x="8491" y="2759"/>
                    <a:pt x="8394" y="2822"/>
                  </a:cubicBezTo>
                  <a:lnTo>
                    <a:pt x="6935" y="3777"/>
                  </a:lnTo>
                  <a:lnTo>
                    <a:pt x="5325" y="424"/>
                  </a:lnTo>
                  <a:cubicBezTo>
                    <a:pt x="5190" y="142"/>
                    <a:pt x="4921" y="1"/>
                    <a:pt x="4652" y="1"/>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43"/>
            <p:cNvSpPr/>
            <p:nvPr/>
          </p:nvSpPr>
          <p:spPr>
            <a:xfrm>
              <a:off x="1880963" y="2070463"/>
              <a:ext cx="120800" cy="79675"/>
            </a:xfrm>
            <a:custGeom>
              <a:rect b="b" l="l" r="r" t="t"/>
              <a:pathLst>
                <a:path extrusionOk="0" h="3187" w="4832">
                  <a:moveTo>
                    <a:pt x="2416" y="1"/>
                  </a:moveTo>
                  <a:cubicBezTo>
                    <a:pt x="2276" y="1"/>
                    <a:pt x="2136" y="74"/>
                    <a:pt x="2066" y="221"/>
                  </a:cubicBezTo>
                  <a:lnTo>
                    <a:pt x="1231" y="1963"/>
                  </a:lnTo>
                  <a:lnTo>
                    <a:pt x="473" y="1467"/>
                  </a:lnTo>
                  <a:cubicBezTo>
                    <a:pt x="422" y="1434"/>
                    <a:pt x="368" y="1419"/>
                    <a:pt x="315" y="1419"/>
                  </a:cubicBezTo>
                  <a:cubicBezTo>
                    <a:pt x="150" y="1419"/>
                    <a:pt x="1" y="1567"/>
                    <a:pt x="31" y="1755"/>
                  </a:cubicBezTo>
                  <a:lnTo>
                    <a:pt x="270" y="3187"/>
                  </a:lnTo>
                  <a:lnTo>
                    <a:pt x="4562" y="3187"/>
                  </a:lnTo>
                  <a:lnTo>
                    <a:pt x="4800" y="1755"/>
                  </a:lnTo>
                  <a:cubicBezTo>
                    <a:pt x="4832" y="1567"/>
                    <a:pt x="4682" y="1419"/>
                    <a:pt x="4517" y="1419"/>
                  </a:cubicBezTo>
                  <a:cubicBezTo>
                    <a:pt x="4464" y="1419"/>
                    <a:pt x="4410" y="1434"/>
                    <a:pt x="4359" y="1467"/>
                  </a:cubicBezTo>
                  <a:lnTo>
                    <a:pt x="3602" y="1963"/>
                  </a:lnTo>
                  <a:lnTo>
                    <a:pt x="2766" y="221"/>
                  </a:lnTo>
                  <a:cubicBezTo>
                    <a:pt x="2696" y="74"/>
                    <a:pt x="2556" y="1"/>
                    <a:pt x="2416" y="1"/>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43"/>
            <p:cNvSpPr/>
            <p:nvPr/>
          </p:nvSpPr>
          <p:spPr>
            <a:xfrm>
              <a:off x="1978863" y="1858738"/>
              <a:ext cx="148750" cy="126400"/>
            </a:xfrm>
            <a:custGeom>
              <a:rect b="b" l="l" r="r" t="t"/>
              <a:pathLst>
                <a:path extrusionOk="0" h="5056" w="5950">
                  <a:moveTo>
                    <a:pt x="2975" y="0"/>
                  </a:moveTo>
                  <a:cubicBezTo>
                    <a:pt x="2784" y="0"/>
                    <a:pt x="2592" y="95"/>
                    <a:pt x="2483" y="285"/>
                  </a:cubicBezTo>
                  <a:lnTo>
                    <a:pt x="219" y="4203"/>
                  </a:lnTo>
                  <a:cubicBezTo>
                    <a:pt x="1" y="4583"/>
                    <a:pt x="274" y="5056"/>
                    <a:pt x="712" y="5056"/>
                  </a:cubicBezTo>
                  <a:lnTo>
                    <a:pt x="5238" y="5056"/>
                  </a:lnTo>
                  <a:cubicBezTo>
                    <a:pt x="5675" y="5056"/>
                    <a:pt x="5949" y="4583"/>
                    <a:pt x="5730" y="4203"/>
                  </a:cubicBezTo>
                  <a:lnTo>
                    <a:pt x="3467" y="285"/>
                  </a:lnTo>
                  <a:cubicBezTo>
                    <a:pt x="3358" y="95"/>
                    <a:pt x="3167" y="0"/>
                    <a:pt x="2975" y="0"/>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3"/>
            <p:cNvSpPr/>
            <p:nvPr/>
          </p:nvSpPr>
          <p:spPr>
            <a:xfrm>
              <a:off x="2042313" y="1858738"/>
              <a:ext cx="85300" cy="126400"/>
            </a:xfrm>
            <a:custGeom>
              <a:rect b="b" l="l" r="r" t="t"/>
              <a:pathLst>
                <a:path extrusionOk="0" h="5056" w="3412">
                  <a:moveTo>
                    <a:pt x="437" y="0"/>
                  </a:moveTo>
                  <a:cubicBezTo>
                    <a:pt x="275" y="0"/>
                    <a:pt x="113" y="68"/>
                    <a:pt x="1" y="203"/>
                  </a:cubicBezTo>
                  <a:cubicBezTo>
                    <a:pt x="21" y="229"/>
                    <a:pt x="40" y="255"/>
                    <a:pt x="57" y="285"/>
                  </a:cubicBezTo>
                  <a:lnTo>
                    <a:pt x="2319" y="4203"/>
                  </a:lnTo>
                  <a:cubicBezTo>
                    <a:pt x="2539" y="4583"/>
                    <a:pt x="2265" y="5056"/>
                    <a:pt x="1828" y="5056"/>
                  </a:cubicBezTo>
                  <a:lnTo>
                    <a:pt x="2700" y="5056"/>
                  </a:lnTo>
                  <a:cubicBezTo>
                    <a:pt x="3137" y="5056"/>
                    <a:pt x="3411" y="4583"/>
                    <a:pt x="3192" y="4203"/>
                  </a:cubicBezTo>
                  <a:lnTo>
                    <a:pt x="929" y="285"/>
                  </a:lnTo>
                  <a:cubicBezTo>
                    <a:pt x="819" y="95"/>
                    <a:pt x="628" y="0"/>
                    <a:pt x="437"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43"/>
            <p:cNvSpPr/>
            <p:nvPr/>
          </p:nvSpPr>
          <p:spPr>
            <a:xfrm>
              <a:off x="2041163" y="1887513"/>
              <a:ext cx="24150" cy="53675"/>
            </a:xfrm>
            <a:custGeom>
              <a:rect b="b" l="l" r="r" t="t"/>
              <a:pathLst>
                <a:path extrusionOk="0" h="2147" w="966">
                  <a:moveTo>
                    <a:pt x="482" y="0"/>
                  </a:moveTo>
                  <a:cubicBezTo>
                    <a:pt x="216" y="0"/>
                    <a:pt x="1" y="217"/>
                    <a:pt x="1" y="483"/>
                  </a:cubicBezTo>
                  <a:lnTo>
                    <a:pt x="1" y="1663"/>
                  </a:lnTo>
                  <a:cubicBezTo>
                    <a:pt x="1" y="1931"/>
                    <a:pt x="216" y="2146"/>
                    <a:pt x="482" y="2146"/>
                  </a:cubicBezTo>
                  <a:cubicBezTo>
                    <a:pt x="750" y="2146"/>
                    <a:pt x="965" y="1931"/>
                    <a:pt x="965" y="1663"/>
                  </a:cubicBezTo>
                  <a:lnTo>
                    <a:pt x="965" y="483"/>
                  </a:ln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43"/>
            <p:cNvSpPr/>
            <p:nvPr/>
          </p:nvSpPr>
          <p:spPr>
            <a:xfrm>
              <a:off x="2041163" y="1948513"/>
              <a:ext cx="24150" cy="24150"/>
            </a:xfrm>
            <a:custGeom>
              <a:rect b="b" l="l" r="r" t="t"/>
              <a:pathLst>
                <a:path extrusionOk="0" h="966" w="966">
                  <a:moveTo>
                    <a:pt x="482" y="0"/>
                  </a:moveTo>
                  <a:cubicBezTo>
                    <a:pt x="216" y="0"/>
                    <a:pt x="1" y="217"/>
                    <a:pt x="1" y="483"/>
                  </a:cubicBezTo>
                  <a:lnTo>
                    <a:pt x="1" y="531"/>
                  </a:lnTo>
                  <a:cubicBezTo>
                    <a:pt x="1" y="772"/>
                    <a:pt x="194" y="965"/>
                    <a:pt x="435" y="965"/>
                  </a:cubicBezTo>
                  <a:lnTo>
                    <a:pt x="482" y="965"/>
                  </a:lnTo>
                  <a:cubicBezTo>
                    <a:pt x="750" y="965"/>
                    <a:pt x="965" y="750"/>
                    <a:pt x="965" y="483"/>
                  </a:cubicBez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8" name="Google Shape;668;p43"/>
          <p:cNvGrpSpPr/>
          <p:nvPr/>
        </p:nvGrpSpPr>
        <p:grpSpPr>
          <a:xfrm>
            <a:off x="4369781" y="1779636"/>
            <a:ext cx="404437" cy="414928"/>
            <a:chOff x="4393975" y="1891863"/>
            <a:chExt cx="356050" cy="365350"/>
          </a:xfrm>
        </p:grpSpPr>
        <p:sp>
          <p:nvSpPr>
            <p:cNvPr id="669" name="Google Shape;669;p43"/>
            <p:cNvSpPr/>
            <p:nvPr/>
          </p:nvSpPr>
          <p:spPr>
            <a:xfrm>
              <a:off x="4393975" y="1891863"/>
              <a:ext cx="226075" cy="217200"/>
            </a:xfrm>
            <a:custGeom>
              <a:rect b="b" l="l" r="r" t="t"/>
              <a:pathLst>
                <a:path extrusionOk="0" h="8688" w="9043">
                  <a:moveTo>
                    <a:pt x="4156" y="0"/>
                  </a:moveTo>
                  <a:cubicBezTo>
                    <a:pt x="4101" y="0"/>
                    <a:pt x="4047" y="2"/>
                    <a:pt x="3992" y="4"/>
                  </a:cubicBezTo>
                  <a:cubicBezTo>
                    <a:pt x="3480" y="26"/>
                    <a:pt x="2963" y="158"/>
                    <a:pt x="2476" y="409"/>
                  </a:cubicBezTo>
                  <a:cubicBezTo>
                    <a:pt x="685" y="1334"/>
                    <a:pt x="1" y="3552"/>
                    <a:pt x="898" y="5358"/>
                  </a:cubicBezTo>
                  <a:lnTo>
                    <a:pt x="2553" y="8687"/>
                  </a:lnTo>
                  <a:lnTo>
                    <a:pt x="3984" y="7976"/>
                  </a:lnTo>
                  <a:lnTo>
                    <a:pt x="2304" y="4596"/>
                  </a:lnTo>
                  <a:cubicBezTo>
                    <a:pt x="1787" y="3557"/>
                    <a:pt x="2227" y="2288"/>
                    <a:pt x="3284" y="1793"/>
                  </a:cubicBezTo>
                  <a:cubicBezTo>
                    <a:pt x="3513" y="1686"/>
                    <a:pt x="3753" y="1625"/>
                    <a:pt x="3992" y="1607"/>
                  </a:cubicBezTo>
                  <a:cubicBezTo>
                    <a:pt x="4042" y="1603"/>
                    <a:pt x="4093" y="1602"/>
                    <a:pt x="4143" y="1602"/>
                  </a:cubicBezTo>
                  <a:cubicBezTo>
                    <a:pt x="4920" y="1602"/>
                    <a:pt x="5669" y="2044"/>
                    <a:pt x="6038" y="2785"/>
                  </a:cubicBezTo>
                  <a:lnTo>
                    <a:pt x="7501" y="5730"/>
                  </a:lnTo>
                  <a:cubicBezTo>
                    <a:pt x="7579" y="5888"/>
                    <a:pt x="7737" y="5978"/>
                    <a:pt x="7901" y="5978"/>
                  </a:cubicBezTo>
                  <a:cubicBezTo>
                    <a:pt x="7968" y="5978"/>
                    <a:pt x="8035" y="5963"/>
                    <a:pt x="8098" y="5932"/>
                  </a:cubicBezTo>
                  <a:lnTo>
                    <a:pt x="8733" y="5617"/>
                  </a:lnTo>
                  <a:cubicBezTo>
                    <a:pt x="8952" y="5508"/>
                    <a:pt x="9042" y="5240"/>
                    <a:pt x="8933" y="5019"/>
                  </a:cubicBezTo>
                  <a:lnTo>
                    <a:pt x="7450" y="2037"/>
                  </a:lnTo>
                  <a:cubicBezTo>
                    <a:pt x="6810" y="748"/>
                    <a:pt x="5507" y="0"/>
                    <a:pt x="4156" y="0"/>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43"/>
            <p:cNvSpPr/>
            <p:nvPr/>
          </p:nvSpPr>
          <p:spPr>
            <a:xfrm>
              <a:off x="4493775" y="1891863"/>
              <a:ext cx="126275" cy="149475"/>
            </a:xfrm>
            <a:custGeom>
              <a:rect b="b" l="l" r="r" t="t"/>
              <a:pathLst>
                <a:path extrusionOk="0" h="5979" w="5051">
                  <a:moveTo>
                    <a:pt x="164" y="0"/>
                  </a:moveTo>
                  <a:cubicBezTo>
                    <a:pt x="109" y="0"/>
                    <a:pt x="55" y="2"/>
                    <a:pt x="0" y="4"/>
                  </a:cubicBezTo>
                  <a:cubicBezTo>
                    <a:pt x="24" y="28"/>
                    <a:pt x="626" y="672"/>
                    <a:pt x="0" y="1607"/>
                  </a:cubicBezTo>
                  <a:cubicBezTo>
                    <a:pt x="50" y="1603"/>
                    <a:pt x="101" y="1602"/>
                    <a:pt x="151" y="1602"/>
                  </a:cubicBezTo>
                  <a:cubicBezTo>
                    <a:pt x="928" y="1602"/>
                    <a:pt x="1677" y="2044"/>
                    <a:pt x="2046" y="2785"/>
                  </a:cubicBezTo>
                  <a:lnTo>
                    <a:pt x="3509" y="5730"/>
                  </a:lnTo>
                  <a:cubicBezTo>
                    <a:pt x="3587" y="5888"/>
                    <a:pt x="3745" y="5978"/>
                    <a:pt x="3909" y="5978"/>
                  </a:cubicBezTo>
                  <a:cubicBezTo>
                    <a:pt x="3976" y="5978"/>
                    <a:pt x="4043" y="5963"/>
                    <a:pt x="4106" y="5932"/>
                  </a:cubicBezTo>
                  <a:lnTo>
                    <a:pt x="4741" y="5617"/>
                  </a:lnTo>
                  <a:cubicBezTo>
                    <a:pt x="4960" y="5508"/>
                    <a:pt x="5050" y="5240"/>
                    <a:pt x="4941" y="5019"/>
                  </a:cubicBezTo>
                  <a:lnTo>
                    <a:pt x="3458" y="2037"/>
                  </a:lnTo>
                  <a:cubicBezTo>
                    <a:pt x="2818" y="748"/>
                    <a:pt x="1515" y="0"/>
                    <a:pt x="164" y="0"/>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43"/>
            <p:cNvSpPr/>
            <p:nvPr/>
          </p:nvSpPr>
          <p:spPr>
            <a:xfrm>
              <a:off x="4425400" y="2084913"/>
              <a:ext cx="229150" cy="172300"/>
            </a:xfrm>
            <a:custGeom>
              <a:rect b="b" l="l" r="r" t="t"/>
              <a:pathLst>
                <a:path extrusionOk="0" h="6892" w="9166">
                  <a:moveTo>
                    <a:pt x="1297" y="1"/>
                  </a:moveTo>
                  <a:cubicBezTo>
                    <a:pt x="582" y="1"/>
                    <a:pt x="1" y="582"/>
                    <a:pt x="1" y="1297"/>
                  </a:cubicBezTo>
                  <a:lnTo>
                    <a:pt x="1" y="5597"/>
                  </a:lnTo>
                  <a:cubicBezTo>
                    <a:pt x="1" y="6312"/>
                    <a:pt x="580" y="6892"/>
                    <a:pt x="1297" y="6892"/>
                  </a:cubicBezTo>
                  <a:lnTo>
                    <a:pt x="7871" y="6892"/>
                  </a:lnTo>
                  <a:cubicBezTo>
                    <a:pt x="8586" y="6892"/>
                    <a:pt x="9166" y="6312"/>
                    <a:pt x="9166" y="5597"/>
                  </a:cubicBezTo>
                  <a:lnTo>
                    <a:pt x="9166" y="1297"/>
                  </a:lnTo>
                  <a:cubicBezTo>
                    <a:pt x="9166" y="582"/>
                    <a:pt x="8586" y="1"/>
                    <a:pt x="7871" y="1"/>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43"/>
            <p:cNvSpPr/>
            <p:nvPr/>
          </p:nvSpPr>
          <p:spPr>
            <a:xfrm>
              <a:off x="4583900" y="2084913"/>
              <a:ext cx="70650" cy="172300"/>
            </a:xfrm>
            <a:custGeom>
              <a:rect b="b" l="l" r="r" t="t"/>
              <a:pathLst>
                <a:path extrusionOk="0" h="6892" w="2826">
                  <a:moveTo>
                    <a:pt x="0" y="1"/>
                  </a:moveTo>
                  <a:cubicBezTo>
                    <a:pt x="716" y="1"/>
                    <a:pt x="1295" y="580"/>
                    <a:pt x="1295" y="1297"/>
                  </a:cubicBezTo>
                  <a:lnTo>
                    <a:pt x="1295" y="5595"/>
                  </a:lnTo>
                  <a:cubicBezTo>
                    <a:pt x="1295" y="6312"/>
                    <a:pt x="716" y="6892"/>
                    <a:pt x="0" y="6892"/>
                  </a:cubicBezTo>
                  <a:lnTo>
                    <a:pt x="1531" y="6892"/>
                  </a:lnTo>
                  <a:cubicBezTo>
                    <a:pt x="2246" y="6892"/>
                    <a:pt x="2826" y="6312"/>
                    <a:pt x="2826" y="5595"/>
                  </a:cubicBezTo>
                  <a:lnTo>
                    <a:pt x="2826" y="1297"/>
                  </a:lnTo>
                  <a:cubicBezTo>
                    <a:pt x="2826" y="580"/>
                    <a:pt x="2246" y="1"/>
                    <a:pt x="1531" y="1"/>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43"/>
            <p:cNvSpPr/>
            <p:nvPr/>
          </p:nvSpPr>
          <p:spPr>
            <a:xfrm>
              <a:off x="4508300" y="2120238"/>
              <a:ext cx="64775" cy="102675"/>
            </a:xfrm>
            <a:custGeom>
              <a:rect b="b" l="l" r="r" t="t"/>
              <a:pathLst>
                <a:path extrusionOk="0" h="4107" w="2591">
                  <a:moveTo>
                    <a:pt x="1267" y="0"/>
                  </a:moveTo>
                  <a:cubicBezTo>
                    <a:pt x="762" y="0"/>
                    <a:pt x="321" y="284"/>
                    <a:pt x="98" y="703"/>
                  </a:cubicBezTo>
                  <a:cubicBezTo>
                    <a:pt x="0" y="888"/>
                    <a:pt x="926" y="1099"/>
                    <a:pt x="926" y="1323"/>
                  </a:cubicBezTo>
                  <a:cubicBezTo>
                    <a:pt x="926" y="1756"/>
                    <a:pt x="1115" y="2138"/>
                    <a:pt x="1435" y="2380"/>
                  </a:cubicBezTo>
                  <a:lnTo>
                    <a:pt x="473" y="3313"/>
                  </a:lnTo>
                  <a:cubicBezTo>
                    <a:pt x="473" y="3362"/>
                    <a:pt x="479" y="3409"/>
                    <a:pt x="487" y="3456"/>
                  </a:cubicBezTo>
                  <a:cubicBezTo>
                    <a:pt x="555" y="3825"/>
                    <a:pt x="878" y="4107"/>
                    <a:pt x="1267" y="4107"/>
                  </a:cubicBezTo>
                  <a:cubicBezTo>
                    <a:pt x="1487" y="4107"/>
                    <a:pt x="1686" y="4017"/>
                    <a:pt x="1829" y="3874"/>
                  </a:cubicBezTo>
                  <a:cubicBezTo>
                    <a:pt x="1939" y="3764"/>
                    <a:pt x="2016" y="3621"/>
                    <a:pt x="2047" y="3463"/>
                  </a:cubicBezTo>
                  <a:cubicBezTo>
                    <a:pt x="2057" y="3414"/>
                    <a:pt x="2061" y="3363"/>
                    <a:pt x="2061" y="3313"/>
                  </a:cubicBezTo>
                  <a:lnTo>
                    <a:pt x="2061" y="2380"/>
                  </a:lnTo>
                  <a:cubicBezTo>
                    <a:pt x="2382" y="2138"/>
                    <a:pt x="2590" y="1756"/>
                    <a:pt x="2590" y="1323"/>
                  </a:cubicBezTo>
                  <a:cubicBezTo>
                    <a:pt x="2590" y="1059"/>
                    <a:pt x="2513" y="811"/>
                    <a:pt x="2379" y="604"/>
                  </a:cubicBezTo>
                  <a:cubicBezTo>
                    <a:pt x="2142" y="241"/>
                    <a:pt x="1733" y="0"/>
                    <a:pt x="1267" y="0"/>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43"/>
            <p:cNvSpPr/>
            <p:nvPr/>
          </p:nvSpPr>
          <p:spPr>
            <a:xfrm>
              <a:off x="4506900" y="2135313"/>
              <a:ext cx="243125" cy="71500"/>
            </a:xfrm>
            <a:custGeom>
              <a:rect b="b" l="l" r="r" t="t"/>
              <a:pathLst>
                <a:path extrusionOk="0" h="2860" w="9725">
                  <a:moveTo>
                    <a:pt x="678" y="1"/>
                  </a:moveTo>
                  <a:cubicBezTo>
                    <a:pt x="493" y="1"/>
                    <a:pt x="317" y="36"/>
                    <a:pt x="154" y="100"/>
                  </a:cubicBezTo>
                  <a:cubicBezTo>
                    <a:pt x="56" y="285"/>
                    <a:pt x="0" y="496"/>
                    <a:pt x="0" y="720"/>
                  </a:cubicBezTo>
                  <a:cubicBezTo>
                    <a:pt x="0" y="1153"/>
                    <a:pt x="209" y="1535"/>
                    <a:pt x="529" y="1777"/>
                  </a:cubicBezTo>
                  <a:lnTo>
                    <a:pt x="529" y="2710"/>
                  </a:lnTo>
                  <a:cubicBezTo>
                    <a:pt x="529" y="2759"/>
                    <a:pt x="535" y="2806"/>
                    <a:pt x="543" y="2853"/>
                  </a:cubicBezTo>
                  <a:cubicBezTo>
                    <a:pt x="587" y="2857"/>
                    <a:pt x="633" y="2860"/>
                    <a:pt x="678" y="2860"/>
                  </a:cubicBezTo>
                  <a:lnTo>
                    <a:pt x="8295" y="2860"/>
                  </a:lnTo>
                  <a:cubicBezTo>
                    <a:pt x="8690" y="2860"/>
                    <a:pt x="9047" y="2700"/>
                    <a:pt x="9306" y="2441"/>
                  </a:cubicBezTo>
                  <a:cubicBezTo>
                    <a:pt x="9565" y="2182"/>
                    <a:pt x="9725" y="1825"/>
                    <a:pt x="9725" y="1430"/>
                  </a:cubicBezTo>
                  <a:cubicBezTo>
                    <a:pt x="9725" y="640"/>
                    <a:pt x="9085" y="2"/>
                    <a:pt x="8295" y="1"/>
                  </a:cubicBezTo>
                  <a:close/>
                </a:path>
              </a:pathLst>
            </a:custGeom>
            <a:solidFill>
              <a:srgbClr val="4DC8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43"/>
            <p:cNvSpPr/>
            <p:nvPr/>
          </p:nvSpPr>
          <p:spPr>
            <a:xfrm>
              <a:off x="4506900" y="2135313"/>
              <a:ext cx="37250" cy="71500"/>
            </a:xfrm>
            <a:custGeom>
              <a:rect b="b" l="l" r="r" t="t"/>
              <a:pathLst>
                <a:path extrusionOk="0" h="2860" w="1490">
                  <a:moveTo>
                    <a:pt x="678" y="1"/>
                  </a:moveTo>
                  <a:cubicBezTo>
                    <a:pt x="493" y="1"/>
                    <a:pt x="317" y="36"/>
                    <a:pt x="154" y="100"/>
                  </a:cubicBezTo>
                  <a:cubicBezTo>
                    <a:pt x="56" y="285"/>
                    <a:pt x="0" y="496"/>
                    <a:pt x="0" y="720"/>
                  </a:cubicBezTo>
                  <a:cubicBezTo>
                    <a:pt x="0" y="1153"/>
                    <a:pt x="209" y="1535"/>
                    <a:pt x="529" y="1777"/>
                  </a:cubicBezTo>
                  <a:lnTo>
                    <a:pt x="529" y="2710"/>
                  </a:lnTo>
                  <a:cubicBezTo>
                    <a:pt x="529" y="2759"/>
                    <a:pt x="535" y="2806"/>
                    <a:pt x="543" y="2853"/>
                  </a:cubicBezTo>
                  <a:cubicBezTo>
                    <a:pt x="587" y="2857"/>
                    <a:pt x="633" y="2860"/>
                    <a:pt x="678" y="2860"/>
                  </a:cubicBezTo>
                  <a:lnTo>
                    <a:pt x="1490" y="2860"/>
                  </a:lnTo>
                  <a:cubicBezTo>
                    <a:pt x="1481" y="2811"/>
                    <a:pt x="1476" y="2760"/>
                    <a:pt x="1476" y="2710"/>
                  </a:cubicBezTo>
                  <a:lnTo>
                    <a:pt x="1476" y="1777"/>
                  </a:lnTo>
                  <a:cubicBezTo>
                    <a:pt x="1155" y="1535"/>
                    <a:pt x="947" y="1153"/>
                    <a:pt x="947" y="720"/>
                  </a:cubicBezTo>
                  <a:cubicBezTo>
                    <a:pt x="947" y="456"/>
                    <a:pt x="1025" y="208"/>
                    <a:pt x="1159" y="1"/>
                  </a:cubicBezTo>
                  <a:close/>
                </a:path>
              </a:pathLst>
            </a:custGeom>
            <a:solidFill>
              <a:srgbClr val="375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43"/>
            <p:cNvSpPr/>
            <p:nvPr/>
          </p:nvSpPr>
          <p:spPr>
            <a:xfrm>
              <a:off x="4671600" y="2135313"/>
              <a:ext cx="78425" cy="71500"/>
            </a:xfrm>
            <a:custGeom>
              <a:rect b="b" l="l" r="r" t="t"/>
              <a:pathLst>
                <a:path extrusionOk="0" h="2860" w="3137">
                  <a:moveTo>
                    <a:pt x="1" y="1"/>
                  </a:moveTo>
                  <a:cubicBezTo>
                    <a:pt x="789" y="1"/>
                    <a:pt x="1429" y="640"/>
                    <a:pt x="1429" y="1430"/>
                  </a:cubicBezTo>
                  <a:cubicBezTo>
                    <a:pt x="1429" y="1825"/>
                    <a:pt x="1269" y="2182"/>
                    <a:pt x="1010" y="2441"/>
                  </a:cubicBezTo>
                  <a:cubicBezTo>
                    <a:pt x="753" y="2699"/>
                    <a:pt x="396" y="2860"/>
                    <a:pt x="1" y="2860"/>
                  </a:cubicBezTo>
                  <a:lnTo>
                    <a:pt x="1707" y="2860"/>
                  </a:lnTo>
                  <a:cubicBezTo>
                    <a:pt x="2102" y="2860"/>
                    <a:pt x="2459" y="2700"/>
                    <a:pt x="2718" y="2441"/>
                  </a:cubicBezTo>
                  <a:cubicBezTo>
                    <a:pt x="2977" y="2182"/>
                    <a:pt x="3137" y="1825"/>
                    <a:pt x="3137" y="1430"/>
                  </a:cubicBezTo>
                  <a:cubicBezTo>
                    <a:pt x="3137" y="640"/>
                    <a:pt x="2497" y="2"/>
                    <a:pt x="1707" y="1"/>
                  </a:cubicBezTo>
                  <a:close/>
                </a:path>
              </a:pathLst>
            </a:custGeom>
            <a:solidFill>
              <a:srgbClr val="375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43"/>
            <p:cNvSpPr/>
            <p:nvPr/>
          </p:nvSpPr>
          <p:spPr>
            <a:xfrm>
              <a:off x="4528475" y="2152013"/>
              <a:ext cx="39200" cy="38100"/>
            </a:xfrm>
            <a:custGeom>
              <a:rect b="b" l="l" r="r" t="t"/>
              <a:pathLst>
                <a:path extrusionOk="0" h="1524" w="1568">
                  <a:moveTo>
                    <a:pt x="243" y="1"/>
                  </a:moveTo>
                  <a:cubicBezTo>
                    <a:pt x="186" y="1"/>
                    <a:pt x="130" y="22"/>
                    <a:pt x="86" y="65"/>
                  </a:cubicBezTo>
                  <a:cubicBezTo>
                    <a:pt x="1" y="152"/>
                    <a:pt x="1" y="292"/>
                    <a:pt x="86" y="377"/>
                  </a:cubicBezTo>
                  <a:lnTo>
                    <a:pt x="473" y="762"/>
                  </a:lnTo>
                  <a:lnTo>
                    <a:pt x="86" y="1147"/>
                  </a:lnTo>
                  <a:cubicBezTo>
                    <a:pt x="1" y="1234"/>
                    <a:pt x="1" y="1374"/>
                    <a:pt x="86" y="1459"/>
                  </a:cubicBezTo>
                  <a:cubicBezTo>
                    <a:pt x="130" y="1503"/>
                    <a:pt x="187" y="1524"/>
                    <a:pt x="243" y="1524"/>
                  </a:cubicBezTo>
                  <a:cubicBezTo>
                    <a:pt x="299" y="1524"/>
                    <a:pt x="355" y="1503"/>
                    <a:pt x="399" y="1459"/>
                  </a:cubicBezTo>
                  <a:lnTo>
                    <a:pt x="784" y="1074"/>
                  </a:lnTo>
                  <a:lnTo>
                    <a:pt x="1169" y="1459"/>
                  </a:lnTo>
                  <a:cubicBezTo>
                    <a:pt x="1212" y="1503"/>
                    <a:pt x="1269" y="1524"/>
                    <a:pt x="1325" y="1524"/>
                  </a:cubicBezTo>
                  <a:cubicBezTo>
                    <a:pt x="1381" y="1524"/>
                    <a:pt x="1437" y="1503"/>
                    <a:pt x="1481" y="1459"/>
                  </a:cubicBezTo>
                  <a:cubicBezTo>
                    <a:pt x="1568" y="1374"/>
                    <a:pt x="1568" y="1234"/>
                    <a:pt x="1481" y="1147"/>
                  </a:cubicBezTo>
                  <a:lnTo>
                    <a:pt x="1096" y="762"/>
                  </a:lnTo>
                  <a:lnTo>
                    <a:pt x="1481" y="377"/>
                  </a:lnTo>
                  <a:cubicBezTo>
                    <a:pt x="1568" y="292"/>
                    <a:pt x="1568" y="152"/>
                    <a:pt x="1481" y="65"/>
                  </a:cubicBezTo>
                  <a:cubicBezTo>
                    <a:pt x="1438" y="22"/>
                    <a:pt x="1382" y="1"/>
                    <a:pt x="1325" y="1"/>
                  </a:cubicBezTo>
                  <a:cubicBezTo>
                    <a:pt x="1269" y="1"/>
                    <a:pt x="1213" y="22"/>
                    <a:pt x="1170" y="65"/>
                  </a:cubicBezTo>
                  <a:lnTo>
                    <a:pt x="784" y="450"/>
                  </a:lnTo>
                  <a:lnTo>
                    <a:pt x="399" y="65"/>
                  </a:lnTo>
                  <a:cubicBezTo>
                    <a:pt x="356" y="22"/>
                    <a:pt x="300" y="1"/>
                    <a:pt x="2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43"/>
            <p:cNvSpPr/>
            <p:nvPr/>
          </p:nvSpPr>
          <p:spPr>
            <a:xfrm>
              <a:off x="4576800" y="2152013"/>
              <a:ext cx="39175" cy="38100"/>
            </a:xfrm>
            <a:custGeom>
              <a:rect b="b" l="l" r="r" t="t"/>
              <a:pathLst>
                <a:path extrusionOk="0" h="1524" w="1567">
                  <a:moveTo>
                    <a:pt x="242" y="1"/>
                  </a:moveTo>
                  <a:cubicBezTo>
                    <a:pt x="186" y="1"/>
                    <a:pt x="130" y="22"/>
                    <a:pt x="87" y="65"/>
                  </a:cubicBezTo>
                  <a:cubicBezTo>
                    <a:pt x="0" y="152"/>
                    <a:pt x="0" y="292"/>
                    <a:pt x="87" y="377"/>
                  </a:cubicBezTo>
                  <a:lnTo>
                    <a:pt x="472" y="762"/>
                  </a:lnTo>
                  <a:lnTo>
                    <a:pt x="87" y="1147"/>
                  </a:lnTo>
                  <a:cubicBezTo>
                    <a:pt x="0" y="1234"/>
                    <a:pt x="0" y="1374"/>
                    <a:pt x="87" y="1459"/>
                  </a:cubicBezTo>
                  <a:cubicBezTo>
                    <a:pt x="130" y="1503"/>
                    <a:pt x="186" y="1524"/>
                    <a:pt x="242" y="1524"/>
                  </a:cubicBezTo>
                  <a:cubicBezTo>
                    <a:pt x="300" y="1524"/>
                    <a:pt x="356" y="1503"/>
                    <a:pt x="399" y="1459"/>
                  </a:cubicBezTo>
                  <a:lnTo>
                    <a:pt x="784" y="1074"/>
                  </a:lnTo>
                  <a:lnTo>
                    <a:pt x="1169" y="1459"/>
                  </a:lnTo>
                  <a:cubicBezTo>
                    <a:pt x="1212" y="1503"/>
                    <a:pt x="1268" y="1524"/>
                    <a:pt x="1324" y="1524"/>
                  </a:cubicBezTo>
                  <a:cubicBezTo>
                    <a:pt x="1382" y="1524"/>
                    <a:pt x="1438" y="1503"/>
                    <a:pt x="1481" y="1459"/>
                  </a:cubicBezTo>
                  <a:cubicBezTo>
                    <a:pt x="1567" y="1374"/>
                    <a:pt x="1567" y="1234"/>
                    <a:pt x="1481" y="1147"/>
                  </a:cubicBezTo>
                  <a:lnTo>
                    <a:pt x="1096" y="762"/>
                  </a:lnTo>
                  <a:lnTo>
                    <a:pt x="1481" y="377"/>
                  </a:lnTo>
                  <a:cubicBezTo>
                    <a:pt x="1567" y="292"/>
                    <a:pt x="1567" y="152"/>
                    <a:pt x="1481" y="65"/>
                  </a:cubicBezTo>
                  <a:cubicBezTo>
                    <a:pt x="1438" y="22"/>
                    <a:pt x="1382" y="1"/>
                    <a:pt x="1325" y="1"/>
                  </a:cubicBezTo>
                  <a:cubicBezTo>
                    <a:pt x="1269" y="1"/>
                    <a:pt x="1212" y="22"/>
                    <a:pt x="1169" y="65"/>
                  </a:cubicBezTo>
                  <a:lnTo>
                    <a:pt x="784" y="450"/>
                  </a:lnTo>
                  <a:lnTo>
                    <a:pt x="399" y="65"/>
                  </a:lnTo>
                  <a:cubicBezTo>
                    <a:pt x="356" y="22"/>
                    <a:pt x="299" y="1"/>
                    <a:pt x="2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43"/>
            <p:cNvSpPr/>
            <p:nvPr/>
          </p:nvSpPr>
          <p:spPr>
            <a:xfrm>
              <a:off x="4625125" y="2152013"/>
              <a:ext cx="39200" cy="38100"/>
            </a:xfrm>
            <a:custGeom>
              <a:rect b="b" l="l" r="r" t="t"/>
              <a:pathLst>
                <a:path extrusionOk="0" h="1524" w="1568">
                  <a:moveTo>
                    <a:pt x="243" y="1"/>
                  </a:moveTo>
                  <a:cubicBezTo>
                    <a:pt x="186" y="1"/>
                    <a:pt x="130" y="22"/>
                    <a:pt x="87" y="65"/>
                  </a:cubicBezTo>
                  <a:cubicBezTo>
                    <a:pt x="1" y="152"/>
                    <a:pt x="1" y="292"/>
                    <a:pt x="87" y="377"/>
                  </a:cubicBezTo>
                  <a:lnTo>
                    <a:pt x="472" y="762"/>
                  </a:lnTo>
                  <a:lnTo>
                    <a:pt x="87" y="1147"/>
                  </a:lnTo>
                  <a:cubicBezTo>
                    <a:pt x="1" y="1234"/>
                    <a:pt x="1" y="1374"/>
                    <a:pt x="87" y="1459"/>
                  </a:cubicBezTo>
                  <a:cubicBezTo>
                    <a:pt x="129" y="1503"/>
                    <a:pt x="187" y="1524"/>
                    <a:pt x="243" y="1524"/>
                  </a:cubicBezTo>
                  <a:cubicBezTo>
                    <a:pt x="299" y="1524"/>
                    <a:pt x="356" y="1503"/>
                    <a:pt x="398" y="1459"/>
                  </a:cubicBezTo>
                  <a:lnTo>
                    <a:pt x="783" y="1074"/>
                  </a:lnTo>
                  <a:lnTo>
                    <a:pt x="1170" y="1459"/>
                  </a:lnTo>
                  <a:cubicBezTo>
                    <a:pt x="1212" y="1503"/>
                    <a:pt x="1269" y="1524"/>
                    <a:pt x="1325" y="1524"/>
                  </a:cubicBezTo>
                  <a:cubicBezTo>
                    <a:pt x="1381" y="1524"/>
                    <a:pt x="1438" y="1503"/>
                    <a:pt x="1480" y="1459"/>
                  </a:cubicBezTo>
                  <a:cubicBezTo>
                    <a:pt x="1567" y="1374"/>
                    <a:pt x="1567" y="1234"/>
                    <a:pt x="1480" y="1147"/>
                  </a:cubicBezTo>
                  <a:lnTo>
                    <a:pt x="1095" y="762"/>
                  </a:lnTo>
                  <a:lnTo>
                    <a:pt x="1480" y="377"/>
                  </a:lnTo>
                  <a:cubicBezTo>
                    <a:pt x="1567" y="292"/>
                    <a:pt x="1567" y="152"/>
                    <a:pt x="1480" y="65"/>
                  </a:cubicBezTo>
                  <a:cubicBezTo>
                    <a:pt x="1438" y="22"/>
                    <a:pt x="1381" y="1"/>
                    <a:pt x="1325" y="1"/>
                  </a:cubicBezTo>
                  <a:cubicBezTo>
                    <a:pt x="1269" y="1"/>
                    <a:pt x="1212" y="22"/>
                    <a:pt x="1170" y="65"/>
                  </a:cubicBezTo>
                  <a:lnTo>
                    <a:pt x="785" y="450"/>
                  </a:lnTo>
                  <a:lnTo>
                    <a:pt x="398" y="65"/>
                  </a:lnTo>
                  <a:cubicBezTo>
                    <a:pt x="355" y="22"/>
                    <a:pt x="299" y="1"/>
                    <a:pt x="2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43"/>
            <p:cNvSpPr/>
            <p:nvPr/>
          </p:nvSpPr>
          <p:spPr>
            <a:xfrm>
              <a:off x="4673450" y="2152013"/>
              <a:ext cx="39200" cy="38100"/>
            </a:xfrm>
            <a:custGeom>
              <a:rect b="b" l="l" r="r" t="t"/>
              <a:pathLst>
                <a:path extrusionOk="0" h="1524" w="1568">
                  <a:moveTo>
                    <a:pt x="242" y="1"/>
                  </a:moveTo>
                  <a:cubicBezTo>
                    <a:pt x="186" y="1"/>
                    <a:pt x="130" y="22"/>
                    <a:pt x="86" y="65"/>
                  </a:cubicBezTo>
                  <a:cubicBezTo>
                    <a:pt x="1" y="152"/>
                    <a:pt x="1" y="292"/>
                    <a:pt x="86" y="377"/>
                  </a:cubicBezTo>
                  <a:lnTo>
                    <a:pt x="471" y="762"/>
                  </a:lnTo>
                  <a:lnTo>
                    <a:pt x="86" y="1147"/>
                  </a:lnTo>
                  <a:cubicBezTo>
                    <a:pt x="1" y="1234"/>
                    <a:pt x="1" y="1374"/>
                    <a:pt x="86" y="1459"/>
                  </a:cubicBezTo>
                  <a:cubicBezTo>
                    <a:pt x="130" y="1503"/>
                    <a:pt x="186" y="1524"/>
                    <a:pt x="243" y="1524"/>
                  </a:cubicBezTo>
                  <a:cubicBezTo>
                    <a:pt x="299" y="1524"/>
                    <a:pt x="355" y="1503"/>
                    <a:pt x="399" y="1459"/>
                  </a:cubicBezTo>
                  <a:lnTo>
                    <a:pt x="784" y="1074"/>
                  </a:lnTo>
                  <a:lnTo>
                    <a:pt x="1169" y="1459"/>
                  </a:lnTo>
                  <a:cubicBezTo>
                    <a:pt x="1212" y="1503"/>
                    <a:pt x="1268" y="1524"/>
                    <a:pt x="1325" y="1524"/>
                  </a:cubicBezTo>
                  <a:cubicBezTo>
                    <a:pt x="1381" y="1524"/>
                    <a:pt x="1437" y="1503"/>
                    <a:pt x="1481" y="1459"/>
                  </a:cubicBezTo>
                  <a:cubicBezTo>
                    <a:pt x="1566" y="1374"/>
                    <a:pt x="1566" y="1234"/>
                    <a:pt x="1481" y="1147"/>
                  </a:cubicBezTo>
                  <a:lnTo>
                    <a:pt x="1096" y="762"/>
                  </a:lnTo>
                  <a:lnTo>
                    <a:pt x="1481" y="377"/>
                  </a:lnTo>
                  <a:cubicBezTo>
                    <a:pt x="1568" y="292"/>
                    <a:pt x="1568" y="152"/>
                    <a:pt x="1481" y="65"/>
                  </a:cubicBezTo>
                  <a:cubicBezTo>
                    <a:pt x="1438" y="22"/>
                    <a:pt x="1382" y="1"/>
                    <a:pt x="1325" y="1"/>
                  </a:cubicBezTo>
                  <a:cubicBezTo>
                    <a:pt x="1269" y="1"/>
                    <a:pt x="1212" y="22"/>
                    <a:pt x="1169" y="65"/>
                  </a:cubicBezTo>
                  <a:lnTo>
                    <a:pt x="784" y="450"/>
                  </a:lnTo>
                  <a:lnTo>
                    <a:pt x="399" y="65"/>
                  </a:lnTo>
                  <a:cubicBezTo>
                    <a:pt x="355" y="22"/>
                    <a:pt x="299" y="1"/>
                    <a:pt x="2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43"/>
            <p:cNvSpPr/>
            <p:nvPr/>
          </p:nvSpPr>
          <p:spPr>
            <a:xfrm>
              <a:off x="4657850" y="2034088"/>
              <a:ext cx="34050" cy="18325"/>
            </a:xfrm>
            <a:custGeom>
              <a:rect b="b" l="l" r="r" t="t"/>
              <a:pathLst>
                <a:path extrusionOk="0" h="733" w="1362">
                  <a:moveTo>
                    <a:pt x="1114" y="0"/>
                  </a:moveTo>
                  <a:cubicBezTo>
                    <a:pt x="1091" y="0"/>
                    <a:pt x="1067" y="4"/>
                    <a:pt x="1044" y="12"/>
                  </a:cubicBezTo>
                  <a:lnTo>
                    <a:pt x="177" y="304"/>
                  </a:lnTo>
                  <a:cubicBezTo>
                    <a:pt x="62" y="342"/>
                    <a:pt x="1" y="468"/>
                    <a:pt x="38" y="583"/>
                  </a:cubicBezTo>
                  <a:cubicBezTo>
                    <a:pt x="71" y="676"/>
                    <a:pt x="156" y="733"/>
                    <a:pt x="248" y="733"/>
                  </a:cubicBezTo>
                  <a:cubicBezTo>
                    <a:pt x="271" y="733"/>
                    <a:pt x="295" y="730"/>
                    <a:pt x="318" y="722"/>
                  </a:cubicBezTo>
                  <a:lnTo>
                    <a:pt x="1184" y="429"/>
                  </a:lnTo>
                  <a:cubicBezTo>
                    <a:pt x="1300" y="391"/>
                    <a:pt x="1361" y="265"/>
                    <a:pt x="1322" y="150"/>
                  </a:cubicBezTo>
                  <a:cubicBezTo>
                    <a:pt x="1291" y="58"/>
                    <a:pt x="1206" y="0"/>
                    <a:pt x="1114"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43"/>
            <p:cNvSpPr/>
            <p:nvPr/>
          </p:nvSpPr>
          <p:spPr>
            <a:xfrm>
              <a:off x="4657300" y="2062513"/>
              <a:ext cx="30925" cy="18725"/>
            </a:xfrm>
            <a:custGeom>
              <a:rect b="b" l="l" r="r" t="t"/>
              <a:pathLst>
                <a:path extrusionOk="0" h="749" w="1237">
                  <a:moveTo>
                    <a:pt x="251" y="1"/>
                  </a:moveTo>
                  <a:cubicBezTo>
                    <a:pt x="165" y="1"/>
                    <a:pt x="82" y="52"/>
                    <a:pt x="46" y="136"/>
                  </a:cubicBezTo>
                  <a:cubicBezTo>
                    <a:pt x="0" y="250"/>
                    <a:pt x="53" y="379"/>
                    <a:pt x="165" y="425"/>
                  </a:cubicBezTo>
                  <a:lnTo>
                    <a:pt x="900" y="731"/>
                  </a:lnTo>
                  <a:cubicBezTo>
                    <a:pt x="928" y="743"/>
                    <a:pt x="958" y="748"/>
                    <a:pt x="986" y="748"/>
                  </a:cubicBezTo>
                  <a:cubicBezTo>
                    <a:pt x="1073" y="748"/>
                    <a:pt x="1154" y="696"/>
                    <a:pt x="1189" y="612"/>
                  </a:cubicBezTo>
                  <a:cubicBezTo>
                    <a:pt x="1236" y="499"/>
                    <a:pt x="1183" y="370"/>
                    <a:pt x="1070" y="324"/>
                  </a:cubicBezTo>
                  <a:lnTo>
                    <a:pt x="335" y="17"/>
                  </a:lnTo>
                  <a:cubicBezTo>
                    <a:pt x="307" y="6"/>
                    <a:pt x="279" y="1"/>
                    <a:pt x="251" y="1"/>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43"/>
            <p:cNvSpPr/>
            <p:nvPr/>
          </p:nvSpPr>
          <p:spPr>
            <a:xfrm>
              <a:off x="4644550" y="2007663"/>
              <a:ext cx="22600" cy="28275"/>
            </a:xfrm>
            <a:custGeom>
              <a:rect b="b" l="l" r="r" t="t"/>
              <a:pathLst>
                <a:path extrusionOk="0" h="1131" w="904">
                  <a:moveTo>
                    <a:pt x="651" y="0"/>
                  </a:moveTo>
                  <a:cubicBezTo>
                    <a:pt x="575" y="0"/>
                    <a:pt x="501" y="40"/>
                    <a:pt x="460" y="110"/>
                  </a:cubicBezTo>
                  <a:lnTo>
                    <a:pt x="61" y="799"/>
                  </a:lnTo>
                  <a:cubicBezTo>
                    <a:pt x="1" y="905"/>
                    <a:pt x="36" y="1039"/>
                    <a:pt x="142" y="1101"/>
                  </a:cubicBezTo>
                  <a:cubicBezTo>
                    <a:pt x="176" y="1121"/>
                    <a:pt x="215" y="1130"/>
                    <a:pt x="251" y="1130"/>
                  </a:cubicBezTo>
                  <a:cubicBezTo>
                    <a:pt x="328" y="1130"/>
                    <a:pt x="402" y="1091"/>
                    <a:pt x="443" y="1020"/>
                  </a:cubicBezTo>
                  <a:lnTo>
                    <a:pt x="842" y="331"/>
                  </a:lnTo>
                  <a:cubicBezTo>
                    <a:pt x="904" y="226"/>
                    <a:pt x="867" y="92"/>
                    <a:pt x="762" y="30"/>
                  </a:cubicBezTo>
                  <a:cubicBezTo>
                    <a:pt x="727" y="10"/>
                    <a:pt x="689" y="0"/>
                    <a:pt x="651"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 name="Google Shape;684;p43"/>
          <p:cNvGrpSpPr/>
          <p:nvPr/>
        </p:nvGrpSpPr>
        <p:grpSpPr>
          <a:xfrm>
            <a:off x="7164205" y="1779626"/>
            <a:ext cx="412190" cy="414956"/>
            <a:chOff x="6954600" y="1927625"/>
            <a:chExt cx="362875" cy="365375"/>
          </a:xfrm>
        </p:grpSpPr>
        <p:sp>
          <p:nvSpPr>
            <p:cNvPr id="685" name="Google Shape;685;p43"/>
            <p:cNvSpPr/>
            <p:nvPr/>
          </p:nvSpPr>
          <p:spPr>
            <a:xfrm>
              <a:off x="6954600" y="2048600"/>
              <a:ext cx="339425" cy="244400"/>
            </a:xfrm>
            <a:custGeom>
              <a:rect b="b" l="l" r="r" t="t"/>
              <a:pathLst>
                <a:path extrusionOk="0" h="9776" w="13577">
                  <a:moveTo>
                    <a:pt x="817" y="0"/>
                  </a:moveTo>
                  <a:cubicBezTo>
                    <a:pt x="366" y="0"/>
                    <a:pt x="2" y="365"/>
                    <a:pt x="2" y="815"/>
                  </a:cubicBezTo>
                  <a:lnTo>
                    <a:pt x="2" y="1624"/>
                  </a:lnTo>
                  <a:lnTo>
                    <a:pt x="1311" y="2468"/>
                  </a:lnTo>
                  <a:lnTo>
                    <a:pt x="0" y="3782"/>
                  </a:lnTo>
                  <a:lnTo>
                    <a:pt x="0" y="8960"/>
                  </a:lnTo>
                  <a:cubicBezTo>
                    <a:pt x="0" y="9411"/>
                    <a:pt x="366" y="9775"/>
                    <a:pt x="817" y="9775"/>
                  </a:cubicBezTo>
                  <a:lnTo>
                    <a:pt x="12762" y="9775"/>
                  </a:lnTo>
                  <a:cubicBezTo>
                    <a:pt x="13211" y="9775"/>
                    <a:pt x="13577" y="9411"/>
                    <a:pt x="13577" y="8960"/>
                  </a:cubicBezTo>
                  <a:lnTo>
                    <a:pt x="13577" y="3782"/>
                  </a:lnTo>
                  <a:lnTo>
                    <a:pt x="12811" y="3079"/>
                  </a:lnTo>
                  <a:lnTo>
                    <a:pt x="13577" y="1920"/>
                  </a:lnTo>
                  <a:lnTo>
                    <a:pt x="13577" y="815"/>
                  </a:lnTo>
                  <a:cubicBezTo>
                    <a:pt x="13577" y="365"/>
                    <a:pt x="13211" y="0"/>
                    <a:pt x="12762" y="0"/>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43"/>
            <p:cNvSpPr/>
            <p:nvPr/>
          </p:nvSpPr>
          <p:spPr>
            <a:xfrm>
              <a:off x="7251550" y="2048600"/>
              <a:ext cx="42475" cy="244400"/>
            </a:xfrm>
            <a:custGeom>
              <a:rect b="b" l="l" r="r" t="t"/>
              <a:pathLst>
                <a:path extrusionOk="0" h="9776" w="1699">
                  <a:moveTo>
                    <a:pt x="0" y="0"/>
                  </a:moveTo>
                  <a:cubicBezTo>
                    <a:pt x="450" y="0"/>
                    <a:pt x="815" y="365"/>
                    <a:pt x="815" y="815"/>
                  </a:cubicBezTo>
                  <a:lnTo>
                    <a:pt x="815" y="1920"/>
                  </a:lnTo>
                  <a:lnTo>
                    <a:pt x="49" y="3079"/>
                  </a:lnTo>
                  <a:lnTo>
                    <a:pt x="815" y="3782"/>
                  </a:lnTo>
                  <a:lnTo>
                    <a:pt x="815" y="8960"/>
                  </a:lnTo>
                  <a:cubicBezTo>
                    <a:pt x="815" y="9410"/>
                    <a:pt x="450" y="9775"/>
                    <a:pt x="0" y="9775"/>
                  </a:cubicBezTo>
                  <a:lnTo>
                    <a:pt x="884" y="9775"/>
                  </a:lnTo>
                  <a:cubicBezTo>
                    <a:pt x="1333" y="9775"/>
                    <a:pt x="1699" y="9411"/>
                    <a:pt x="1699" y="8960"/>
                  </a:cubicBezTo>
                  <a:lnTo>
                    <a:pt x="1699" y="3782"/>
                  </a:lnTo>
                  <a:lnTo>
                    <a:pt x="933" y="3079"/>
                  </a:lnTo>
                  <a:lnTo>
                    <a:pt x="1699" y="1920"/>
                  </a:lnTo>
                  <a:lnTo>
                    <a:pt x="1699" y="815"/>
                  </a:lnTo>
                  <a:cubicBezTo>
                    <a:pt x="1699" y="365"/>
                    <a:pt x="1333" y="0"/>
                    <a:pt x="884"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43"/>
            <p:cNvSpPr/>
            <p:nvPr/>
          </p:nvSpPr>
          <p:spPr>
            <a:xfrm>
              <a:off x="6954625" y="2089200"/>
              <a:ext cx="339400" cy="53950"/>
            </a:xfrm>
            <a:custGeom>
              <a:rect b="b" l="l" r="r" t="t"/>
              <a:pathLst>
                <a:path extrusionOk="0" h="2158" w="13576">
                  <a:moveTo>
                    <a:pt x="1" y="0"/>
                  </a:moveTo>
                  <a:lnTo>
                    <a:pt x="1" y="2158"/>
                  </a:lnTo>
                  <a:lnTo>
                    <a:pt x="13576" y="2158"/>
                  </a:lnTo>
                  <a:lnTo>
                    <a:pt x="13576" y="0"/>
                  </a:ln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43"/>
            <p:cNvSpPr/>
            <p:nvPr/>
          </p:nvSpPr>
          <p:spPr>
            <a:xfrm>
              <a:off x="7272750" y="2089200"/>
              <a:ext cx="21275" cy="53950"/>
            </a:xfrm>
            <a:custGeom>
              <a:rect b="b" l="l" r="r" t="t"/>
              <a:pathLst>
                <a:path extrusionOk="0" h="2158" w="851">
                  <a:moveTo>
                    <a:pt x="1" y="0"/>
                  </a:moveTo>
                  <a:lnTo>
                    <a:pt x="1" y="2158"/>
                  </a:lnTo>
                  <a:lnTo>
                    <a:pt x="851" y="2158"/>
                  </a:lnTo>
                  <a:lnTo>
                    <a:pt x="851" y="0"/>
                  </a:lnTo>
                  <a:close/>
                </a:path>
              </a:pathLst>
            </a:custGeom>
            <a:solidFill>
              <a:srgbClr val="596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43"/>
            <p:cNvSpPr/>
            <p:nvPr/>
          </p:nvSpPr>
          <p:spPr>
            <a:xfrm>
              <a:off x="7203525" y="1927625"/>
              <a:ext cx="101400" cy="102800"/>
            </a:xfrm>
            <a:custGeom>
              <a:rect b="b" l="l" r="r" t="t"/>
              <a:pathLst>
                <a:path extrusionOk="0" h="4112" w="4056">
                  <a:moveTo>
                    <a:pt x="2028" y="1"/>
                  </a:moveTo>
                  <a:cubicBezTo>
                    <a:pt x="911" y="1"/>
                    <a:pt x="1" y="911"/>
                    <a:pt x="1" y="2028"/>
                  </a:cubicBezTo>
                  <a:lnTo>
                    <a:pt x="1" y="4111"/>
                  </a:lnTo>
                  <a:lnTo>
                    <a:pt x="883" y="4111"/>
                  </a:lnTo>
                  <a:lnTo>
                    <a:pt x="883" y="2028"/>
                  </a:lnTo>
                  <a:cubicBezTo>
                    <a:pt x="883" y="1396"/>
                    <a:pt x="1396" y="883"/>
                    <a:pt x="2028" y="883"/>
                  </a:cubicBezTo>
                  <a:cubicBezTo>
                    <a:pt x="2249" y="883"/>
                    <a:pt x="2455" y="946"/>
                    <a:pt x="2630" y="1055"/>
                  </a:cubicBezTo>
                  <a:cubicBezTo>
                    <a:pt x="2956" y="1256"/>
                    <a:pt x="3173" y="1618"/>
                    <a:pt x="3173" y="2028"/>
                  </a:cubicBezTo>
                  <a:lnTo>
                    <a:pt x="3173" y="4111"/>
                  </a:lnTo>
                  <a:lnTo>
                    <a:pt x="4055" y="4111"/>
                  </a:lnTo>
                  <a:lnTo>
                    <a:pt x="4055" y="2028"/>
                  </a:lnTo>
                  <a:cubicBezTo>
                    <a:pt x="4055" y="1276"/>
                    <a:pt x="3644" y="618"/>
                    <a:pt x="3033" y="268"/>
                  </a:cubicBezTo>
                  <a:cubicBezTo>
                    <a:pt x="2736" y="97"/>
                    <a:pt x="2393" y="1"/>
                    <a:pt x="2028"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43"/>
            <p:cNvSpPr/>
            <p:nvPr/>
          </p:nvSpPr>
          <p:spPr>
            <a:xfrm>
              <a:off x="7269250" y="1934300"/>
              <a:ext cx="35675" cy="96125"/>
            </a:xfrm>
            <a:custGeom>
              <a:rect b="b" l="l" r="r" t="t"/>
              <a:pathLst>
                <a:path extrusionOk="0" h="3845" w="1427">
                  <a:moveTo>
                    <a:pt x="404" y="1"/>
                  </a:moveTo>
                  <a:cubicBezTo>
                    <a:pt x="408" y="18"/>
                    <a:pt x="569" y="597"/>
                    <a:pt x="1" y="788"/>
                  </a:cubicBezTo>
                  <a:cubicBezTo>
                    <a:pt x="327" y="989"/>
                    <a:pt x="544" y="1351"/>
                    <a:pt x="544" y="1761"/>
                  </a:cubicBezTo>
                  <a:lnTo>
                    <a:pt x="544" y="3844"/>
                  </a:lnTo>
                  <a:lnTo>
                    <a:pt x="1426" y="3844"/>
                  </a:lnTo>
                  <a:lnTo>
                    <a:pt x="1426" y="1761"/>
                  </a:lnTo>
                  <a:cubicBezTo>
                    <a:pt x="1426" y="1009"/>
                    <a:pt x="1015" y="351"/>
                    <a:pt x="40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43"/>
            <p:cNvSpPr/>
            <p:nvPr/>
          </p:nvSpPr>
          <p:spPr>
            <a:xfrm>
              <a:off x="7191000" y="2021075"/>
              <a:ext cx="126475" cy="95125"/>
            </a:xfrm>
            <a:custGeom>
              <a:rect b="b" l="l" r="r" t="t"/>
              <a:pathLst>
                <a:path extrusionOk="0" h="3805" w="5059">
                  <a:moveTo>
                    <a:pt x="716" y="1"/>
                  </a:moveTo>
                  <a:cubicBezTo>
                    <a:pt x="321" y="1"/>
                    <a:pt x="0" y="321"/>
                    <a:pt x="0" y="716"/>
                  </a:cubicBezTo>
                  <a:lnTo>
                    <a:pt x="0" y="3089"/>
                  </a:lnTo>
                  <a:cubicBezTo>
                    <a:pt x="0" y="3484"/>
                    <a:pt x="321" y="3805"/>
                    <a:pt x="716" y="3805"/>
                  </a:cubicBezTo>
                  <a:lnTo>
                    <a:pt x="4343" y="3805"/>
                  </a:lnTo>
                  <a:cubicBezTo>
                    <a:pt x="4738" y="3805"/>
                    <a:pt x="5059" y="3484"/>
                    <a:pt x="5059" y="3089"/>
                  </a:cubicBezTo>
                  <a:lnTo>
                    <a:pt x="5059" y="716"/>
                  </a:lnTo>
                  <a:cubicBezTo>
                    <a:pt x="5059" y="321"/>
                    <a:pt x="4738" y="1"/>
                    <a:pt x="4343" y="1"/>
                  </a:cubicBezTo>
                  <a:close/>
                </a:path>
              </a:pathLst>
            </a:custGeom>
            <a:solidFill>
              <a:srgbClr val="0E50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43"/>
            <p:cNvSpPr/>
            <p:nvPr/>
          </p:nvSpPr>
          <p:spPr>
            <a:xfrm>
              <a:off x="7278475" y="2021075"/>
              <a:ext cx="39000" cy="95125"/>
            </a:xfrm>
            <a:custGeom>
              <a:rect b="b" l="l" r="r" t="t"/>
              <a:pathLst>
                <a:path extrusionOk="0" h="3805" w="1560">
                  <a:moveTo>
                    <a:pt x="0" y="1"/>
                  </a:moveTo>
                  <a:cubicBezTo>
                    <a:pt x="395" y="1"/>
                    <a:pt x="716" y="321"/>
                    <a:pt x="716" y="716"/>
                  </a:cubicBezTo>
                  <a:lnTo>
                    <a:pt x="716" y="3089"/>
                  </a:lnTo>
                  <a:cubicBezTo>
                    <a:pt x="716" y="3484"/>
                    <a:pt x="395" y="3805"/>
                    <a:pt x="0" y="3805"/>
                  </a:cubicBezTo>
                  <a:lnTo>
                    <a:pt x="844" y="3805"/>
                  </a:lnTo>
                  <a:cubicBezTo>
                    <a:pt x="1239" y="3805"/>
                    <a:pt x="1560" y="3484"/>
                    <a:pt x="1560" y="3089"/>
                  </a:cubicBezTo>
                  <a:lnTo>
                    <a:pt x="1560" y="716"/>
                  </a:lnTo>
                  <a:cubicBezTo>
                    <a:pt x="1560" y="321"/>
                    <a:pt x="1239" y="1"/>
                    <a:pt x="8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693" name="Google Shape;693;p43"/>
            <p:cNvSpPr/>
            <p:nvPr/>
          </p:nvSpPr>
          <p:spPr>
            <a:xfrm>
              <a:off x="7239150" y="2045275"/>
              <a:ext cx="30125" cy="46700"/>
            </a:xfrm>
            <a:custGeom>
              <a:rect b="b" l="l" r="r" t="t"/>
              <a:pathLst>
                <a:path extrusionOk="0" h="1868" w="1205">
                  <a:moveTo>
                    <a:pt x="603" y="0"/>
                  </a:moveTo>
                  <a:cubicBezTo>
                    <a:pt x="271" y="0"/>
                    <a:pt x="1" y="270"/>
                    <a:pt x="1" y="602"/>
                  </a:cubicBezTo>
                  <a:cubicBezTo>
                    <a:pt x="1" y="800"/>
                    <a:pt x="96" y="973"/>
                    <a:pt x="242" y="1084"/>
                  </a:cubicBezTo>
                  <a:lnTo>
                    <a:pt x="242" y="1507"/>
                  </a:lnTo>
                  <a:cubicBezTo>
                    <a:pt x="242" y="1707"/>
                    <a:pt x="404" y="1868"/>
                    <a:pt x="603" y="1868"/>
                  </a:cubicBezTo>
                  <a:cubicBezTo>
                    <a:pt x="803" y="1868"/>
                    <a:pt x="964" y="1707"/>
                    <a:pt x="964" y="1507"/>
                  </a:cubicBezTo>
                  <a:lnTo>
                    <a:pt x="964" y="1084"/>
                  </a:lnTo>
                  <a:cubicBezTo>
                    <a:pt x="1111" y="973"/>
                    <a:pt x="1205" y="800"/>
                    <a:pt x="1205" y="602"/>
                  </a:cubicBezTo>
                  <a:cubicBezTo>
                    <a:pt x="1205" y="270"/>
                    <a:pt x="936" y="0"/>
                    <a:pt x="603" y="0"/>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43"/>
            <p:cNvSpPr/>
            <p:nvPr/>
          </p:nvSpPr>
          <p:spPr>
            <a:xfrm>
              <a:off x="6987350" y="2167550"/>
              <a:ext cx="54325" cy="20975"/>
            </a:xfrm>
            <a:custGeom>
              <a:rect b="b" l="l" r="r" t="t"/>
              <a:pathLst>
                <a:path extrusionOk="0" h="839" w="2173">
                  <a:moveTo>
                    <a:pt x="419" y="1"/>
                  </a:moveTo>
                  <a:cubicBezTo>
                    <a:pt x="188" y="1"/>
                    <a:pt x="1" y="188"/>
                    <a:pt x="1" y="419"/>
                  </a:cubicBezTo>
                  <a:cubicBezTo>
                    <a:pt x="1" y="650"/>
                    <a:pt x="188" y="838"/>
                    <a:pt x="419" y="838"/>
                  </a:cubicBezTo>
                  <a:lnTo>
                    <a:pt x="1754" y="838"/>
                  </a:lnTo>
                  <a:cubicBezTo>
                    <a:pt x="1985" y="838"/>
                    <a:pt x="2172" y="650"/>
                    <a:pt x="2172" y="419"/>
                  </a:cubicBezTo>
                  <a:cubicBezTo>
                    <a:pt x="2172" y="187"/>
                    <a:pt x="1985" y="1"/>
                    <a:pt x="175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43"/>
            <p:cNvSpPr/>
            <p:nvPr/>
          </p:nvSpPr>
          <p:spPr>
            <a:xfrm>
              <a:off x="7060550" y="2167550"/>
              <a:ext cx="54300" cy="20975"/>
            </a:xfrm>
            <a:custGeom>
              <a:rect b="b" l="l" r="r" t="t"/>
              <a:pathLst>
                <a:path extrusionOk="0" h="839" w="2172">
                  <a:moveTo>
                    <a:pt x="420" y="1"/>
                  </a:moveTo>
                  <a:cubicBezTo>
                    <a:pt x="188" y="1"/>
                    <a:pt x="0" y="188"/>
                    <a:pt x="0" y="419"/>
                  </a:cubicBezTo>
                  <a:cubicBezTo>
                    <a:pt x="0" y="650"/>
                    <a:pt x="188" y="838"/>
                    <a:pt x="420" y="838"/>
                  </a:cubicBezTo>
                  <a:lnTo>
                    <a:pt x="1753" y="838"/>
                  </a:lnTo>
                  <a:cubicBezTo>
                    <a:pt x="1984" y="838"/>
                    <a:pt x="2172" y="650"/>
                    <a:pt x="2172" y="419"/>
                  </a:cubicBezTo>
                  <a:cubicBezTo>
                    <a:pt x="2172" y="187"/>
                    <a:pt x="1984" y="1"/>
                    <a:pt x="1753"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43"/>
            <p:cNvSpPr/>
            <p:nvPr/>
          </p:nvSpPr>
          <p:spPr>
            <a:xfrm>
              <a:off x="7133775" y="2167550"/>
              <a:ext cx="54300" cy="20975"/>
            </a:xfrm>
            <a:custGeom>
              <a:rect b="b" l="l" r="r" t="t"/>
              <a:pathLst>
                <a:path extrusionOk="0" h="839" w="2172">
                  <a:moveTo>
                    <a:pt x="419" y="1"/>
                  </a:moveTo>
                  <a:cubicBezTo>
                    <a:pt x="188" y="1"/>
                    <a:pt x="0" y="188"/>
                    <a:pt x="0" y="419"/>
                  </a:cubicBezTo>
                  <a:cubicBezTo>
                    <a:pt x="0" y="650"/>
                    <a:pt x="188" y="838"/>
                    <a:pt x="419" y="838"/>
                  </a:cubicBezTo>
                  <a:lnTo>
                    <a:pt x="1753" y="838"/>
                  </a:lnTo>
                  <a:cubicBezTo>
                    <a:pt x="1984" y="838"/>
                    <a:pt x="2172" y="650"/>
                    <a:pt x="2172" y="419"/>
                  </a:cubicBezTo>
                  <a:cubicBezTo>
                    <a:pt x="2172" y="187"/>
                    <a:pt x="1984" y="1"/>
                    <a:pt x="1753"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43"/>
            <p:cNvSpPr/>
            <p:nvPr/>
          </p:nvSpPr>
          <p:spPr>
            <a:xfrm>
              <a:off x="7206950" y="2167550"/>
              <a:ext cx="54325" cy="20975"/>
            </a:xfrm>
            <a:custGeom>
              <a:rect b="b" l="l" r="r" t="t"/>
              <a:pathLst>
                <a:path extrusionOk="0" h="839" w="2173">
                  <a:moveTo>
                    <a:pt x="419" y="1"/>
                  </a:moveTo>
                  <a:cubicBezTo>
                    <a:pt x="188" y="1"/>
                    <a:pt x="1" y="188"/>
                    <a:pt x="1" y="419"/>
                  </a:cubicBezTo>
                  <a:cubicBezTo>
                    <a:pt x="1" y="650"/>
                    <a:pt x="188" y="838"/>
                    <a:pt x="419" y="838"/>
                  </a:cubicBezTo>
                  <a:lnTo>
                    <a:pt x="1754" y="838"/>
                  </a:lnTo>
                  <a:cubicBezTo>
                    <a:pt x="1985" y="838"/>
                    <a:pt x="2172" y="650"/>
                    <a:pt x="2172" y="419"/>
                  </a:cubicBezTo>
                  <a:cubicBezTo>
                    <a:pt x="2172" y="187"/>
                    <a:pt x="1985" y="1"/>
                    <a:pt x="175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43"/>
            <p:cNvSpPr/>
            <p:nvPr/>
          </p:nvSpPr>
          <p:spPr>
            <a:xfrm>
              <a:off x="6981875" y="2235100"/>
              <a:ext cx="179600" cy="11050"/>
            </a:xfrm>
            <a:custGeom>
              <a:rect b="b" l="l" r="r" t="t"/>
              <a:pathLst>
                <a:path extrusionOk="0" h="442" w="7184">
                  <a:moveTo>
                    <a:pt x="220" y="1"/>
                  </a:moveTo>
                  <a:cubicBezTo>
                    <a:pt x="98" y="1"/>
                    <a:pt x="0" y="99"/>
                    <a:pt x="0" y="221"/>
                  </a:cubicBezTo>
                  <a:cubicBezTo>
                    <a:pt x="0" y="343"/>
                    <a:pt x="98" y="442"/>
                    <a:pt x="220" y="442"/>
                  </a:cubicBezTo>
                  <a:lnTo>
                    <a:pt x="6962" y="442"/>
                  </a:lnTo>
                  <a:cubicBezTo>
                    <a:pt x="7084" y="442"/>
                    <a:pt x="7184" y="343"/>
                    <a:pt x="7184" y="221"/>
                  </a:cubicBezTo>
                  <a:cubicBezTo>
                    <a:pt x="7184" y="99"/>
                    <a:pt x="7084" y="1"/>
                    <a:pt x="6962"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43"/>
            <p:cNvSpPr/>
            <p:nvPr/>
          </p:nvSpPr>
          <p:spPr>
            <a:xfrm>
              <a:off x="6981875" y="2260125"/>
              <a:ext cx="133925" cy="11100"/>
            </a:xfrm>
            <a:custGeom>
              <a:rect b="b" l="l" r="r" t="t"/>
              <a:pathLst>
                <a:path extrusionOk="0" h="444" w="5357">
                  <a:moveTo>
                    <a:pt x="220" y="1"/>
                  </a:moveTo>
                  <a:cubicBezTo>
                    <a:pt x="98" y="1"/>
                    <a:pt x="0" y="100"/>
                    <a:pt x="0" y="222"/>
                  </a:cubicBezTo>
                  <a:cubicBezTo>
                    <a:pt x="0" y="344"/>
                    <a:pt x="98" y="443"/>
                    <a:pt x="220" y="443"/>
                  </a:cubicBezTo>
                  <a:lnTo>
                    <a:pt x="5135" y="443"/>
                  </a:lnTo>
                  <a:cubicBezTo>
                    <a:pt x="5259" y="443"/>
                    <a:pt x="5357" y="344"/>
                    <a:pt x="5357" y="222"/>
                  </a:cubicBezTo>
                  <a:cubicBezTo>
                    <a:pt x="5357" y="100"/>
                    <a:pt x="5257" y="1"/>
                    <a:pt x="5135"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700" name="Google Shape;700;p43"/>
          <p:cNvCxnSpPr/>
          <p:nvPr/>
        </p:nvCxnSpPr>
        <p:spPr>
          <a:xfrm flipH="1" rot="10800000">
            <a:off x="414963" y="2907996"/>
            <a:ext cx="2657700" cy="5400"/>
          </a:xfrm>
          <a:prstGeom prst="straightConnector1">
            <a:avLst/>
          </a:prstGeom>
          <a:noFill/>
          <a:ln cap="flat" cmpd="sng" w="20500">
            <a:solidFill>
              <a:schemeClr val="accent4"/>
            </a:solidFill>
            <a:prstDash val="solid"/>
            <a:round/>
            <a:headEnd len="med" w="med" type="none"/>
            <a:tailEnd len="med" w="med" type="none"/>
          </a:ln>
        </p:spPr>
      </p:cxnSp>
      <p:cxnSp>
        <p:nvCxnSpPr>
          <p:cNvPr id="701" name="Google Shape;701;p43"/>
          <p:cNvCxnSpPr/>
          <p:nvPr/>
        </p:nvCxnSpPr>
        <p:spPr>
          <a:xfrm flipH="1" rot="10800000">
            <a:off x="3243152" y="2907996"/>
            <a:ext cx="2657700" cy="5400"/>
          </a:xfrm>
          <a:prstGeom prst="straightConnector1">
            <a:avLst/>
          </a:prstGeom>
          <a:noFill/>
          <a:ln cap="flat" cmpd="sng" w="20500">
            <a:solidFill>
              <a:schemeClr val="accent4"/>
            </a:solidFill>
            <a:prstDash val="solid"/>
            <a:round/>
            <a:headEnd len="med" w="med" type="none"/>
            <a:tailEnd len="med" w="med" type="none"/>
          </a:ln>
        </p:spPr>
      </p:cxnSp>
      <p:cxnSp>
        <p:nvCxnSpPr>
          <p:cNvPr id="702" name="Google Shape;702;p43"/>
          <p:cNvCxnSpPr/>
          <p:nvPr/>
        </p:nvCxnSpPr>
        <p:spPr>
          <a:xfrm flipH="1" rot="10800000">
            <a:off x="6071342" y="2907996"/>
            <a:ext cx="2657700" cy="5400"/>
          </a:xfrm>
          <a:prstGeom prst="straightConnector1">
            <a:avLst/>
          </a:prstGeom>
          <a:noFill/>
          <a:ln cap="flat" cmpd="sng" w="20500">
            <a:solidFill>
              <a:schemeClr val="accent4"/>
            </a:solidFill>
            <a:prstDash val="solid"/>
            <a:round/>
            <a:headEnd len="med" w="med" type="none"/>
            <a:tailEnd len="med" w="med" type="none"/>
          </a:ln>
        </p:spPr>
      </p:cxnSp>
      <p:sp>
        <p:nvSpPr>
          <p:cNvPr id="703" name="Google Shape;703;p43"/>
          <p:cNvSpPr txBox="1"/>
          <p:nvPr>
            <p:ph idx="1" type="subTitle"/>
          </p:nvPr>
        </p:nvSpPr>
        <p:spPr>
          <a:xfrm>
            <a:off x="429000" y="2338650"/>
            <a:ext cx="2629800" cy="466200"/>
          </a:xfrm>
          <a:prstGeom prst="rect">
            <a:avLst/>
          </a:prstGeom>
        </p:spPr>
        <p:txBody>
          <a:bodyPr anchorCtr="0" anchor="b" bIns="91425" lIns="91425" spcFirstLastPara="1" rIns="91425" wrap="square" tIns="91425">
            <a:noAutofit/>
          </a:bodyPr>
          <a:lstStyle/>
          <a:p>
            <a:pPr indent="0" lvl="0" marL="0" rtl="0" algn="ctr">
              <a:lnSpc>
                <a:spcPct val="80000"/>
              </a:lnSpc>
              <a:spcBef>
                <a:spcPts val="0"/>
              </a:spcBef>
              <a:spcAft>
                <a:spcPts val="0"/>
              </a:spcAft>
              <a:buSzPts val="770"/>
              <a:buNone/>
            </a:pPr>
            <a:r>
              <a:rPr lang="en" sz="2000"/>
              <a:t>SCHEDULE</a:t>
            </a:r>
            <a:endParaRPr sz="2000"/>
          </a:p>
        </p:txBody>
      </p:sp>
      <p:sp>
        <p:nvSpPr>
          <p:cNvPr id="704" name="Google Shape;704;p43"/>
          <p:cNvSpPr txBox="1"/>
          <p:nvPr>
            <p:ph idx="2" type="subTitle"/>
          </p:nvPr>
        </p:nvSpPr>
        <p:spPr>
          <a:xfrm>
            <a:off x="3257188" y="2434175"/>
            <a:ext cx="2629800" cy="4662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BOUNDARIES</a:t>
            </a:r>
            <a:endParaRPr sz="2000"/>
          </a:p>
        </p:txBody>
      </p:sp>
      <p:sp>
        <p:nvSpPr>
          <p:cNvPr id="705" name="Google Shape;705;p43"/>
          <p:cNvSpPr txBox="1"/>
          <p:nvPr>
            <p:ph idx="3" type="subTitle"/>
          </p:nvPr>
        </p:nvSpPr>
        <p:spPr>
          <a:xfrm>
            <a:off x="6085388" y="2434175"/>
            <a:ext cx="2629800" cy="4662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FIRST RUN</a:t>
            </a:r>
            <a:endParaRPr sz="2000"/>
          </a:p>
        </p:txBody>
      </p:sp>
      <p:sp>
        <p:nvSpPr>
          <p:cNvPr id="706" name="Google Shape;706;p43"/>
          <p:cNvSpPr txBox="1"/>
          <p:nvPr>
            <p:ph idx="4" type="subTitle"/>
          </p:nvPr>
        </p:nvSpPr>
        <p:spPr>
          <a:xfrm>
            <a:off x="6085400" y="2913400"/>
            <a:ext cx="2629800" cy="17499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700"/>
              <a:t>A manual dry run shows the proposed action first.</a:t>
            </a:r>
            <a:endParaRPr sz="1700">
              <a:solidFill>
                <a:srgbClr val="D9D9D9"/>
              </a:solidFill>
            </a:endParaRPr>
          </a:p>
        </p:txBody>
      </p:sp>
      <p:sp>
        <p:nvSpPr>
          <p:cNvPr id="707" name="Google Shape;707;p43"/>
          <p:cNvSpPr txBox="1"/>
          <p:nvPr>
            <p:ph idx="5" type="subTitle"/>
          </p:nvPr>
        </p:nvSpPr>
        <p:spPr>
          <a:xfrm>
            <a:off x="3257200" y="2913400"/>
            <a:ext cx="2629800" cy="17499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700"/>
              <a:t>One approved VM for the PackOps sandbox.</a:t>
            </a:r>
            <a:endParaRPr sz="1700"/>
          </a:p>
        </p:txBody>
      </p:sp>
      <p:sp>
        <p:nvSpPr>
          <p:cNvPr id="708" name="Google Shape;708;p43"/>
          <p:cNvSpPr txBox="1"/>
          <p:nvPr>
            <p:ph idx="6" type="subTitle"/>
          </p:nvPr>
        </p:nvSpPr>
        <p:spPr>
          <a:xfrm>
            <a:off x="429000" y="2913325"/>
            <a:ext cx="2629800" cy="17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Thursday and Friday, 13:00 to 17:00 Tehran time.</a:t>
            </a:r>
            <a:endParaRPr sz="17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44"/>
          <p:cNvSpPr txBox="1"/>
          <p:nvPr/>
        </p:nvSpPr>
        <p:spPr>
          <a:xfrm>
            <a:off x="64625" y="141913"/>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900">
                <a:solidFill>
                  <a:schemeClr val="lt1"/>
                </a:solidFill>
                <a:latin typeface="Outfit ExtraBold"/>
                <a:ea typeface="Outfit ExtraBold"/>
                <a:cs typeface="Outfit ExtraBold"/>
                <a:sym typeface="Outfit ExtraBold"/>
              </a:rPr>
              <a:t>n8n: the lab opening workflow</a:t>
            </a:r>
            <a:endParaRPr sz="2900">
              <a:solidFill>
                <a:schemeClr val="lt1"/>
              </a:solidFill>
              <a:latin typeface="Outfit ExtraBold"/>
              <a:ea typeface="Outfit ExtraBold"/>
              <a:cs typeface="Outfit ExtraBold"/>
              <a:sym typeface="Outfit ExtraBold"/>
            </a:endParaRPr>
          </a:p>
        </p:txBody>
      </p:sp>
      <p:sp>
        <p:nvSpPr>
          <p:cNvPr id="714" name="Google Shape;714;p44"/>
          <p:cNvSpPr txBox="1"/>
          <p:nvPr/>
        </p:nvSpPr>
        <p:spPr>
          <a:xfrm>
            <a:off x="355600" y="1231900"/>
            <a:ext cx="15240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F7941D"/>
                </a:solidFill>
                <a:latin typeface="Outfit"/>
                <a:ea typeface="Outfit"/>
                <a:cs typeface="Outfit"/>
                <a:sym typeface="Outfit"/>
              </a:rPr>
              <a:t>1</a:t>
            </a:r>
            <a:endParaRPr b="1" sz="2200">
              <a:solidFill>
                <a:srgbClr val="F7941D"/>
              </a:solidFill>
              <a:latin typeface="Outfit"/>
              <a:ea typeface="Outfit"/>
              <a:cs typeface="Outfit"/>
              <a:sym typeface="Outfit"/>
            </a:endParaRPr>
          </a:p>
        </p:txBody>
      </p:sp>
      <p:sp>
        <p:nvSpPr>
          <p:cNvPr id="715" name="Google Shape;715;p44"/>
          <p:cNvSpPr/>
          <p:nvPr/>
        </p:nvSpPr>
        <p:spPr>
          <a:xfrm>
            <a:off x="355600" y="1803400"/>
            <a:ext cx="1524000" cy="787500"/>
          </a:xfrm>
          <a:prstGeom prst="roundRect">
            <a:avLst>
              <a:gd fmla="val 16667" name="adj"/>
            </a:avLst>
          </a:prstGeom>
          <a:solidFill>
            <a:srgbClr val="111B38"/>
          </a:solidFill>
          <a:ln cap="flat" cmpd="sng" w="15250">
            <a:solidFill>
              <a:srgbClr val="F794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716" name="Google Shape;716;p44"/>
          <p:cNvSpPr txBox="1"/>
          <p:nvPr/>
        </p:nvSpPr>
        <p:spPr>
          <a:xfrm>
            <a:off x="393700" y="2044700"/>
            <a:ext cx="1447800" cy="49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3F6F8"/>
                </a:solidFill>
                <a:latin typeface="Outfit"/>
                <a:ea typeface="Outfit"/>
                <a:cs typeface="Outfit"/>
                <a:sym typeface="Outfit"/>
              </a:rPr>
              <a:t>TRIGGER</a:t>
            </a:r>
            <a:endParaRPr b="1">
              <a:solidFill>
                <a:srgbClr val="F3F6F8"/>
              </a:solidFill>
              <a:latin typeface="Outfit"/>
              <a:ea typeface="Outfit"/>
              <a:cs typeface="Outfit"/>
              <a:sym typeface="Outfit"/>
            </a:endParaRPr>
          </a:p>
        </p:txBody>
      </p:sp>
      <p:sp>
        <p:nvSpPr>
          <p:cNvPr id="717" name="Google Shape;717;p44"/>
          <p:cNvSpPr txBox="1"/>
          <p:nvPr/>
        </p:nvSpPr>
        <p:spPr>
          <a:xfrm>
            <a:off x="355600" y="2806700"/>
            <a:ext cx="1524000" cy="104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rgbClr val="F3F6F8"/>
                </a:solidFill>
                <a:latin typeface="Outfit"/>
                <a:ea typeface="Outfit"/>
                <a:cs typeface="Outfit"/>
                <a:sym typeface="Outfit"/>
              </a:rPr>
              <a:t>Class day at 13:00</a:t>
            </a:r>
            <a:endParaRPr sz="1700">
              <a:solidFill>
                <a:srgbClr val="F3F6F8"/>
              </a:solidFill>
              <a:latin typeface="Outfit"/>
              <a:ea typeface="Outfit"/>
              <a:cs typeface="Outfit"/>
              <a:sym typeface="Outfit"/>
            </a:endParaRPr>
          </a:p>
        </p:txBody>
      </p:sp>
      <p:sp>
        <p:nvSpPr>
          <p:cNvPr id="718" name="Google Shape;718;p44"/>
          <p:cNvSpPr txBox="1"/>
          <p:nvPr/>
        </p:nvSpPr>
        <p:spPr>
          <a:xfrm>
            <a:off x="2108200" y="1231900"/>
            <a:ext cx="15240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7EC8F3"/>
                </a:solidFill>
                <a:latin typeface="Outfit"/>
                <a:ea typeface="Outfit"/>
                <a:cs typeface="Outfit"/>
                <a:sym typeface="Outfit"/>
              </a:rPr>
              <a:t>2</a:t>
            </a:r>
            <a:endParaRPr b="1" sz="2200">
              <a:solidFill>
                <a:srgbClr val="7EC8F3"/>
              </a:solidFill>
              <a:latin typeface="Outfit"/>
              <a:ea typeface="Outfit"/>
              <a:cs typeface="Outfit"/>
              <a:sym typeface="Outfit"/>
            </a:endParaRPr>
          </a:p>
        </p:txBody>
      </p:sp>
      <p:sp>
        <p:nvSpPr>
          <p:cNvPr id="719" name="Google Shape;719;p44"/>
          <p:cNvSpPr/>
          <p:nvPr/>
        </p:nvSpPr>
        <p:spPr>
          <a:xfrm>
            <a:off x="2108200" y="1803400"/>
            <a:ext cx="1524000" cy="787500"/>
          </a:xfrm>
          <a:prstGeom prst="roundRect">
            <a:avLst>
              <a:gd fmla="val 16667" name="adj"/>
            </a:avLst>
          </a:prstGeom>
          <a:solidFill>
            <a:srgbClr val="111B38"/>
          </a:solidFill>
          <a:ln cap="flat" cmpd="sng" w="15250">
            <a:solidFill>
              <a:srgbClr val="7EC8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720" name="Google Shape;720;p44"/>
          <p:cNvSpPr txBox="1"/>
          <p:nvPr/>
        </p:nvSpPr>
        <p:spPr>
          <a:xfrm>
            <a:off x="2146300" y="2044700"/>
            <a:ext cx="1447800" cy="49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3F6F8"/>
                </a:solidFill>
                <a:latin typeface="Outfit"/>
                <a:ea typeface="Outfit"/>
                <a:cs typeface="Outfit"/>
                <a:sym typeface="Outfit"/>
              </a:rPr>
              <a:t>READ INPUTS</a:t>
            </a:r>
            <a:endParaRPr b="1">
              <a:solidFill>
                <a:srgbClr val="F3F6F8"/>
              </a:solidFill>
              <a:latin typeface="Outfit"/>
              <a:ea typeface="Outfit"/>
              <a:cs typeface="Outfit"/>
              <a:sym typeface="Outfit"/>
            </a:endParaRPr>
          </a:p>
        </p:txBody>
      </p:sp>
      <p:sp>
        <p:nvSpPr>
          <p:cNvPr id="721" name="Google Shape;721;p44"/>
          <p:cNvSpPr txBox="1"/>
          <p:nvPr/>
        </p:nvSpPr>
        <p:spPr>
          <a:xfrm>
            <a:off x="2108200" y="2806700"/>
            <a:ext cx="1524000" cy="104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rgbClr val="F3F6F8"/>
                </a:solidFill>
                <a:latin typeface="Outfit"/>
                <a:ea typeface="Outfit"/>
                <a:cs typeface="Outfit"/>
                <a:sym typeface="Outfit"/>
              </a:rPr>
              <a:t>Course, region and size</a:t>
            </a:r>
            <a:endParaRPr sz="1700">
              <a:solidFill>
                <a:srgbClr val="F3F6F8"/>
              </a:solidFill>
              <a:latin typeface="Outfit"/>
              <a:ea typeface="Outfit"/>
              <a:cs typeface="Outfit"/>
              <a:sym typeface="Outfit"/>
            </a:endParaRPr>
          </a:p>
        </p:txBody>
      </p:sp>
      <p:sp>
        <p:nvSpPr>
          <p:cNvPr id="722" name="Google Shape;722;p44"/>
          <p:cNvSpPr txBox="1"/>
          <p:nvPr/>
        </p:nvSpPr>
        <p:spPr>
          <a:xfrm>
            <a:off x="3860800" y="1231900"/>
            <a:ext cx="15240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F7941D"/>
                </a:solidFill>
                <a:latin typeface="Outfit"/>
                <a:ea typeface="Outfit"/>
                <a:cs typeface="Outfit"/>
                <a:sym typeface="Outfit"/>
              </a:rPr>
              <a:t>3</a:t>
            </a:r>
            <a:endParaRPr b="1" sz="2200">
              <a:solidFill>
                <a:srgbClr val="F7941D"/>
              </a:solidFill>
              <a:latin typeface="Outfit"/>
              <a:ea typeface="Outfit"/>
              <a:cs typeface="Outfit"/>
              <a:sym typeface="Outfit"/>
            </a:endParaRPr>
          </a:p>
        </p:txBody>
      </p:sp>
      <p:sp>
        <p:nvSpPr>
          <p:cNvPr id="723" name="Google Shape;723;p44"/>
          <p:cNvSpPr/>
          <p:nvPr/>
        </p:nvSpPr>
        <p:spPr>
          <a:xfrm>
            <a:off x="3860800" y="1803400"/>
            <a:ext cx="1524000" cy="787500"/>
          </a:xfrm>
          <a:prstGeom prst="roundRect">
            <a:avLst>
              <a:gd fmla="val 16667" name="adj"/>
            </a:avLst>
          </a:prstGeom>
          <a:solidFill>
            <a:srgbClr val="111B38"/>
          </a:solidFill>
          <a:ln cap="flat" cmpd="sng" w="15250">
            <a:solidFill>
              <a:srgbClr val="F794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724" name="Google Shape;724;p44"/>
          <p:cNvSpPr txBox="1"/>
          <p:nvPr/>
        </p:nvSpPr>
        <p:spPr>
          <a:xfrm>
            <a:off x="3898900" y="2044700"/>
            <a:ext cx="1447800" cy="49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3F6F8"/>
                </a:solidFill>
                <a:latin typeface="Outfit"/>
                <a:ea typeface="Outfit"/>
                <a:cs typeface="Outfit"/>
                <a:sym typeface="Outfit"/>
              </a:rPr>
              <a:t>CHECK RULES</a:t>
            </a:r>
            <a:endParaRPr b="1">
              <a:solidFill>
                <a:srgbClr val="F3F6F8"/>
              </a:solidFill>
              <a:latin typeface="Outfit"/>
              <a:ea typeface="Outfit"/>
              <a:cs typeface="Outfit"/>
              <a:sym typeface="Outfit"/>
            </a:endParaRPr>
          </a:p>
        </p:txBody>
      </p:sp>
      <p:sp>
        <p:nvSpPr>
          <p:cNvPr id="725" name="Google Shape;725;p44"/>
          <p:cNvSpPr txBox="1"/>
          <p:nvPr/>
        </p:nvSpPr>
        <p:spPr>
          <a:xfrm>
            <a:off x="3860800" y="2806700"/>
            <a:ext cx="1524000" cy="104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rgbClr val="F3F6F8"/>
                </a:solidFill>
                <a:latin typeface="Outfit"/>
                <a:ea typeface="Outfit"/>
                <a:cs typeface="Outfit"/>
                <a:sym typeface="Outfit"/>
              </a:rPr>
              <a:t>Sandbox and budget</a:t>
            </a:r>
            <a:endParaRPr sz="1700">
              <a:solidFill>
                <a:srgbClr val="F3F6F8"/>
              </a:solidFill>
              <a:latin typeface="Outfit"/>
              <a:ea typeface="Outfit"/>
              <a:cs typeface="Outfit"/>
              <a:sym typeface="Outfit"/>
            </a:endParaRPr>
          </a:p>
        </p:txBody>
      </p:sp>
      <p:sp>
        <p:nvSpPr>
          <p:cNvPr id="726" name="Google Shape;726;p44"/>
          <p:cNvSpPr txBox="1"/>
          <p:nvPr/>
        </p:nvSpPr>
        <p:spPr>
          <a:xfrm>
            <a:off x="5613400" y="1231900"/>
            <a:ext cx="15240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7EC8F3"/>
                </a:solidFill>
                <a:latin typeface="Outfit"/>
                <a:ea typeface="Outfit"/>
                <a:cs typeface="Outfit"/>
                <a:sym typeface="Outfit"/>
              </a:rPr>
              <a:t>4</a:t>
            </a:r>
            <a:endParaRPr b="1" sz="2200">
              <a:solidFill>
                <a:srgbClr val="7EC8F3"/>
              </a:solidFill>
              <a:latin typeface="Outfit"/>
              <a:ea typeface="Outfit"/>
              <a:cs typeface="Outfit"/>
              <a:sym typeface="Outfit"/>
            </a:endParaRPr>
          </a:p>
        </p:txBody>
      </p:sp>
      <p:sp>
        <p:nvSpPr>
          <p:cNvPr id="727" name="Google Shape;727;p44"/>
          <p:cNvSpPr/>
          <p:nvPr/>
        </p:nvSpPr>
        <p:spPr>
          <a:xfrm>
            <a:off x="5613400" y="1803400"/>
            <a:ext cx="1524000" cy="787500"/>
          </a:xfrm>
          <a:prstGeom prst="roundRect">
            <a:avLst>
              <a:gd fmla="val 16667" name="adj"/>
            </a:avLst>
          </a:prstGeom>
          <a:solidFill>
            <a:srgbClr val="111B38"/>
          </a:solidFill>
          <a:ln cap="flat" cmpd="sng" w="15250">
            <a:solidFill>
              <a:srgbClr val="7EC8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728" name="Google Shape;728;p44"/>
          <p:cNvSpPr txBox="1"/>
          <p:nvPr/>
        </p:nvSpPr>
        <p:spPr>
          <a:xfrm>
            <a:off x="5651500" y="2044700"/>
            <a:ext cx="1447800" cy="49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3F6F8"/>
                </a:solidFill>
                <a:latin typeface="Outfit"/>
                <a:ea typeface="Outfit"/>
                <a:cs typeface="Outfit"/>
                <a:sym typeface="Outfit"/>
              </a:rPr>
              <a:t>CREATE / REUSE</a:t>
            </a:r>
            <a:endParaRPr b="1">
              <a:solidFill>
                <a:srgbClr val="F3F6F8"/>
              </a:solidFill>
              <a:latin typeface="Outfit"/>
              <a:ea typeface="Outfit"/>
              <a:cs typeface="Outfit"/>
              <a:sym typeface="Outfit"/>
            </a:endParaRPr>
          </a:p>
        </p:txBody>
      </p:sp>
      <p:sp>
        <p:nvSpPr>
          <p:cNvPr id="729" name="Google Shape;729;p44"/>
          <p:cNvSpPr txBox="1"/>
          <p:nvPr/>
        </p:nvSpPr>
        <p:spPr>
          <a:xfrm>
            <a:off x="5613400" y="2806700"/>
            <a:ext cx="1524000" cy="104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rgbClr val="F3F6F8"/>
                </a:solidFill>
                <a:latin typeface="Outfit"/>
                <a:ea typeface="Outfit"/>
                <a:cs typeface="Outfit"/>
                <a:sym typeface="Outfit"/>
              </a:rPr>
              <a:t>Call the cloud API</a:t>
            </a:r>
            <a:endParaRPr sz="1700">
              <a:solidFill>
                <a:srgbClr val="F3F6F8"/>
              </a:solidFill>
              <a:latin typeface="Outfit"/>
              <a:ea typeface="Outfit"/>
              <a:cs typeface="Outfit"/>
              <a:sym typeface="Outfit"/>
            </a:endParaRPr>
          </a:p>
        </p:txBody>
      </p:sp>
      <p:sp>
        <p:nvSpPr>
          <p:cNvPr id="730" name="Google Shape;730;p44"/>
          <p:cNvSpPr txBox="1"/>
          <p:nvPr/>
        </p:nvSpPr>
        <p:spPr>
          <a:xfrm>
            <a:off x="7366000" y="1231900"/>
            <a:ext cx="15240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F7941D"/>
                </a:solidFill>
                <a:latin typeface="Outfit"/>
                <a:ea typeface="Outfit"/>
                <a:cs typeface="Outfit"/>
                <a:sym typeface="Outfit"/>
              </a:rPr>
              <a:t>5</a:t>
            </a:r>
            <a:endParaRPr b="1" sz="2200">
              <a:solidFill>
                <a:srgbClr val="F7941D"/>
              </a:solidFill>
              <a:latin typeface="Outfit"/>
              <a:ea typeface="Outfit"/>
              <a:cs typeface="Outfit"/>
              <a:sym typeface="Outfit"/>
            </a:endParaRPr>
          </a:p>
        </p:txBody>
      </p:sp>
      <p:sp>
        <p:nvSpPr>
          <p:cNvPr id="731" name="Google Shape;731;p44"/>
          <p:cNvSpPr/>
          <p:nvPr/>
        </p:nvSpPr>
        <p:spPr>
          <a:xfrm>
            <a:off x="7366000" y="1803400"/>
            <a:ext cx="1524000" cy="787500"/>
          </a:xfrm>
          <a:prstGeom prst="roundRect">
            <a:avLst>
              <a:gd fmla="val 16667" name="adj"/>
            </a:avLst>
          </a:prstGeom>
          <a:solidFill>
            <a:srgbClr val="111B38"/>
          </a:solidFill>
          <a:ln cap="flat" cmpd="sng" w="15250">
            <a:solidFill>
              <a:srgbClr val="F794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732" name="Google Shape;732;p44"/>
          <p:cNvSpPr txBox="1"/>
          <p:nvPr/>
        </p:nvSpPr>
        <p:spPr>
          <a:xfrm>
            <a:off x="7404100" y="2044700"/>
            <a:ext cx="1447800" cy="49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3F6F8"/>
                </a:solidFill>
                <a:latin typeface="Outfit"/>
                <a:ea typeface="Outfit"/>
                <a:cs typeface="Outfit"/>
                <a:sym typeface="Outfit"/>
              </a:rPr>
              <a:t>VERIFY</a:t>
            </a:r>
            <a:endParaRPr b="1">
              <a:solidFill>
                <a:srgbClr val="F3F6F8"/>
              </a:solidFill>
              <a:latin typeface="Outfit"/>
              <a:ea typeface="Outfit"/>
              <a:cs typeface="Outfit"/>
              <a:sym typeface="Outfit"/>
            </a:endParaRPr>
          </a:p>
        </p:txBody>
      </p:sp>
      <p:sp>
        <p:nvSpPr>
          <p:cNvPr id="733" name="Google Shape;733;p44"/>
          <p:cNvSpPr txBox="1"/>
          <p:nvPr/>
        </p:nvSpPr>
        <p:spPr>
          <a:xfrm>
            <a:off x="7366000" y="2806700"/>
            <a:ext cx="1524000" cy="104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rgbClr val="F3F6F8"/>
                </a:solidFill>
                <a:latin typeface="Outfit"/>
                <a:ea typeface="Outfit"/>
                <a:cs typeface="Outfit"/>
                <a:sym typeface="Outfit"/>
              </a:rPr>
              <a:t>Confirm VM is ready</a:t>
            </a:r>
            <a:endParaRPr sz="1700">
              <a:solidFill>
                <a:srgbClr val="F3F6F8"/>
              </a:solidFill>
              <a:latin typeface="Outfit"/>
              <a:ea typeface="Outfit"/>
              <a:cs typeface="Outfit"/>
              <a:sym typeface="Outfit"/>
            </a:endParaRPr>
          </a:p>
        </p:txBody>
      </p:sp>
      <p:sp>
        <p:nvSpPr>
          <p:cNvPr id="734" name="Google Shape;734;p44"/>
          <p:cNvSpPr txBox="1"/>
          <p:nvPr/>
        </p:nvSpPr>
        <p:spPr>
          <a:xfrm>
            <a:off x="914400" y="4465650"/>
            <a:ext cx="7315200" cy="48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7EC8F3"/>
                </a:solidFill>
                <a:latin typeface="Outfit"/>
                <a:ea typeface="Outfit"/>
                <a:cs typeface="Outfit"/>
                <a:sym typeface="Outfit"/>
              </a:rPr>
              <a:t>One course. One sandbox VM. An observable result.</a:t>
            </a:r>
            <a:endParaRPr sz="1800">
              <a:solidFill>
                <a:srgbClr val="7EC8F3"/>
              </a:solidFill>
              <a:latin typeface="Outfit"/>
              <a:ea typeface="Outfit"/>
              <a:cs typeface="Outfit"/>
              <a:sym typeface="Outfi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45"/>
          <p:cNvSpPr txBox="1"/>
          <p:nvPr/>
        </p:nvSpPr>
        <p:spPr>
          <a:xfrm>
            <a:off x="64625" y="141913"/>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900">
                <a:solidFill>
                  <a:schemeClr val="lt1"/>
                </a:solidFill>
                <a:latin typeface="Outfit ExtraBold"/>
                <a:ea typeface="Outfit ExtraBold"/>
                <a:cs typeface="Outfit ExtraBold"/>
                <a:sym typeface="Outfit ExtraBold"/>
              </a:rPr>
              <a:t>n8n: the 17:00 lab closing workflow</a:t>
            </a:r>
            <a:endParaRPr sz="2900">
              <a:solidFill>
                <a:schemeClr val="lt1"/>
              </a:solidFill>
              <a:latin typeface="Outfit ExtraBold"/>
              <a:ea typeface="Outfit ExtraBold"/>
              <a:cs typeface="Outfit ExtraBold"/>
              <a:sym typeface="Outfit ExtraBold"/>
            </a:endParaRPr>
          </a:p>
        </p:txBody>
      </p:sp>
      <p:sp>
        <p:nvSpPr>
          <p:cNvPr id="740" name="Google Shape;740;p45"/>
          <p:cNvSpPr txBox="1"/>
          <p:nvPr>
            <p:ph type="title"/>
          </p:nvPr>
        </p:nvSpPr>
        <p:spPr>
          <a:xfrm>
            <a:off x="558000" y="4311225"/>
            <a:ext cx="8028000" cy="590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sz="2880"/>
          </a:p>
        </p:txBody>
      </p:sp>
      <p:sp>
        <p:nvSpPr>
          <p:cNvPr id="741" name="Google Shape;741;p45"/>
          <p:cNvSpPr txBox="1"/>
          <p:nvPr/>
        </p:nvSpPr>
        <p:spPr>
          <a:xfrm>
            <a:off x="355600" y="1231900"/>
            <a:ext cx="15240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F7941D"/>
                </a:solidFill>
                <a:latin typeface="Outfit"/>
                <a:ea typeface="Outfit"/>
                <a:cs typeface="Outfit"/>
                <a:sym typeface="Outfit"/>
              </a:rPr>
              <a:t>1</a:t>
            </a:r>
            <a:endParaRPr b="1" sz="2200">
              <a:solidFill>
                <a:srgbClr val="F7941D"/>
              </a:solidFill>
              <a:latin typeface="Outfit"/>
              <a:ea typeface="Outfit"/>
              <a:cs typeface="Outfit"/>
              <a:sym typeface="Outfit"/>
            </a:endParaRPr>
          </a:p>
        </p:txBody>
      </p:sp>
      <p:sp>
        <p:nvSpPr>
          <p:cNvPr id="742" name="Google Shape;742;p45"/>
          <p:cNvSpPr/>
          <p:nvPr/>
        </p:nvSpPr>
        <p:spPr>
          <a:xfrm>
            <a:off x="355600" y="1803400"/>
            <a:ext cx="1524000" cy="787500"/>
          </a:xfrm>
          <a:prstGeom prst="roundRect">
            <a:avLst>
              <a:gd fmla="val 16667" name="adj"/>
            </a:avLst>
          </a:prstGeom>
          <a:solidFill>
            <a:srgbClr val="111B38"/>
          </a:solidFill>
          <a:ln cap="flat" cmpd="sng" w="15250">
            <a:solidFill>
              <a:srgbClr val="F794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743" name="Google Shape;743;p45"/>
          <p:cNvSpPr txBox="1"/>
          <p:nvPr/>
        </p:nvSpPr>
        <p:spPr>
          <a:xfrm>
            <a:off x="393700" y="2044700"/>
            <a:ext cx="1447800" cy="49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3F6F8"/>
                </a:solidFill>
                <a:latin typeface="Outfit"/>
                <a:ea typeface="Outfit"/>
                <a:cs typeface="Outfit"/>
                <a:sym typeface="Outfit"/>
              </a:rPr>
              <a:t>TRIGGER</a:t>
            </a:r>
            <a:endParaRPr b="1">
              <a:solidFill>
                <a:srgbClr val="F3F6F8"/>
              </a:solidFill>
              <a:latin typeface="Outfit"/>
              <a:ea typeface="Outfit"/>
              <a:cs typeface="Outfit"/>
              <a:sym typeface="Outfit"/>
            </a:endParaRPr>
          </a:p>
        </p:txBody>
      </p:sp>
      <p:sp>
        <p:nvSpPr>
          <p:cNvPr id="744" name="Google Shape;744;p45"/>
          <p:cNvSpPr txBox="1"/>
          <p:nvPr/>
        </p:nvSpPr>
        <p:spPr>
          <a:xfrm>
            <a:off x="355600" y="2806700"/>
            <a:ext cx="1524000" cy="104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rgbClr val="F3F6F8"/>
                </a:solidFill>
                <a:latin typeface="Outfit"/>
                <a:ea typeface="Outfit"/>
                <a:cs typeface="Outfit"/>
                <a:sym typeface="Outfit"/>
              </a:rPr>
              <a:t>Class day at 17:00</a:t>
            </a:r>
            <a:endParaRPr sz="1700">
              <a:solidFill>
                <a:srgbClr val="F3F6F8"/>
              </a:solidFill>
              <a:latin typeface="Outfit"/>
              <a:ea typeface="Outfit"/>
              <a:cs typeface="Outfit"/>
              <a:sym typeface="Outfit"/>
            </a:endParaRPr>
          </a:p>
        </p:txBody>
      </p:sp>
      <p:sp>
        <p:nvSpPr>
          <p:cNvPr id="745" name="Google Shape;745;p45"/>
          <p:cNvSpPr txBox="1"/>
          <p:nvPr/>
        </p:nvSpPr>
        <p:spPr>
          <a:xfrm>
            <a:off x="2108200" y="1231900"/>
            <a:ext cx="15240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7EC8F3"/>
                </a:solidFill>
                <a:latin typeface="Outfit"/>
                <a:ea typeface="Outfit"/>
                <a:cs typeface="Outfit"/>
                <a:sym typeface="Outfit"/>
              </a:rPr>
              <a:t>2</a:t>
            </a:r>
            <a:endParaRPr b="1" sz="2200">
              <a:solidFill>
                <a:srgbClr val="7EC8F3"/>
              </a:solidFill>
              <a:latin typeface="Outfit"/>
              <a:ea typeface="Outfit"/>
              <a:cs typeface="Outfit"/>
              <a:sym typeface="Outfit"/>
            </a:endParaRPr>
          </a:p>
        </p:txBody>
      </p:sp>
      <p:sp>
        <p:nvSpPr>
          <p:cNvPr id="746" name="Google Shape;746;p45"/>
          <p:cNvSpPr/>
          <p:nvPr/>
        </p:nvSpPr>
        <p:spPr>
          <a:xfrm>
            <a:off x="2108200" y="1803400"/>
            <a:ext cx="1524000" cy="787500"/>
          </a:xfrm>
          <a:prstGeom prst="roundRect">
            <a:avLst>
              <a:gd fmla="val 16667" name="adj"/>
            </a:avLst>
          </a:prstGeom>
          <a:solidFill>
            <a:srgbClr val="111B38"/>
          </a:solidFill>
          <a:ln cap="flat" cmpd="sng" w="15250">
            <a:solidFill>
              <a:srgbClr val="7EC8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747" name="Google Shape;747;p45"/>
          <p:cNvSpPr txBox="1"/>
          <p:nvPr/>
        </p:nvSpPr>
        <p:spPr>
          <a:xfrm>
            <a:off x="2146300" y="2044700"/>
            <a:ext cx="1447800" cy="49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3F6F8"/>
                </a:solidFill>
                <a:latin typeface="Outfit"/>
                <a:ea typeface="Outfit"/>
                <a:cs typeface="Outfit"/>
                <a:sym typeface="Outfit"/>
              </a:rPr>
              <a:t>SELECT LAB</a:t>
            </a:r>
            <a:endParaRPr b="1">
              <a:solidFill>
                <a:srgbClr val="F3F6F8"/>
              </a:solidFill>
              <a:latin typeface="Outfit"/>
              <a:ea typeface="Outfit"/>
              <a:cs typeface="Outfit"/>
              <a:sym typeface="Outfit"/>
            </a:endParaRPr>
          </a:p>
        </p:txBody>
      </p:sp>
      <p:sp>
        <p:nvSpPr>
          <p:cNvPr id="748" name="Google Shape;748;p45"/>
          <p:cNvSpPr txBox="1"/>
          <p:nvPr/>
        </p:nvSpPr>
        <p:spPr>
          <a:xfrm>
            <a:off x="2108200" y="2806700"/>
            <a:ext cx="1524000" cy="104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rgbClr val="F3F6F8"/>
                </a:solidFill>
                <a:latin typeface="Outfit"/>
                <a:ea typeface="Outfit"/>
                <a:cs typeface="Outfit"/>
                <a:sym typeface="Outfit"/>
              </a:rPr>
              <a:t>Match course and owner</a:t>
            </a:r>
            <a:endParaRPr sz="1700">
              <a:solidFill>
                <a:srgbClr val="F3F6F8"/>
              </a:solidFill>
              <a:latin typeface="Outfit"/>
              <a:ea typeface="Outfit"/>
              <a:cs typeface="Outfit"/>
              <a:sym typeface="Outfit"/>
            </a:endParaRPr>
          </a:p>
        </p:txBody>
      </p:sp>
      <p:sp>
        <p:nvSpPr>
          <p:cNvPr id="749" name="Google Shape;749;p45"/>
          <p:cNvSpPr txBox="1"/>
          <p:nvPr/>
        </p:nvSpPr>
        <p:spPr>
          <a:xfrm>
            <a:off x="3860800" y="1231900"/>
            <a:ext cx="15240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F7941D"/>
                </a:solidFill>
                <a:latin typeface="Outfit"/>
                <a:ea typeface="Outfit"/>
                <a:cs typeface="Outfit"/>
                <a:sym typeface="Outfit"/>
              </a:rPr>
              <a:t>3</a:t>
            </a:r>
            <a:endParaRPr b="1" sz="2200">
              <a:solidFill>
                <a:srgbClr val="F7941D"/>
              </a:solidFill>
              <a:latin typeface="Outfit"/>
              <a:ea typeface="Outfit"/>
              <a:cs typeface="Outfit"/>
              <a:sym typeface="Outfit"/>
            </a:endParaRPr>
          </a:p>
        </p:txBody>
      </p:sp>
      <p:sp>
        <p:nvSpPr>
          <p:cNvPr id="750" name="Google Shape;750;p45"/>
          <p:cNvSpPr/>
          <p:nvPr/>
        </p:nvSpPr>
        <p:spPr>
          <a:xfrm>
            <a:off x="3860800" y="1803400"/>
            <a:ext cx="1524000" cy="787500"/>
          </a:xfrm>
          <a:prstGeom prst="roundRect">
            <a:avLst>
              <a:gd fmla="val 16667" name="adj"/>
            </a:avLst>
          </a:prstGeom>
          <a:solidFill>
            <a:srgbClr val="111B38"/>
          </a:solidFill>
          <a:ln cap="flat" cmpd="sng" w="15250">
            <a:solidFill>
              <a:srgbClr val="F794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751" name="Google Shape;751;p45"/>
          <p:cNvSpPr txBox="1"/>
          <p:nvPr/>
        </p:nvSpPr>
        <p:spPr>
          <a:xfrm>
            <a:off x="3898900" y="2044700"/>
            <a:ext cx="1447800" cy="49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3F6F8"/>
                </a:solidFill>
                <a:latin typeface="Outfit"/>
                <a:ea typeface="Outfit"/>
                <a:cs typeface="Outfit"/>
                <a:sym typeface="Outfit"/>
              </a:rPr>
              <a:t>SAVE WORK</a:t>
            </a:r>
            <a:endParaRPr b="1">
              <a:solidFill>
                <a:srgbClr val="F3F6F8"/>
              </a:solidFill>
              <a:latin typeface="Outfit"/>
              <a:ea typeface="Outfit"/>
              <a:cs typeface="Outfit"/>
              <a:sym typeface="Outfit"/>
            </a:endParaRPr>
          </a:p>
        </p:txBody>
      </p:sp>
      <p:sp>
        <p:nvSpPr>
          <p:cNvPr id="752" name="Google Shape;752;p45"/>
          <p:cNvSpPr txBox="1"/>
          <p:nvPr/>
        </p:nvSpPr>
        <p:spPr>
          <a:xfrm>
            <a:off x="3860800" y="2806700"/>
            <a:ext cx="1524000" cy="104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rgbClr val="F3F6F8"/>
                </a:solidFill>
                <a:latin typeface="Outfit"/>
                <a:ea typeface="Outfit"/>
                <a:cs typeface="Outfit"/>
                <a:sym typeface="Outfit"/>
              </a:rPr>
              <a:t>Confirm export is ready</a:t>
            </a:r>
            <a:endParaRPr sz="1700">
              <a:solidFill>
                <a:srgbClr val="F3F6F8"/>
              </a:solidFill>
              <a:latin typeface="Outfit"/>
              <a:ea typeface="Outfit"/>
              <a:cs typeface="Outfit"/>
              <a:sym typeface="Outfit"/>
            </a:endParaRPr>
          </a:p>
        </p:txBody>
      </p:sp>
      <p:sp>
        <p:nvSpPr>
          <p:cNvPr id="753" name="Google Shape;753;p45"/>
          <p:cNvSpPr txBox="1"/>
          <p:nvPr/>
        </p:nvSpPr>
        <p:spPr>
          <a:xfrm>
            <a:off x="5613400" y="1231900"/>
            <a:ext cx="15240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7EC8F3"/>
                </a:solidFill>
                <a:latin typeface="Outfit"/>
                <a:ea typeface="Outfit"/>
                <a:cs typeface="Outfit"/>
                <a:sym typeface="Outfit"/>
              </a:rPr>
              <a:t>4</a:t>
            </a:r>
            <a:endParaRPr b="1" sz="2200">
              <a:solidFill>
                <a:srgbClr val="7EC8F3"/>
              </a:solidFill>
              <a:latin typeface="Outfit"/>
              <a:ea typeface="Outfit"/>
              <a:cs typeface="Outfit"/>
              <a:sym typeface="Outfit"/>
            </a:endParaRPr>
          </a:p>
        </p:txBody>
      </p:sp>
      <p:sp>
        <p:nvSpPr>
          <p:cNvPr id="754" name="Google Shape;754;p45"/>
          <p:cNvSpPr/>
          <p:nvPr/>
        </p:nvSpPr>
        <p:spPr>
          <a:xfrm>
            <a:off x="5613400" y="1803400"/>
            <a:ext cx="1524000" cy="787500"/>
          </a:xfrm>
          <a:prstGeom prst="roundRect">
            <a:avLst>
              <a:gd fmla="val 16667" name="adj"/>
            </a:avLst>
          </a:prstGeom>
          <a:solidFill>
            <a:srgbClr val="111B38"/>
          </a:solidFill>
          <a:ln cap="flat" cmpd="sng" w="15250">
            <a:solidFill>
              <a:srgbClr val="7EC8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755" name="Google Shape;755;p45"/>
          <p:cNvSpPr txBox="1"/>
          <p:nvPr/>
        </p:nvSpPr>
        <p:spPr>
          <a:xfrm>
            <a:off x="5651500" y="2044700"/>
            <a:ext cx="1447800" cy="49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3F6F8"/>
                </a:solidFill>
                <a:latin typeface="Outfit"/>
                <a:ea typeface="Outfit"/>
                <a:cs typeface="Outfit"/>
                <a:sym typeface="Outfit"/>
              </a:rPr>
              <a:t>RELEASE</a:t>
            </a:r>
            <a:endParaRPr b="1">
              <a:solidFill>
                <a:srgbClr val="F3F6F8"/>
              </a:solidFill>
              <a:latin typeface="Outfit"/>
              <a:ea typeface="Outfit"/>
              <a:cs typeface="Outfit"/>
              <a:sym typeface="Outfit"/>
            </a:endParaRPr>
          </a:p>
        </p:txBody>
      </p:sp>
      <p:sp>
        <p:nvSpPr>
          <p:cNvPr id="756" name="Google Shape;756;p45"/>
          <p:cNvSpPr txBox="1"/>
          <p:nvPr/>
        </p:nvSpPr>
        <p:spPr>
          <a:xfrm>
            <a:off x="5613400" y="2806700"/>
            <a:ext cx="1524000" cy="104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rgbClr val="F3F6F8"/>
                </a:solidFill>
                <a:latin typeface="Outfit"/>
                <a:ea typeface="Outfit"/>
                <a:cs typeface="Outfit"/>
                <a:sym typeface="Outfit"/>
              </a:rPr>
              <a:t>Release approved resources</a:t>
            </a:r>
            <a:endParaRPr sz="1700">
              <a:solidFill>
                <a:srgbClr val="F3F6F8"/>
              </a:solidFill>
              <a:latin typeface="Outfit"/>
              <a:ea typeface="Outfit"/>
              <a:cs typeface="Outfit"/>
              <a:sym typeface="Outfit"/>
            </a:endParaRPr>
          </a:p>
        </p:txBody>
      </p:sp>
      <p:sp>
        <p:nvSpPr>
          <p:cNvPr id="757" name="Google Shape;757;p45"/>
          <p:cNvSpPr txBox="1"/>
          <p:nvPr/>
        </p:nvSpPr>
        <p:spPr>
          <a:xfrm>
            <a:off x="7366000" y="1231900"/>
            <a:ext cx="15240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F7941D"/>
                </a:solidFill>
                <a:latin typeface="Outfit"/>
                <a:ea typeface="Outfit"/>
                <a:cs typeface="Outfit"/>
                <a:sym typeface="Outfit"/>
              </a:rPr>
              <a:t>5</a:t>
            </a:r>
            <a:endParaRPr b="1" sz="2200">
              <a:solidFill>
                <a:srgbClr val="F7941D"/>
              </a:solidFill>
              <a:latin typeface="Outfit"/>
              <a:ea typeface="Outfit"/>
              <a:cs typeface="Outfit"/>
              <a:sym typeface="Outfit"/>
            </a:endParaRPr>
          </a:p>
        </p:txBody>
      </p:sp>
      <p:sp>
        <p:nvSpPr>
          <p:cNvPr id="758" name="Google Shape;758;p45"/>
          <p:cNvSpPr/>
          <p:nvPr/>
        </p:nvSpPr>
        <p:spPr>
          <a:xfrm>
            <a:off x="7366000" y="1803400"/>
            <a:ext cx="1524000" cy="787500"/>
          </a:xfrm>
          <a:prstGeom prst="roundRect">
            <a:avLst>
              <a:gd fmla="val 16667" name="adj"/>
            </a:avLst>
          </a:prstGeom>
          <a:solidFill>
            <a:srgbClr val="111B38"/>
          </a:solidFill>
          <a:ln cap="flat" cmpd="sng" w="15250">
            <a:solidFill>
              <a:srgbClr val="F794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utfit Medium"/>
              <a:ea typeface="Outfit Medium"/>
              <a:cs typeface="Outfit Medium"/>
              <a:sym typeface="Outfit Medium"/>
            </a:endParaRPr>
          </a:p>
        </p:txBody>
      </p:sp>
      <p:sp>
        <p:nvSpPr>
          <p:cNvPr id="759" name="Google Shape;759;p45"/>
          <p:cNvSpPr txBox="1"/>
          <p:nvPr/>
        </p:nvSpPr>
        <p:spPr>
          <a:xfrm>
            <a:off x="7404100" y="2044700"/>
            <a:ext cx="1447800" cy="49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3F6F8"/>
                </a:solidFill>
                <a:latin typeface="Outfit"/>
                <a:ea typeface="Outfit"/>
                <a:cs typeface="Outfit"/>
                <a:sym typeface="Outfit"/>
              </a:rPr>
              <a:t>CONFIRM</a:t>
            </a:r>
            <a:endParaRPr b="1">
              <a:solidFill>
                <a:srgbClr val="F3F6F8"/>
              </a:solidFill>
              <a:latin typeface="Outfit"/>
              <a:ea typeface="Outfit"/>
              <a:cs typeface="Outfit"/>
              <a:sym typeface="Outfit"/>
            </a:endParaRPr>
          </a:p>
        </p:txBody>
      </p:sp>
      <p:sp>
        <p:nvSpPr>
          <p:cNvPr id="760" name="Google Shape;760;p45"/>
          <p:cNvSpPr txBox="1"/>
          <p:nvPr/>
        </p:nvSpPr>
        <p:spPr>
          <a:xfrm>
            <a:off x="7366000" y="2806700"/>
            <a:ext cx="1524000" cy="104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rgbClr val="F3F6F8"/>
                </a:solidFill>
                <a:latin typeface="Outfit"/>
                <a:ea typeface="Outfit"/>
                <a:cs typeface="Outfit"/>
                <a:sym typeface="Outfit"/>
              </a:rPr>
              <a:t>Audit remaining costs</a:t>
            </a:r>
            <a:endParaRPr sz="1700">
              <a:solidFill>
                <a:srgbClr val="F3F6F8"/>
              </a:solidFill>
              <a:latin typeface="Outfit"/>
              <a:ea typeface="Outfit"/>
              <a:cs typeface="Outfit"/>
              <a:sym typeface="Outfit"/>
            </a:endParaRPr>
          </a:p>
        </p:txBody>
      </p:sp>
      <p:sp>
        <p:nvSpPr>
          <p:cNvPr id="761" name="Google Shape;761;p45"/>
          <p:cNvSpPr txBox="1"/>
          <p:nvPr/>
        </p:nvSpPr>
        <p:spPr>
          <a:xfrm>
            <a:off x="1511300" y="4292600"/>
            <a:ext cx="7315200" cy="48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7EC8F3"/>
                </a:solidFill>
                <a:latin typeface="Outfit"/>
                <a:ea typeface="Outfit"/>
                <a:cs typeface="Outfit"/>
                <a:sym typeface="Outfit"/>
              </a:rPr>
              <a:t>Saved student work comes before releasing resources.</a:t>
            </a:r>
            <a:endParaRPr sz="1800">
              <a:solidFill>
                <a:srgbClr val="7EC8F3"/>
              </a:solidFill>
              <a:latin typeface="Outfit"/>
              <a:ea typeface="Outfit"/>
              <a:cs typeface="Outfit"/>
              <a:sym typeface="Outfi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46"/>
          <p:cNvSpPr txBox="1"/>
          <p:nvPr/>
        </p:nvSpPr>
        <p:spPr>
          <a:xfrm>
            <a:off x="64625" y="141913"/>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900">
                <a:solidFill>
                  <a:schemeClr val="lt1"/>
                </a:solidFill>
                <a:latin typeface="Outfit ExtraBold"/>
                <a:ea typeface="Outfit ExtraBold"/>
                <a:cs typeface="Outfit ExtraBold"/>
                <a:sym typeface="Outfit ExtraBold"/>
              </a:rPr>
              <a:t>Live demo: prove the workflow is safe</a:t>
            </a:r>
            <a:endParaRPr sz="2900">
              <a:solidFill>
                <a:schemeClr val="lt1"/>
              </a:solidFill>
              <a:latin typeface="Outfit ExtraBold"/>
              <a:ea typeface="Outfit ExtraBold"/>
              <a:cs typeface="Outfit ExtraBold"/>
              <a:sym typeface="Outfit ExtraBold"/>
            </a:endParaRPr>
          </a:p>
        </p:txBody>
      </p:sp>
      <p:sp>
        <p:nvSpPr>
          <p:cNvPr id="767" name="Google Shape;767;p46"/>
          <p:cNvSpPr txBox="1"/>
          <p:nvPr>
            <p:ph type="title"/>
          </p:nvPr>
        </p:nvSpPr>
        <p:spPr>
          <a:xfrm>
            <a:off x="558000" y="4311225"/>
            <a:ext cx="8028000" cy="590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sz="2880"/>
          </a:p>
        </p:txBody>
      </p:sp>
      <p:graphicFrame>
        <p:nvGraphicFramePr>
          <p:cNvPr id="768" name="Google Shape;768;p46"/>
          <p:cNvGraphicFramePr/>
          <p:nvPr/>
        </p:nvGraphicFramePr>
        <p:xfrm>
          <a:off x="444500" y="1257300"/>
          <a:ext cx="3000000" cy="3000000"/>
        </p:xfrm>
        <a:graphic>
          <a:graphicData uri="http://schemas.openxmlformats.org/drawingml/2006/table">
            <a:tbl>
              <a:tblPr>
                <a:noFill/>
                <a:tableStyleId>{0732AAB1-0A0D-4CC9-A7D2-314116EC0984}</a:tableStyleId>
              </a:tblPr>
              <a:tblGrid>
                <a:gridCol w="4127500"/>
                <a:gridCol w="4127500"/>
              </a:tblGrid>
              <a:tr h="566425">
                <a:tc>
                  <a:txBody>
                    <a:bodyPr/>
                    <a:lstStyle/>
                    <a:p>
                      <a:pPr indent="0" lvl="0" marL="0" rtl="0" algn="l">
                        <a:spcBef>
                          <a:spcPts val="0"/>
                        </a:spcBef>
                        <a:spcAft>
                          <a:spcPts val="0"/>
                        </a:spcAft>
                        <a:buNone/>
                      </a:pPr>
                      <a:r>
                        <a:rPr b="1" lang="en" sz="1700">
                          <a:solidFill>
                            <a:srgbClr val="7EC8F3"/>
                          </a:solidFill>
                          <a:latin typeface="Outfit"/>
                          <a:ea typeface="Outfit"/>
                          <a:cs typeface="Outfit"/>
                          <a:sym typeface="Outfit"/>
                        </a:rPr>
                        <a:t>Test input</a:t>
                      </a:r>
                      <a:endParaRPr b="1" sz="1700">
                        <a:solidFill>
                          <a:srgbClr val="7EC8F3"/>
                        </a:solidFill>
                        <a:latin typeface="Outfit"/>
                        <a:ea typeface="Outfit"/>
                        <a:cs typeface="Outfit"/>
                        <a:sym typeface="Outfit"/>
                      </a:endParaRPr>
                    </a:p>
                  </a:txBody>
                  <a:tcPr marT="91425" marB="91425" marR="91425" marL="91425" anchor="ctr">
                    <a:solidFill>
                      <a:srgbClr val="111B38">
                        <a:alpha val="75000"/>
                      </a:srgbClr>
                    </a:solidFill>
                  </a:tcPr>
                </a:tc>
                <a:tc>
                  <a:txBody>
                    <a:bodyPr/>
                    <a:lstStyle/>
                    <a:p>
                      <a:pPr indent="0" lvl="0" marL="0" rtl="0" algn="l">
                        <a:spcBef>
                          <a:spcPts val="0"/>
                        </a:spcBef>
                        <a:spcAft>
                          <a:spcPts val="0"/>
                        </a:spcAft>
                        <a:buNone/>
                      </a:pPr>
                      <a:r>
                        <a:rPr b="1" lang="en" sz="1700">
                          <a:solidFill>
                            <a:srgbClr val="7EC8F3"/>
                          </a:solidFill>
                          <a:latin typeface="Outfit"/>
                          <a:ea typeface="Outfit"/>
                          <a:cs typeface="Outfit"/>
                          <a:sym typeface="Outfit"/>
                        </a:rPr>
                        <a:t>Expected outcome</a:t>
                      </a:r>
                      <a:endParaRPr b="1" sz="1700">
                        <a:solidFill>
                          <a:srgbClr val="7EC8F3"/>
                        </a:solidFill>
                        <a:latin typeface="Outfit"/>
                        <a:ea typeface="Outfit"/>
                        <a:cs typeface="Outfit"/>
                        <a:sym typeface="Outfit"/>
                      </a:endParaRPr>
                    </a:p>
                  </a:txBody>
                  <a:tcPr marT="91425" marB="91425" marR="91425" marL="91425" anchor="ctr">
                    <a:solidFill>
                      <a:srgbClr val="111B38">
                        <a:alpha val="75000"/>
                      </a:srgbClr>
                    </a:solidFill>
                  </a:tcPr>
                </a:tc>
              </a:tr>
              <a:tr h="566425">
                <a:tc>
                  <a:txBody>
                    <a:bodyPr/>
                    <a:lstStyle/>
                    <a:p>
                      <a:pPr indent="0" lvl="0" marL="0" rtl="0" algn="l">
                        <a:spcBef>
                          <a:spcPts val="0"/>
                        </a:spcBef>
                        <a:spcAft>
                          <a:spcPts val="0"/>
                        </a:spcAft>
                        <a:buNone/>
                      </a:pPr>
                      <a:r>
                        <a:rPr lang="en" sz="1700">
                          <a:solidFill>
                            <a:srgbClr val="F3F6F8"/>
                          </a:solidFill>
                          <a:latin typeface="Outfit"/>
                          <a:ea typeface="Outfit"/>
                          <a:cs typeface="Outfit"/>
                          <a:sym typeface="Outfit"/>
                        </a:rPr>
                        <a:t>Approved sandbox, one VM</a:t>
                      </a:r>
                      <a:endParaRPr sz="1700">
                        <a:solidFill>
                          <a:srgbClr val="F3F6F8"/>
                        </a:solidFill>
                        <a:latin typeface="Outfit"/>
                        <a:ea typeface="Outfit"/>
                        <a:cs typeface="Outfit"/>
                        <a:sym typeface="Outfit"/>
                      </a:endParaRPr>
                    </a:p>
                  </a:txBody>
                  <a:tcPr marT="91425" marB="91425" marR="91425" marL="91425" anchor="ctr">
                    <a:solidFill>
                      <a:srgbClr val="111B38">
                        <a:alpha val="75000"/>
                      </a:srgbClr>
                    </a:solidFill>
                  </a:tcPr>
                </a:tc>
                <a:tc>
                  <a:txBody>
                    <a:bodyPr/>
                    <a:lstStyle/>
                    <a:p>
                      <a:pPr indent="0" lvl="0" marL="0" rtl="0" algn="l">
                        <a:spcBef>
                          <a:spcPts val="0"/>
                        </a:spcBef>
                        <a:spcAft>
                          <a:spcPts val="0"/>
                        </a:spcAft>
                        <a:buNone/>
                      </a:pPr>
                      <a:r>
                        <a:rPr lang="en" sz="1700">
                          <a:solidFill>
                            <a:srgbClr val="F3F6F8"/>
                          </a:solidFill>
                          <a:latin typeface="Outfit"/>
                          <a:ea typeface="Outfit"/>
                          <a:cs typeface="Outfit"/>
                          <a:sym typeface="Outfit"/>
                        </a:rPr>
                        <a:t>Preview one allowed operation</a:t>
                      </a:r>
                      <a:endParaRPr sz="1700">
                        <a:solidFill>
                          <a:srgbClr val="F3F6F8"/>
                        </a:solidFill>
                        <a:latin typeface="Outfit"/>
                        <a:ea typeface="Outfit"/>
                        <a:cs typeface="Outfit"/>
                        <a:sym typeface="Outfit"/>
                      </a:endParaRPr>
                    </a:p>
                  </a:txBody>
                  <a:tcPr marT="91425" marB="91425" marR="91425" marL="91425" anchor="ctr">
                    <a:solidFill>
                      <a:srgbClr val="111B38">
                        <a:alpha val="75000"/>
                      </a:srgbClr>
                    </a:solidFill>
                  </a:tcPr>
                </a:tc>
              </a:tr>
              <a:tr h="566425">
                <a:tc>
                  <a:txBody>
                    <a:bodyPr/>
                    <a:lstStyle/>
                    <a:p>
                      <a:pPr indent="0" lvl="0" marL="0" rtl="0" algn="l">
                        <a:spcBef>
                          <a:spcPts val="0"/>
                        </a:spcBef>
                        <a:spcAft>
                          <a:spcPts val="0"/>
                        </a:spcAft>
                        <a:buNone/>
                      </a:pPr>
                      <a:r>
                        <a:rPr lang="en" sz="1700">
                          <a:solidFill>
                            <a:srgbClr val="F3F6F8"/>
                          </a:solidFill>
                          <a:latin typeface="Outfit"/>
                          <a:ea typeface="Outfit"/>
                          <a:cs typeface="Outfit"/>
                          <a:sym typeface="Outfit"/>
                        </a:rPr>
                        <a:t>Production target</a:t>
                      </a:r>
                      <a:endParaRPr sz="1700">
                        <a:solidFill>
                          <a:srgbClr val="F3F6F8"/>
                        </a:solidFill>
                        <a:latin typeface="Outfit"/>
                        <a:ea typeface="Outfit"/>
                        <a:cs typeface="Outfit"/>
                        <a:sym typeface="Outfit"/>
                      </a:endParaRPr>
                    </a:p>
                  </a:txBody>
                  <a:tcPr marT="91425" marB="91425" marR="91425" marL="91425" anchor="ctr">
                    <a:solidFill>
                      <a:srgbClr val="111B38">
                        <a:alpha val="75000"/>
                      </a:srgbClr>
                    </a:solidFill>
                  </a:tcPr>
                </a:tc>
                <a:tc>
                  <a:txBody>
                    <a:bodyPr/>
                    <a:lstStyle/>
                    <a:p>
                      <a:pPr indent="0" lvl="0" marL="0" rtl="0" algn="l">
                        <a:spcBef>
                          <a:spcPts val="0"/>
                        </a:spcBef>
                        <a:spcAft>
                          <a:spcPts val="0"/>
                        </a:spcAft>
                        <a:buNone/>
                      </a:pPr>
                      <a:r>
                        <a:rPr lang="en" sz="1700">
                          <a:solidFill>
                            <a:srgbClr val="F3F6F8"/>
                          </a:solidFill>
                          <a:latin typeface="Outfit"/>
                          <a:ea typeface="Outfit"/>
                          <a:cs typeface="Outfit"/>
                          <a:sym typeface="Outfit"/>
                        </a:rPr>
                        <a:t>Reject before the API request</a:t>
                      </a:r>
                      <a:endParaRPr sz="1700">
                        <a:solidFill>
                          <a:srgbClr val="F3F6F8"/>
                        </a:solidFill>
                        <a:latin typeface="Outfit"/>
                        <a:ea typeface="Outfit"/>
                        <a:cs typeface="Outfit"/>
                        <a:sym typeface="Outfit"/>
                      </a:endParaRPr>
                    </a:p>
                  </a:txBody>
                  <a:tcPr marT="91425" marB="91425" marR="91425" marL="91425" anchor="ctr">
                    <a:solidFill>
                      <a:srgbClr val="111B38">
                        <a:alpha val="75000"/>
                      </a:srgbClr>
                    </a:solidFill>
                  </a:tcPr>
                </a:tc>
              </a:tr>
              <a:tr h="566425">
                <a:tc>
                  <a:txBody>
                    <a:bodyPr/>
                    <a:lstStyle/>
                    <a:p>
                      <a:pPr indent="0" lvl="0" marL="0" rtl="0" algn="l">
                        <a:spcBef>
                          <a:spcPts val="0"/>
                        </a:spcBef>
                        <a:spcAft>
                          <a:spcPts val="0"/>
                        </a:spcAft>
                        <a:buNone/>
                      </a:pPr>
                      <a:r>
                        <a:rPr lang="en" sz="1700">
                          <a:solidFill>
                            <a:srgbClr val="F3F6F8"/>
                          </a:solidFill>
                          <a:latin typeface="Outfit"/>
                          <a:ea typeface="Outfit"/>
                          <a:cs typeface="Outfit"/>
                          <a:sym typeface="Outfit"/>
                        </a:rPr>
                        <a:t>Repeat the same request</a:t>
                      </a:r>
                      <a:endParaRPr sz="1700">
                        <a:solidFill>
                          <a:srgbClr val="F3F6F8"/>
                        </a:solidFill>
                        <a:latin typeface="Outfit"/>
                        <a:ea typeface="Outfit"/>
                        <a:cs typeface="Outfit"/>
                        <a:sym typeface="Outfit"/>
                      </a:endParaRPr>
                    </a:p>
                  </a:txBody>
                  <a:tcPr marT="91425" marB="91425" marR="91425" marL="91425" anchor="ctr">
                    <a:solidFill>
                      <a:srgbClr val="111B38">
                        <a:alpha val="75000"/>
                      </a:srgbClr>
                    </a:solidFill>
                  </a:tcPr>
                </a:tc>
                <a:tc>
                  <a:txBody>
                    <a:bodyPr/>
                    <a:lstStyle/>
                    <a:p>
                      <a:pPr indent="0" lvl="0" marL="0" rtl="0" algn="l">
                        <a:spcBef>
                          <a:spcPts val="0"/>
                        </a:spcBef>
                        <a:spcAft>
                          <a:spcPts val="0"/>
                        </a:spcAft>
                        <a:buNone/>
                      </a:pPr>
                      <a:r>
                        <a:rPr lang="en" sz="1700">
                          <a:solidFill>
                            <a:srgbClr val="F3F6F8"/>
                          </a:solidFill>
                          <a:latin typeface="Outfit"/>
                          <a:ea typeface="Outfit"/>
                          <a:cs typeface="Outfit"/>
                          <a:sym typeface="Outfit"/>
                        </a:rPr>
                        <a:t>Reuse the lab instead of duplicating it</a:t>
                      </a:r>
                      <a:endParaRPr sz="1700">
                        <a:solidFill>
                          <a:srgbClr val="F3F6F8"/>
                        </a:solidFill>
                        <a:latin typeface="Outfit"/>
                        <a:ea typeface="Outfit"/>
                        <a:cs typeface="Outfit"/>
                        <a:sym typeface="Outfit"/>
                      </a:endParaRPr>
                    </a:p>
                  </a:txBody>
                  <a:tcPr marT="91425" marB="91425" marR="91425" marL="91425" anchor="ctr">
                    <a:solidFill>
                      <a:srgbClr val="111B38">
                        <a:alpha val="75000"/>
                      </a:srgbClr>
                    </a:solidFill>
                  </a:tcPr>
                </a:tc>
              </a:tr>
              <a:tr h="566425">
                <a:tc>
                  <a:txBody>
                    <a:bodyPr/>
                    <a:lstStyle/>
                    <a:p>
                      <a:pPr indent="0" lvl="0" marL="0" rtl="0" algn="l">
                        <a:spcBef>
                          <a:spcPts val="0"/>
                        </a:spcBef>
                        <a:spcAft>
                          <a:spcPts val="0"/>
                        </a:spcAft>
                        <a:buNone/>
                      </a:pPr>
                      <a:r>
                        <a:rPr lang="en" sz="1700">
                          <a:solidFill>
                            <a:srgbClr val="F3F6F8"/>
                          </a:solidFill>
                          <a:latin typeface="Outfit"/>
                          <a:ea typeface="Outfit"/>
                          <a:cs typeface="Outfit"/>
                          <a:sym typeface="Outfit"/>
                        </a:rPr>
                        <a:t>API failure or missing saved work</a:t>
                      </a:r>
                      <a:endParaRPr sz="1700">
                        <a:solidFill>
                          <a:srgbClr val="F3F6F8"/>
                        </a:solidFill>
                        <a:latin typeface="Outfit"/>
                        <a:ea typeface="Outfit"/>
                        <a:cs typeface="Outfit"/>
                        <a:sym typeface="Outfit"/>
                      </a:endParaRPr>
                    </a:p>
                  </a:txBody>
                  <a:tcPr marT="91425" marB="91425" marR="91425" marL="91425" anchor="ctr">
                    <a:solidFill>
                      <a:srgbClr val="111B38">
                        <a:alpha val="75000"/>
                      </a:srgbClr>
                    </a:solidFill>
                  </a:tcPr>
                </a:tc>
                <a:tc>
                  <a:txBody>
                    <a:bodyPr/>
                    <a:lstStyle/>
                    <a:p>
                      <a:pPr indent="0" lvl="0" marL="0" rtl="0" algn="l">
                        <a:spcBef>
                          <a:spcPts val="0"/>
                        </a:spcBef>
                        <a:spcAft>
                          <a:spcPts val="0"/>
                        </a:spcAft>
                        <a:buNone/>
                      </a:pPr>
                      <a:r>
                        <a:rPr lang="en" sz="1700">
                          <a:solidFill>
                            <a:srgbClr val="F3F6F8"/>
                          </a:solidFill>
                          <a:latin typeface="Outfit"/>
                          <a:ea typeface="Outfit"/>
                          <a:cs typeface="Outfit"/>
                          <a:sym typeface="Outfit"/>
                        </a:rPr>
                        <a:t>Stop, record the failure and alert</a:t>
                      </a:r>
                      <a:endParaRPr sz="1700">
                        <a:solidFill>
                          <a:srgbClr val="F3F6F8"/>
                        </a:solidFill>
                        <a:latin typeface="Outfit"/>
                        <a:ea typeface="Outfit"/>
                        <a:cs typeface="Outfit"/>
                        <a:sym typeface="Outfit"/>
                      </a:endParaRPr>
                    </a:p>
                  </a:txBody>
                  <a:tcPr marT="91425" marB="91425" marR="91425" marL="91425" anchor="ctr">
                    <a:solidFill>
                      <a:srgbClr val="111B38">
                        <a:alpha val="75000"/>
                      </a:srgbClr>
                    </a:solidFill>
                  </a:tcPr>
                </a:tc>
              </a:tr>
            </a:tbl>
          </a:graphicData>
        </a:graphic>
      </p:graphicFrame>
      <p:sp>
        <p:nvSpPr>
          <p:cNvPr id="769" name="Google Shape;769;p46"/>
          <p:cNvSpPr txBox="1"/>
          <p:nvPr/>
        </p:nvSpPr>
        <p:spPr>
          <a:xfrm>
            <a:off x="1587500" y="4343400"/>
            <a:ext cx="72645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F7941D"/>
                </a:solidFill>
                <a:latin typeface="Outfit"/>
                <a:ea typeface="Outfit"/>
                <a:cs typeface="Outfit"/>
                <a:sym typeface="Outfit"/>
              </a:rPr>
              <a:t>First demonstrate with simulated responses and no cloud writes.</a:t>
            </a:r>
            <a:endParaRPr sz="1600">
              <a:solidFill>
                <a:srgbClr val="F7941D"/>
              </a:solidFill>
              <a:latin typeface="Outfit"/>
              <a:ea typeface="Outfit"/>
              <a:cs typeface="Outfit"/>
              <a:sym typeface="Outfi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47"/>
          <p:cNvSpPr txBox="1"/>
          <p:nvPr/>
        </p:nvSpPr>
        <p:spPr>
          <a:xfrm>
            <a:off x="381000" y="254000"/>
            <a:ext cx="83820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900">
                <a:solidFill>
                  <a:srgbClr val="F3F6F8"/>
                </a:solidFill>
                <a:latin typeface="Outfit"/>
                <a:ea typeface="Outfit"/>
                <a:cs typeface="Outfit"/>
                <a:sym typeface="Outfit"/>
              </a:rPr>
              <a:t>170 hours across about five months</a:t>
            </a:r>
            <a:endParaRPr b="1" sz="2900">
              <a:solidFill>
                <a:srgbClr val="F3F6F8"/>
              </a:solidFill>
              <a:latin typeface="Outfit"/>
              <a:ea typeface="Outfit"/>
              <a:cs typeface="Outfit"/>
              <a:sym typeface="Outfit"/>
            </a:endParaRPr>
          </a:p>
        </p:txBody>
      </p:sp>
      <p:sp>
        <p:nvSpPr>
          <p:cNvPr id="775" name="Google Shape;775;p47"/>
          <p:cNvSpPr txBox="1"/>
          <p:nvPr/>
        </p:nvSpPr>
        <p:spPr>
          <a:xfrm>
            <a:off x="495300" y="1041400"/>
            <a:ext cx="4445100" cy="67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rgbClr val="F7941D"/>
                </a:solidFill>
                <a:latin typeface="Outfit"/>
                <a:ea typeface="Outfit"/>
                <a:cs typeface="Outfit"/>
                <a:sym typeface="Outfit"/>
              </a:rPr>
              <a:t>170 hours</a:t>
            </a:r>
            <a:endParaRPr b="1" sz="3600">
              <a:solidFill>
                <a:srgbClr val="F7941D"/>
              </a:solidFill>
              <a:latin typeface="Outfit"/>
              <a:ea typeface="Outfit"/>
              <a:cs typeface="Outfit"/>
              <a:sym typeface="Outfit"/>
            </a:endParaRPr>
          </a:p>
        </p:txBody>
      </p:sp>
      <p:sp>
        <p:nvSpPr>
          <p:cNvPr id="776" name="Google Shape;776;p47"/>
          <p:cNvSpPr txBox="1"/>
          <p:nvPr/>
        </p:nvSpPr>
        <p:spPr>
          <a:xfrm>
            <a:off x="4635500" y="1092200"/>
            <a:ext cx="41784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700">
                <a:solidFill>
                  <a:srgbClr val="7EC8F3"/>
                </a:solidFill>
                <a:latin typeface="Outfit"/>
                <a:ea typeface="Outfit"/>
                <a:cs typeface="Outfit"/>
                <a:sym typeface="Outfit"/>
              </a:rPr>
              <a:t>21 weeks + 2 hours</a:t>
            </a:r>
            <a:endParaRPr b="1" sz="2700">
              <a:solidFill>
                <a:srgbClr val="7EC8F3"/>
              </a:solidFill>
              <a:latin typeface="Outfit"/>
              <a:ea typeface="Outfit"/>
              <a:cs typeface="Outfit"/>
              <a:sym typeface="Outfit"/>
            </a:endParaRPr>
          </a:p>
        </p:txBody>
      </p:sp>
      <p:graphicFrame>
        <p:nvGraphicFramePr>
          <p:cNvPr id="777" name="Google Shape;777;p47"/>
          <p:cNvGraphicFramePr/>
          <p:nvPr/>
        </p:nvGraphicFramePr>
        <p:xfrm>
          <a:off x="406400" y="1981200"/>
          <a:ext cx="3000000" cy="3000000"/>
        </p:xfrm>
        <a:graphic>
          <a:graphicData uri="http://schemas.openxmlformats.org/drawingml/2006/table">
            <a:tbl>
              <a:tblPr>
                <a:noFill/>
                <a:tableStyleId>{0732AAB1-0A0D-4CC9-A7D2-314116EC0984}</a:tableStyleId>
              </a:tblPr>
              <a:tblGrid>
                <a:gridCol w="1587500"/>
                <a:gridCol w="3048000"/>
                <a:gridCol w="3695700"/>
              </a:tblGrid>
              <a:tr h="491075">
                <a:tc>
                  <a:txBody>
                    <a:bodyPr/>
                    <a:lstStyle/>
                    <a:p>
                      <a:pPr indent="0" lvl="0" marL="0" rtl="0" algn="l">
                        <a:spcBef>
                          <a:spcPts val="0"/>
                        </a:spcBef>
                        <a:spcAft>
                          <a:spcPts val="0"/>
                        </a:spcAft>
                        <a:buNone/>
                      </a:pPr>
                      <a:r>
                        <a:rPr b="1" lang="en" sz="1500">
                          <a:solidFill>
                            <a:srgbClr val="F3F6F8"/>
                          </a:solidFill>
                          <a:latin typeface="Outfit"/>
                          <a:ea typeface="Outfit"/>
                          <a:cs typeface="Outfit"/>
                          <a:sym typeface="Outfit"/>
                        </a:rPr>
                        <a:t>Day</a:t>
                      </a:r>
                      <a:endParaRPr b="1" sz="1500">
                        <a:solidFill>
                          <a:srgbClr val="F3F6F8"/>
                        </a:solidFill>
                        <a:latin typeface="Outfit"/>
                        <a:ea typeface="Outfit"/>
                        <a:cs typeface="Outfit"/>
                        <a:sym typeface="Outfit"/>
                      </a:endParaRPr>
                    </a:p>
                  </a:txBody>
                  <a:tcPr marT="91425" marB="91425" marR="91425" marL="91425" anchor="ctr">
                    <a:solidFill>
                      <a:srgbClr val="111B38"/>
                    </a:solidFill>
                  </a:tcPr>
                </a:tc>
                <a:tc>
                  <a:txBody>
                    <a:bodyPr/>
                    <a:lstStyle/>
                    <a:p>
                      <a:pPr indent="0" lvl="0" marL="0" rtl="0" algn="l">
                        <a:spcBef>
                          <a:spcPts val="0"/>
                        </a:spcBef>
                        <a:spcAft>
                          <a:spcPts val="0"/>
                        </a:spcAft>
                        <a:buNone/>
                      </a:pPr>
                      <a:r>
                        <a:rPr b="1" lang="en" sz="1500">
                          <a:solidFill>
                            <a:srgbClr val="F3F6F8"/>
                          </a:solidFill>
                          <a:latin typeface="Outfit"/>
                          <a:ea typeface="Outfit"/>
                          <a:cs typeface="Outfit"/>
                          <a:sym typeface="Outfit"/>
                        </a:rPr>
                        <a:t>Lab time</a:t>
                      </a:r>
                      <a:endParaRPr b="1" sz="1500">
                        <a:solidFill>
                          <a:srgbClr val="F3F6F8"/>
                        </a:solidFill>
                        <a:latin typeface="Outfit"/>
                        <a:ea typeface="Outfit"/>
                        <a:cs typeface="Outfit"/>
                        <a:sym typeface="Outfit"/>
                      </a:endParaRPr>
                    </a:p>
                  </a:txBody>
                  <a:tcPr marT="91425" marB="91425" marR="91425" marL="91425" anchor="ctr">
                    <a:solidFill>
                      <a:srgbClr val="111B38"/>
                    </a:solidFill>
                  </a:tcPr>
                </a:tc>
                <a:tc>
                  <a:txBody>
                    <a:bodyPr/>
                    <a:lstStyle/>
                    <a:p>
                      <a:pPr indent="0" lvl="0" marL="0" rtl="0" algn="l">
                        <a:spcBef>
                          <a:spcPts val="0"/>
                        </a:spcBef>
                        <a:spcAft>
                          <a:spcPts val="0"/>
                        </a:spcAft>
                        <a:buNone/>
                      </a:pPr>
                      <a:r>
                        <a:rPr b="1" lang="en" sz="1500">
                          <a:solidFill>
                            <a:srgbClr val="F3F6F8"/>
                          </a:solidFill>
                          <a:latin typeface="Outfit"/>
                          <a:ea typeface="Outfit"/>
                          <a:cs typeface="Outfit"/>
                          <a:sym typeface="Outfit"/>
                        </a:rPr>
                        <a:t>At 17:00</a:t>
                      </a:r>
                      <a:endParaRPr b="1" sz="1500">
                        <a:solidFill>
                          <a:srgbClr val="F3F6F8"/>
                        </a:solidFill>
                        <a:latin typeface="Outfit"/>
                        <a:ea typeface="Outfit"/>
                        <a:cs typeface="Outfit"/>
                        <a:sym typeface="Outfit"/>
                      </a:endParaRPr>
                    </a:p>
                  </a:txBody>
                  <a:tcPr marT="91425" marB="91425" marR="91425" marL="91425" anchor="ctr">
                    <a:solidFill>
                      <a:srgbClr val="111B38"/>
                    </a:solidFill>
                  </a:tcPr>
                </a:tc>
              </a:tr>
              <a:tr h="491075">
                <a:tc>
                  <a:txBody>
                    <a:bodyPr/>
                    <a:lstStyle/>
                    <a:p>
                      <a:pPr indent="0" lvl="0" marL="0" rtl="0" algn="l">
                        <a:spcBef>
                          <a:spcPts val="0"/>
                        </a:spcBef>
                        <a:spcAft>
                          <a:spcPts val="0"/>
                        </a:spcAft>
                        <a:buNone/>
                      </a:pPr>
                      <a:r>
                        <a:rPr lang="en" sz="1500">
                          <a:solidFill>
                            <a:srgbClr val="F3F6F8"/>
                          </a:solidFill>
                          <a:latin typeface="Outfit"/>
                          <a:ea typeface="Outfit"/>
                          <a:cs typeface="Outfit"/>
                          <a:sym typeface="Outfit"/>
                        </a:rPr>
                        <a:t>Thursday</a:t>
                      </a:r>
                      <a:endParaRPr sz="1500">
                        <a:solidFill>
                          <a:srgbClr val="F3F6F8"/>
                        </a:solidFill>
                        <a:latin typeface="Outfit"/>
                        <a:ea typeface="Outfit"/>
                        <a:cs typeface="Outfit"/>
                        <a:sym typeface="Outfit"/>
                      </a:endParaRPr>
                    </a:p>
                  </a:txBody>
                  <a:tcPr marT="91425" marB="91425" marR="91425" marL="91425" anchor="ctr">
                    <a:solidFill>
                      <a:srgbClr val="111B38">
                        <a:alpha val="50000"/>
                      </a:srgbClr>
                    </a:solidFill>
                  </a:tcPr>
                </a:tc>
                <a:tc>
                  <a:txBody>
                    <a:bodyPr/>
                    <a:lstStyle/>
                    <a:p>
                      <a:pPr indent="0" lvl="0" marL="0" rtl="0" algn="l">
                        <a:spcBef>
                          <a:spcPts val="0"/>
                        </a:spcBef>
                        <a:spcAft>
                          <a:spcPts val="0"/>
                        </a:spcAft>
                        <a:buNone/>
                      </a:pPr>
                      <a:r>
                        <a:rPr lang="en" sz="1500">
                          <a:solidFill>
                            <a:srgbClr val="F3F6F8"/>
                          </a:solidFill>
                          <a:latin typeface="Outfit"/>
                          <a:ea typeface="Outfit"/>
                          <a:cs typeface="Outfit"/>
                          <a:sym typeface="Outfit"/>
                        </a:rPr>
                        <a:t>13:00–17:00 · 4 h</a:t>
                      </a:r>
                      <a:endParaRPr sz="1500">
                        <a:solidFill>
                          <a:srgbClr val="F3F6F8"/>
                        </a:solidFill>
                        <a:latin typeface="Outfit"/>
                        <a:ea typeface="Outfit"/>
                        <a:cs typeface="Outfit"/>
                        <a:sym typeface="Outfit"/>
                      </a:endParaRPr>
                    </a:p>
                  </a:txBody>
                  <a:tcPr marT="91425" marB="91425" marR="91425" marL="91425" anchor="ctr">
                    <a:solidFill>
                      <a:srgbClr val="111B38">
                        <a:alpha val="50000"/>
                      </a:srgbClr>
                    </a:solidFill>
                  </a:tcPr>
                </a:tc>
                <a:tc>
                  <a:txBody>
                    <a:bodyPr/>
                    <a:lstStyle/>
                    <a:p>
                      <a:pPr indent="0" lvl="0" marL="0" rtl="0" algn="l">
                        <a:spcBef>
                          <a:spcPts val="0"/>
                        </a:spcBef>
                        <a:spcAft>
                          <a:spcPts val="0"/>
                        </a:spcAft>
                        <a:buNone/>
                      </a:pPr>
                      <a:r>
                        <a:rPr lang="en" sz="1500">
                          <a:solidFill>
                            <a:srgbClr val="F3F6F8"/>
                          </a:solidFill>
                          <a:latin typeface="Outfit"/>
                          <a:ea typeface="Outfit"/>
                          <a:cs typeface="Outfit"/>
                          <a:sym typeface="Outfit"/>
                        </a:rPr>
                        <a:t>End lab and release resources</a:t>
                      </a:r>
                      <a:endParaRPr sz="1500">
                        <a:solidFill>
                          <a:srgbClr val="F3F6F8"/>
                        </a:solidFill>
                        <a:latin typeface="Outfit"/>
                        <a:ea typeface="Outfit"/>
                        <a:cs typeface="Outfit"/>
                        <a:sym typeface="Outfit"/>
                      </a:endParaRPr>
                    </a:p>
                  </a:txBody>
                  <a:tcPr marT="91425" marB="91425" marR="91425" marL="91425" anchor="ctr">
                    <a:solidFill>
                      <a:srgbClr val="111B38">
                        <a:alpha val="50000"/>
                      </a:srgbClr>
                    </a:solidFill>
                  </a:tcPr>
                </a:tc>
              </a:tr>
              <a:tr h="491075">
                <a:tc>
                  <a:txBody>
                    <a:bodyPr/>
                    <a:lstStyle/>
                    <a:p>
                      <a:pPr indent="0" lvl="0" marL="0" rtl="0" algn="l">
                        <a:spcBef>
                          <a:spcPts val="0"/>
                        </a:spcBef>
                        <a:spcAft>
                          <a:spcPts val="0"/>
                        </a:spcAft>
                        <a:buNone/>
                      </a:pPr>
                      <a:r>
                        <a:rPr lang="en" sz="1500">
                          <a:solidFill>
                            <a:srgbClr val="F3F6F8"/>
                          </a:solidFill>
                          <a:latin typeface="Outfit"/>
                          <a:ea typeface="Outfit"/>
                          <a:cs typeface="Outfit"/>
                          <a:sym typeface="Outfit"/>
                        </a:rPr>
                        <a:t>Friday</a:t>
                      </a:r>
                      <a:endParaRPr sz="1500">
                        <a:solidFill>
                          <a:srgbClr val="F3F6F8"/>
                        </a:solidFill>
                        <a:latin typeface="Outfit"/>
                        <a:ea typeface="Outfit"/>
                        <a:cs typeface="Outfit"/>
                        <a:sym typeface="Outfit"/>
                      </a:endParaRPr>
                    </a:p>
                  </a:txBody>
                  <a:tcPr marT="91425" marB="91425" marR="91425" marL="91425" anchor="ctr">
                    <a:solidFill>
                      <a:srgbClr val="111B38">
                        <a:alpha val="50000"/>
                      </a:srgbClr>
                    </a:solidFill>
                  </a:tcPr>
                </a:tc>
                <a:tc>
                  <a:txBody>
                    <a:bodyPr/>
                    <a:lstStyle/>
                    <a:p>
                      <a:pPr indent="0" lvl="0" marL="0" rtl="0" algn="l">
                        <a:spcBef>
                          <a:spcPts val="0"/>
                        </a:spcBef>
                        <a:spcAft>
                          <a:spcPts val="0"/>
                        </a:spcAft>
                        <a:buNone/>
                      </a:pPr>
                      <a:r>
                        <a:rPr lang="en" sz="1500">
                          <a:solidFill>
                            <a:srgbClr val="F3F6F8"/>
                          </a:solidFill>
                          <a:latin typeface="Outfit"/>
                          <a:ea typeface="Outfit"/>
                          <a:cs typeface="Outfit"/>
                          <a:sym typeface="Outfit"/>
                        </a:rPr>
                        <a:t>13:00–17:00 · 4 h</a:t>
                      </a:r>
                      <a:endParaRPr sz="1500">
                        <a:solidFill>
                          <a:srgbClr val="F3F6F8"/>
                        </a:solidFill>
                        <a:latin typeface="Outfit"/>
                        <a:ea typeface="Outfit"/>
                        <a:cs typeface="Outfit"/>
                        <a:sym typeface="Outfit"/>
                      </a:endParaRPr>
                    </a:p>
                  </a:txBody>
                  <a:tcPr marT="91425" marB="91425" marR="91425" marL="91425" anchor="ctr">
                    <a:solidFill>
                      <a:srgbClr val="111B38">
                        <a:alpha val="50000"/>
                      </a:srgbClr>
                    </a:solidFill>
                  </a:tcPr>
                </a:tc>
                <a:tc>
                  <a:txBody>
                    <a:bodyPr/>
                    <a:lstStyle/>
                    <a:p>
                      <a:pPr indent="0" lvl="0" marL="0" rtl="0" algn="l">
                        <a:spcBef>
                          <a:spcPts val="0"/>
                        </a:spcBef>
                        <a:spcAft>
                          <a:spcPts val="0"/>
                        </a:spcAft>
                        <a:buNone/>
                      </a:pPr>
                      <a:r>
                        <a:rPr lang="en" sz="1500">
                          <a:solidFill>
                            <a:srgbClr val="F3F6F8"/>
                          </a:solidFill>
                          <a:latin typeface="Outfit"/>
                          <a:ea typeface="Outfit"/>
                          <a:cs typeface="Outfit"/>
                          <a:sym typeface="Outfit"/>
                        </a:rPr>
                        <a:t>End lab and release resources</a:t>
                      </a:r>
                      <a:endParaRPr sz="1500">
                        <a:solidFill>
                          <a:srgbClr val="F3F6F8"/>
                        </a:solidFill>
                        <a:latin typeface="Outfit"/>
                        <a:ea typeface="Outfit"/>
                        <a:cs typeface="Outfit"/>
                        <a:sym typeface="Outfit"/>
                      </a:endParaRPr>
                    </a:p>
                  </a:txBody>
                  <a:tcPr marT="91425" marB="91425" marR="91425" marL="91425" anchor="ctr">
                    <a:solidFill>
                      <a:srgbClr val="111B38">
                        <a:alpha val="50000"/>
                      </a:srgbClr>
                    </a:solidFill>
                  </a:tcPr>
                </a:tc>
              </a:tr>
            </a:tbl>
          </a:graphicData>
        </a:graphic>
      </p:graphicFrame>
      <p:sp>
        <p:nvSpPr>
          <p:cNvPr id="778" name="Google Shape;778;p47"/>
          <p:cNvSpPr txBox="1"/>
          <p:nvPr/>
        </p:nvSpPr>
        <p:spPr>
          <a:xfrm>
            <a:off x="1562100" y="3784600"/>
            <a:ext cx="71373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3F6F8"/>
                </a:solidFill>
                <a:latin typeface="Outfit"/>
                <a:ea typeface="Outfit"/>
                <a:cs typeface="Outfit"/>
                <a:sym typeface="Outfit"/>
              </a:rPr>
              <a:t>21 full weeks × 8 h = 168 h. Final session: 2 h in week 22.</a:t>
            </a:r>
            <a:endParaRPr sz="1800">
              <a:solidFill>
                <a:srgbClr val="F3F6F8"/>
              </a:solidFill>
              <a:latin typeface="Outfit"/>
              <a:ea typeface="Outfit"/>
              <a:cs typeface="Outfit"/>
              <a:sym typeface="Outfit"/>
            </a:endParaRPr>
          </a:p>
        </p:txBody>
      </p:sp>
      <p:sp>
        <p:nvSpPr>
          <p:cNvPr id="779" name="Google Shape;779;p47"/>
          <p:cNvSpPr txBox="1"/>
          <p:nvPr/>
        </p:nvSpPr>
        <p:spPr>
          <a:xfrm>
            <a:off x="1574800" y="4432300"/>
            <a:ext cx="71502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7EC8F3"/>
                </a:solidFill>
                <a:latin typeface="Outfit"/>
                <a:ea typeface="Outfit"/>
                <a:cs typeface="Outfit"/>
                <a:sym typeface="Outfit"/>
              </a:rPr>
              <a:t>If every session stays 4 h, provision for 172 h instead: 3,261,808 toman.</a:t>
            </a:r>
            <a:endParaRPr>
              <a:solidFill>
                <a:srgbClr val="7EC8F3"/>
              </a:solidFill>
              <a:latin typeface="Outfit"/>
              <a:ea typeface="Outfit"/>
              <a:cs typeface="Outfit"/>
              <a:sym typeface="Outfi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48"/>
          <p:cNvSpPr txBox="1"/>
          <p:nvPr/>
        </p:nvSpPr>
        <p:spPr>
          <a:xfrm>
            <a:off x="381000" y="254000"/>
            <a:ext cx="83820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900">
                <a:solidFill>
                  <a:srgbClr val="F3F6F8"/>
                </a:solidFill>
                <a:latin typeface="Outfit"/>
                <a:ea typeface="Outfit"/>
                <a:cs typeface="Outfit"/>
                <a:sym typeface="Outfit"/>
              </a:rPr>
              <a:t>Cost of the full 170-hour course</a:t>
            </a:r>
            <a:endParaRPr b="1" sz="2900">
              <a:solidFill>
                <a:srgbClr val="F3F6F8"/>
              </a:solidFill>
              <a:latin typeface="Outfit"/>
              <a:ea typeface="Outfit"/>
              <a:cs typeface="Outfit"/>
              <a:sym typeface="Outfit"/>
            </a:endParaRPr>
          </a:p>
        </p:txBody>
      </p:sp>
      <p:sp>
        <p:nvSpPr>
          <p:cNvPr id="785" name="Google Shape;785;p48"/>
          <p:cNvSpPr txBox="1"/>
          <p:nvPr/>
        </p:nvSpPr>
        <p:spPr>
          <a:xfrm>
            <a:off x="355600" y="952500"/>
            <a:ext cx="83820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7EC8F3"/>
                </a:solidFill>
                <a:latin typeface="Outfit"/>
                <a:ea typeface="Outfit"/>
                <a:cs typeface="Outfit"/>
                <a:sym typeface="Outfit"/>
              </a:rPr>
              <a:t>Thursday + Friday: 4 hours each day. Five billed months assumed.</a:t>
            </a:r>
            <a:endParaRPr sz="1700">
              <a:solidFill>
                <a:srgbClr val="7EC8F3"/>
              </a:solidFill>
              <a:latin typeface="Outfit"/>
              <a:ea typeface="Outfit"/>
              <a:cs typeface="Outfit"/>
              <a:sym typeface="Outfit"/>
            </a:endParaRPr>
          </a:p>
        </p:txBody>
      </p:sp>
      <p:graphicFrame>
        <p:nvGraphicFramePr>
          <p:cNvPr id="786" name="Google Shape;786;p48"/>
          <p:cNvGraphicFramePr/>
          <p:nvPr/>
        </p:nvGraphicFramePr>
        <p:xfrm>
          <a:off x="406400" y="1625600"/>
          <a:ext cx="3000000" cy="3000000"/>
        </p:xfrm>
        <a:graphic>
          <a:graphicData uri="http://schemas.openxmlformats.org/drawingml/2006/table">
            <a:tbl>
              <a:tblPr>
                <a:noFill/>
                <a:tableStyleId>{0732AAB1-0A0D-4CC9-A7D2-314116EC0984}</a:tableStyleId>
              </a:tblPr>
              <a:tblGrid>
                <a:gridCol w="2489200"/>
                <a:gridCol w="2946400"/>
                <a:gridCol w="2895600"/>
              </a:tblGrid>
              <a:tr h="533400">
                <a:tc>
                  <a:txBody>
                    <a:bodyPr/>
                    <a:lstStyle/>
                    <a:p>
                      <a:pPr indent="0" lvl="0" marL="0" rtl="0" algn="l">
                        <a:spcBef>
                          <a:spcPts val="0"/>
                        </a:spcBef>
                        <a:spcAft>
                          <a:spcPts val="0"/>
                        </a:spcAft>
                        <a:buNone/>
                      </a:pPr>
                      <a:r>
                        <a:rPr b="1" lang="en" sz="1500">
                          <a:solidFill>
                            <a:srgbClr val="F3F6F8"/>
                          </a:solidFill>
                          <a:latin typeface="Outfit"/>
                          <a:ea typeface="Outfit"/>
                          <a:cs typeface="Outfit"/>
                          <a:sym typeface="Outfit"/>
                        </a:rPr>
                        <a:t>Option</a:t>
                      </a:r>
                      <a:endParaRPr b="1" sz="1500">
                        <a:solidFill>
                          <a:srgbClr val="F3F6F8"/>
                        </a:solidFill>
                        <a:latin typeface="Outfit"/>
                        <a:ea typeface="Outfit"/>
                        <a:cs typeface="Outfit"/>
                        <a:sym typeface="Outfit"/>
                      </a:endParaRPr>
                    </a:p>
                  </a:txBody>
                  <a:tcPr marT="91425" marB="91425" marR="91425" marL="91425" anchor="ctr">
                    <a:solidFill>
                      <a:srgbClr val="111B38"/>
                    </a:solidFill>
                  </a:tcPr>
                </a:tc>
                <a:tc>
                  <a:txBody>
                    <a:bodyPr/>
                    <a:lstStyle/>
                    <a:p>
                      <a:pPr indent="0" lvl="0" marL="0" rtl="0" algn="l">
                        <a:spcBef>
                          <a:spcPts val="0"/>
                        </a:spcBef>
                        <a:spcAft>
                          <a:spcPts val="0"/>
                        </a:spcAft>
                        <a:buNone/>
                      </a:pPr>
                      <a:r>
                        <a:rPr b="1" lang="en" sz="1500">
                          <a:solidFill>
                            <a:srgbClr val="F3F6F8"/>
                          </a:solidFill>
                          <a:latin typeface="Outfit"/>
                          <a:ea typeface="Outfit"/>
                          <a:cs typeface="Outfit"/>
                          <a:sym typeface="Outfit"/>
                        </a:rPr>
                        <a:t>Calculation</a:t>
                      </a:r>
                      <a:endParaRPr b="1" sz="1500">
                        <a:solidFill>
                          <a:srgbClr val="F3F6F8"/>
                        </a:solidFill>
                        <a:latin typeface="Outfit"/>
                        <a:ea typeface="Outfit"/>
                        <a:cs typeface="Outfit"/>
                        <a:sym typeface="Outfit"/>
                      </a:endParaRPr>
                    </a:p>
                  </a:txBody>
                  <a:tcPr marT="91425" marB="91425" marR="91425" marL="91425" anchor="ctr">
                    <a:solidFill>
                      <a:srgbClr val="111B38"/>
                    </a:solidFill>
                  </a:tcPr>
                </a:tc>
                <a:tc>
                  <a:txBody>
                    <a:bodyPr/>
                    <a:lstStyle/>
                    <a:p>
                      <a:pPr indent="0" lvl="0" marL="0" rtl="0" algn="l">
                        <a:spcBef>
                          <a:spcPts val="0"/>
                        </a:spcBef>
                        <a:spcAft>
                          <a:spcPts val="0"/>
                        </a:spcAft>
                        <a:buNone/>
                      </a:pPr>
                      <a:r>
                        <a:rPr b="1" lang="en" sz="1500">
                          <a:solidFill>
                            <a:srgbClr val="F3F6F8"/>
                          </a:solidFill>
                          <a:latin typeface="Outfit"/>
                          <a:ea typeface="Outfit"/>
                          <a:cs typeface="Outfit"/>
                          <a:sym typeface="Outfit"/>
                        </a:rPr>
                        <a:t>Estimated cost (toman)</a:t>
                      </a:r>
                      <a:endParaRPr b="1" sz="1500">
                        <a:solidFill>
                          <a:srgbClr val="F3F6F8"/>
                        </a:solidFill>
                        <a:latin typeface="Outfit"/>
                        <a:ea typeface="Outfit"/>
                        <a:cs typeface="Outfit"/>
                        <a:sym typeface="Outfit"/>
                      </a:endParaRPr>
                    </a:p>
                  </a:txBody>
                  <a:tcPr marT="91425" marB="91425" marR="91425" marL="91425" anchor="ctr">
                    <a:solidFill>
                      <a:srgbClr val="111B38"/>
                    </a:solidFill>
                  </a:tcPr>
                </a:tc>
              </a:tr>
              <a:tr h="533400">
                <a:tc>
                  <a:txBody>
                    <a:bodyPr/>
                    <a:lstStyle/>
                    <a:p>
                      <a:pPr indent="0" lvl="0" marL="0" rtl="0" algn="l">
                        <a:spcBef>
                          <a:spcPts val="0"/>
                        </a:spcBef>
                        <a:spcAft>
                          <a:spcPts val="0"/>
                        </a:spcAft>
                        <a:buNone/>
                      </a:pPr>
                      <a:r>
                        <a:rPr lang="en" sz="1500">
                          <a:solidFill>
                            <a:srgbClr val="F3F6F8"/>
                          </a:solidFill>
                          <a:latin typeface="Outfit"/>
                          <a:ea typeface="Outfit"/>
                          <a:cs typeface="Outfit"/>
                          <a:sym typeface="Outfit"/>
                        </a:rPr>
                        <a:t>Dedicated server</a:t>
                      </a:r>
                      <a:endParaRPr sz="1500">
                        <a:solidFill>
                          <a:srgbClr val="F3F6F8"/>
                        </a:solidFill>
                        <a:latin typeface="Outfit"/>
                        <a:ea typeface="Outfit"/>
                        <a:cs typeface="Outfit"/>
                        <a:sym typeface="Outfit"/>
                      </a:endParaRPr>
                    </a:p>
                  </a:txBody>
                  <a:tcPr marT="91425" marB="91425" marR="91425" marL="91425" anchor="ctr">
                    <a:solidFill>
                      <a:srgbClr val="111B38">
                        <a:alpha val="50000"/>
                      </a:srgbClr>
                    </a:solidFill>
                  </a:tcPr>
                </a:tc>
                <a:tc>
                  <a:txBody>
                    <a:bodyPr/>
                    <a:lstStyle/>
                    <a:p>
                      <a:pPr indent="0" lvl="0" marL="0" rtl="0" algn="l">
                        <a:spcBef>
                          <a:spcPts val="0"/>
                        </a:spcBef>
                        <a:spcAft>
                          <a:spcPts val="0"/>
                        </a:spcAft>
                        <a:buNone/>
                      </a:pPr>
                      <a:r>
                        <a:rPr lang="en" sz="1500">
                          <a:solidFill>
                            <a:srgbClr val="F3F6F8"/>
                          </a:solidFill>
                          <a:latin typeface="Outfit"/>
                          <a:ea typeface="Outfit"/>
                          <a:cs typeface="Outfit"/>
                          <a:sym typeface="Outfit"/>
                        </a:rPr>
                        <a:t>5 × 12,840,000</a:t>
                      </a:r>
                      <a:endParaRPr sz="1500">
                        <a:solidFill>
                          <a:srgbClr val="F3F6F8"/>
                        </a:solidFill>
                        <a:latin typeface="Outfit"/>
                        <a:ea typeface="Outfit"/>
                        <a:cs typeface="Outfit"/>
                        <a:sym typeface="Outfit"/>
                      </a:endParaRPr>
                    </a:p>
                  </a:txBody>
                  <a:tcPr marT="91425" marB="91425" marR="91425" marL="91425" anchor="ctr">
                    <a:solidFill>
                      <a:srgbClr val="111B38">
                        <a:alpha val="50000"/>
                      </a:srgbClr>
                    </a:solidFill>
                  </a:tcPr>
                </a:tc>
                <a:tc>
                  <a:txBody>
                    <a:bodyPr/>
                    <a:lstStyle/>
                    <a:p>
                      <a:pPr indent="0" lvl="0" marL="0" rtl="0" algn="l">
                        <a:spcBef>
                          <a:spcPts val="0"/>
                        </a:spcBef>
                        <a:spcAft>
                          <a:spcPts val="0"/>
                        </a:spcAft>
                        <a:buNone/>
                      </a:pPr>
                      <a:r>
                        <a:rPr lang="en" sz="1500">
                          <a:solidFill>
                            <a:srgbClr val="F3F6F8"/>
                          </a:solidFill>
                          <a:latin typeface="Outfit"/>
                          <a:ea typeface="Outfit"/>
                          <a:cs typeface="Outfit"/>
                          <a:sym typeface="Outfit"/>
                        </a:rPr>
                        <a:t>64,200,000</a:t>
                      </a:r>
                      <a:endParaRPr sz="1500">
                        <a:solidFill>
                          <a:srgbClr val="F3F6F8"/>
                        </a:solidFill>
                        <a:latin typeface="Outfit"/>
                        <a:ea typeface="Outfit"/>
                        <a:cs typeface="Outfit"/>
                        <a:sym typeface="Outfit"/>
                      </a:endParaRPr>
                    </a:p>
                  </a:txBody>
                  <a:tcPr marT="91425" marB="91425" marR="91425" marL="91425" anchor="ctr">
                    <a:solidFill>
                      <a:srgbClr val="111B38">
                        <a:alpha val="50000"/>
                      </a:srgbClr>
                    </a:solidFill>
                  </a:tcPr>
                </a:tc>
              </a:tr>
              <a:tr h="533400">
                <a:tc>
                  <a:txBody>
                    <a:bodyPr/>
                    <a:lstStyle/>
                    <a:p>
                      <a:pPr indent="0" lvl="0" marL="0" rtl="0" algn="l">
                        <a:spcBef>
                          <a:spcPts val="0"/>
                        </a:spcBef>
                        <a:spcAft>
                          <a:spcPts val="0"/>
                        </a:spcAft>
                        <a:buNone/>
                      </a:pPr>
                      <a:r>
                        <a:rPr lang="en" sz="1500">
                          <a:solidFill>
                            <a:srgbClr val="F3F6F8"/>
                          </a:solidFill>
                          <a:latin typeface="Outfit"/>
                          <a:ea typeface="Outfit"/>
                          <a:cs typeface="Outfit"/>
                          <a:sym typeface="Outfit"/>
                        </a:rPr>
                        <a:t>VM during labs</a:t>
                      </a:r>
                      <a:endParaRPr sz="1500">
                        <a:solidFill>
                          <a:srgbClr val="F3F6F8"/>
                        </a:solidFill>
                        <a:latin typeface="Outfit"/>
                        <a:ea typeface="Outfit"/>
                        <a:cs typeface="Outfit"/>
                        <a:sym typeface="Outfit"/>
                      </a:endParaRPr>
                    </a:p>
                  </a:txBody>
                  <a:tcPr marT="91425" marB="91425" marR="91425" marL="91425" anchor="ctr">
                    <a:solidFill>
                      <a:srgbClr val="111B38">
                        <a:alpha val="50000"/>
                      </a:srgbClr>
                    </a:solidFill>
                  </a:tcPr>
                </a:tc>
                <a:tc>
                  <a:txBody>
                    <a:bodyPr/>
                    <a:lstStyle/>
                    <a:p>
                      <a:pPr indent="0" lvl="0" marL="0" rtl="0" algn="l">
                        <a:spcBef>
                          <a:spcPts val="0"/>
                        </a:spcBef>
                        <a:spcAft>
                          <a:spcPts val="0"/>
                        </a:spcAft>
                        <a:buNone/>
                      </a:pPr>
                      <a:r>
                        <a:rPr lang="en" sz="1500">
                          <a:solidFill>
                            <a:srgbClr val="F3F6F8"/>
                          </a:solidFill>
                          <a:latin typeface="Outfit"/>
                          <a:ea typeface="Outfit"/>
                          <a:cs typeface="Outfit"/>
                          <a:sym typeface="Outfit"/>
                        </a:rPr>
                        <a:t>170 × 18,964</a:t>
                      </a:r>
                      <a:endParaRPr sz="1500">
                        <a:solidFill>
                          <a:srgbClr val="F3F6F8"/>
                        </a:solidFill>
                        <a:latin typeface="Outfit"/>
                        <a:ea typeface="Outfit"/>
                        <a:cs typeface="Outfit"/>
                        <a:sym typeface="Outfit"/>
                      </a:endParaRPr>
                    </a:p>
                  </a:txBody>
                  <a:tcPr marT="91425" marB="91425" marR="91425" marL="91425" anchor="ctr">
                    <a:solidFill>
                      <a:srgbClr val="111B38">
                        <a:alpha val="50000"/>
                      </a:srgbClr>
                    </a:solidFill>
                  </a:tcPr>
                </a:tc>
                <a:tc>
                  <a:txBody>
                    <a:bodyPr/>
                    <a:lstStyle/>
                    <a:p>
                      <a:pPr indent="0" lvl="0" marL="0" rtl="0" algn="l">
                        <a:spcBef>
                          <a:spcPts val="0"/>
                        </a:spcBef>
                        <a:spcAft>
                          <a:spcPts val="0"/>
                        </a:spcAft>
                        <a:buNone/>
                      </a:pPr>
                      <a:r>
                        <a:rPr lang="en" sz="1500">
                          <a:solidFill>
                            <a:srgbClr val="F3F6F8"/>
                          </a:solidFill>
                          <a:latin typeface="Outfit"/>
                          <a:ea typeface="Outfit"/>
                          <a:cs typeface="Outfit"/>
                          <a:sym typeface="Outfit"/>
                        </a:rPr>
                        <a:t>3,223,880</a:t>
                      </a:r>
                      <a:endParaRPr sz="1500">
                        <a:solidFill>
                          <a:srgbClr val="F3F6F8"/>
                        </a:solidFill>
                        <a:latin typeface="Outfit"/>
                        <a:ea typeface="Outfit"/>
                        <a:cs typeface="Outfit"/>
                        <a:sym typeface="Outfit"/>
                      </a:endParaRPr>
                    </a:p>
                  </a:txBody>
                  <a:tcPr marT="91425" marB="91425" marR="91425" marL="91425" anchor="ctr">
                    <a:solidFill>
                      <a:srgbClr val="111B38">
                        <a:alpha val="50000"/>
                      </a:srgbClr>
                    </a:solidFill>
                  </a:tcPr>
                </a:tc>
              </a:tr>
              <a:tr h="533400">
                <a:tc>
                  <a:txBody>
                    <a:bodyPr/>
                    <a:lstStyle/>
                    <a:p>
                      <a:pPr indent="0" lvl="0" marL="0" rtl="0" algn="l">
                        <a:spcBef>
                          <a:spcPts val="0"/>
                        </a:spcBef>
                        <a:spcAft>
                          <a:spcPts val="0"/>
                        </a:spcAft>
                        <a:buNone/>
                      </a:pPr>
                      <a:r>
                        <a:rPr b="1" lang="en" sz="1500">
                          <a:solidFill>
                            <a:srgbClr val="F7941D"/>
                          </a:solidFill>
                          <a:latin typeface="Outfit"/>
                          <a:ea typeface="Outfit"/>
                          <a:cs typeface="Outfit"/>
                          <a:sym typeface="Outfit"/>
                        </a:rPr>
                        <a:t>Base saving</a:t>
                      </a:r>
                      <a:endParaRPr b="1" sz="1500">
                        <a:solidFill>
                          <a:srgbClr val="F7941D"/>
                        </a:solidFill>
                        <a:latin typeface="Outfit"/>
                        <a:ea typeface="Outfit"/>
                        <a:cs typeface="Outfit"/>
                        <a:sym typeface="Outfit"/>
                      </a:endParaRPr>
                    </a:p>
                  </a:txBody>
                  <a:tcPr marT="91425" marB="91425" marR="91425" marL="91425" anchor="ctr">
                    <a:solidFill>
                      <a:srgbClr val="111B38">
                        <a:alpha val="50000"/>
                      </a:srgbClr>
                    </a:solidFill>
                  </a:tcPr>
                </a:tc>
                <a:tc>
                  <a:txBody>
                    <a:bodyPr/>
                    <a:lstStyle/>
                    <a:p>
                      <a:pPr indent="0" lvl="0" marL="0" rtl="0" algn="l">
                        <a:spcBef>
                          <a:spcPts val="0"/>
                        </a:spcBef>
                        <a:spcAft>
                          <a:spcPts val="0"/>
                        </a:spcAft>
                        <a:buNone/>
                      </a:pPr>
                      <a:r>
                        <a:rPr b="1" lang="en" sz="1500">
                          <a:solidFill>
                            <a:srgbClr val="F7941D"/>
                          </a:solidFill>
                          <a:latin typeface="Outfit"/>
                          <a:ea typeface="Outfit"/>
                          <a:cs typeface="Outfit"/>
                          <a:sym typeface="Outfit"/>
                        </a:rPr>
                        <a:t>64,200,000 − 3,223,880</a:t>
                      </a:r>
                      <a:endParaRPr b="1" sz="1500">
                        <a:solidFill>
                          <a:srgbClr val="F7941D"/>
                        </a:solidFill>
                        <a:latin typeface="Outfit"/>
                        <a:ea typeface="Outfit"/>
                        <a:cs typeface="Outfit"/>
                        <a:sym typeface="Outfit"/>
                      </a:endParaRPr>
                    </a:p>
                  </a:txBody>
                  <a:tcPr marT="91425" marB="91425" marR="91425" marL="91425" anchor="ctr">
                    <a:solidFill>
                      <a:srgbClr val="111B38">
                        <a:alpha val="50000"/>
                      </a:srgbClr>
                    </a:solidFill>
                  </a:tcPr>
                </a:tc>
                <a:tc>
                  <a:txBody>
                    <a:bodyPr/>
                    <a:lstStyle/>
                    <a:p>
                      <a:pPr indent="0" lvl="0" marL="0" rtl="0" algn="l">
                        <a:spcBef>
                          <a:spcPts val="0"/>
                        </a:spcBef>
                        <a:spcAft>
                          <a:spcPts val="0"/>
                        </a:spcAft>
                        <a:buNone/>
                      </a:pPr>
                      <a:r>
                        <a:rPr b="1" lang="en" sz="1500">
                          <a:solidFill>
                            <a:srgbClr val="F7941D"/>
                          </a:solidFill>
                          <a:latin typeface="Outfit"/>
                          <a:ea typeface="Outfit"/>
                          <a:cs typeface="Outfit"/>
                          <a:sym typeface="Outfit"/>
                        </a:rPr>
                        <a:t>60,976,120 · 95.0%</a:t>
                      </a:r>
                      <a:endParaRPr b="1" sz="1500">
                        <a:solidFill>
                          <a:srgbClr val="F7941D"/>
                        </a:solidFill>
                        <a:latin typeface="Outfit"/>
                        <a:ea typeface="Outfit"/>
                        <a:cs typeface="Outfit"/>
                        <a:sym typeface="Outfit"/>
                      </a:endParaRPr>
                    </a:p>
                  </a:txBody>
                  <a:tcPr marT="91425" marB="91425" marR="91425" marL="91425" anchor="ctr">
                    <a:solidFill>
                      <a:srgbClr val="111B38">
                        <a:alpha val="50000"/>
                      </a:srgbClr>
                    </a:solidFill>
                  </a:tcPr>
                </a:tc>
              </a:tr>
            </a:tbl>
          </a:graphicData>
        </a:graphic>
      </p:graphicFrame>
      <p:sp>
        <p:nvSpPr>
          <p:cNvPr id="787" name="Google Shape;787;p48"/>
          <p:cNvSpPr txBox="1"/>
          <p:nvPr/>
        </p:nvSpPr>
        <p:spPr>
          <a:xfrm>
            <a:off x="1485900" y="4051300"/>
            <a:ext cx="72390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F7941D"/>
                </a:solidFill>
                <a:latin typeface="Outfit"/>
                <a:ea typeface="Outfit"/>
                <a:cs typeface="Outfit"/>
                <a:sym typeface="Outfit"/>
              </a:rPr>
              <a:t>Actual VM total = 3,223,880 + retained-resource and other charges.</a:t>
            </a:r>
            <a:endParaRPr sz="1600">
              <a:solidFill>
                <a:srgbClr val="F7941D"/>
              </a:solidFill>
              <a:latin typeface="Outfit"/>
              <a:ea typeface="Outfit"/>
              <a:cs typeface="Outfit"/>
              <a:sym typeface="Outfit"/>
            </a:endParaRPr>
          </a:p>
        </p:txBody>
      </p:sp>
      <p:sp>
        <p:nvSpPr>
          <p:cNvPr id="788" name="Google Shape;788;p48"/>
          <p:cNvSpPr txBox="1"/>
          <p:nvPr/>
        </p:nvSpPr>
        <p:spPr>
          <a:xfrm>
            <a:off x="1600200" y="4559300"/>
            <a:ext cx="71502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F3F6F8"/>
                </a:solidFill>
                <a:latin typeface="Outfit"/>
                <a:ea typeface="Outfit"/>
                <a:cs typeface="Outfit"/>
                <a:sym typeface="Outfit"/>
              </a:rPr>
              <a:t>Prices supplied for this example. Final rental months depend on course dates.</a:t>
            </a:r>
            <a:endParaRPr sz="1300">
              <a:solidFill>
                <a:srgbClr val="F3F6F8"/>
              </a:solidFill>
              <a:latin typeface="Outfit"/>
              <a:ea typeface="Outfit"/>
              <a:cs typeface="Outfit"/>
              <a:sym typeface="Outfi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49"/>
          <p:cNvSpPr txBox="1"/>
          <p:nvPr/>
        </p:nvSpPr>
        <p:spPr>
          <a:xfrm>
            <a:off x="381000" y="254000"/>
            <a:ext cx="83820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900">
                <a:solidFill>
                  <a:srgbClr val="F3F6F8"/>
                </a:solidFill>
                <a:latin typeface="Outfit"/>
                <a:ea typeface="Outfit"/>
                <a:cs typeface="Outfit"/>
                <a:sym typeface="Outfit"/>
              </a:rPr>
              <a:t>17:00 shutdown: which costs actually stop?</a:t>
            </a:r>
            <a:endParaRPr b="1" sz="2900">
              <a:solidFill>
                <a:srgbClr val="F3F6F8"/>
              </a:solidFill>
              <a:latin typeface="Outfit"/>
              <a:ea typeface="Outfit"/>
              <a:cs typeface="Outfit"/>
              <a:sym typeface="Outfit"/>
            </a:endParaRPr>
          </a:p>
        </p:txBody>
      </p:sp>
      <p:sp>
        <p:nvSpPr>
          <p:cNvPr id="794" name="Google Shape;794;p49"/>
          <p:cNvSpPr txBox="1"/>
          <p:nvPr/>
        </p:nvSpPr>
        <p:spPr>
          <a:xfrm>
            <a:off x="381000" y="1041400"/>
            <a:ext cx="83313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rgbClr val="F7941D"/>
                </a:solidFill>
                <a:latin typeface="Outfit"/>
                <a:ea typeface="Outfit"/>
                <a:cs typeface="Outfit"/>
                <a:sym typeface="Outfit"/>
              </a:rPr>
              <a:t>Stop keeps resources reserved and billable.</a:t>
            </a:r>
            <a:endParaRPr b="1" sz="2300">
              <a:solidFill>
                <a:srgbClr val="F7941D"/>
              </a:solidFill>
              <a:latin typeface="Outfit"/>
              <a:ea typeface="Outfit"/>
              <a:cs typeface="Outfit"/>
              <a:sym typeface="Outfit"/>
            </a:endParaRPr>
          </a:p>
        </p:txBody>
      </p:sp>
      <p:graphicFrame>
        <p:nvGraphicFramePr>
          <p:cNvPr id="795" name="Google Shape;795;p49"/>
          <p:cNvGraphicFramePr/>
          <p:nvPr/>
        </p:nvGraphicFramePr>
        <p:xfrm>
          <a:off x="406400" y="1739900"/>
          <a:ext cx="3000000" cy="3000000"/>
        </p:xfrm>
        <a:graphic>
          <a:graphicData uri="http://schemas.openxmlformats.org/drawingml/2006/table">
            <a:tbl>
              <a:tblPr>
                <a:noFill/>
                <a:tableStyleId>{0732AAB1-0A0D-4CC9-A7D2-314116EC0984}</a:tableStyleId>
              </a:tblPr>
              <a:tblGrid>
                <a:gridCol w="2832100"/>
                <a:gridCol w="5499100"/>
              </a:tblGrid>
              <a:tr h="514350">
                <a:tc>
                  <a:txBody>
                    <a:bodyPr/>
                    <a:lstStyle/>
                    <a:p>
                      <a:pPr indent="0" lvl="0" marL="0" rtl="0" algn="l">
                        <a:spcBef>
                          <a:spcPts val="0"/>
                        </a:spcBef>
                        <a:spcAft>
                          <a:spcPts val="0"/>
                        </a:spcAft>
                        <a:buNone/>
                      </a:pPr>
                      <a:r>
                        <a:rPr b="1" lang="en" sz="1500">
                          <a:solidFill>
                            <a:srgbClr val="F3F6F8"/>
                          </a:solidFill>
                          <a:latin typeface="Outfit"/>
                          <a:ea typeface="Outfit"/>
                          <a:cs typeface="Outfit"/>
                          <a:sym typeface="Outfit"/>
                        </a:rPr>
                        <a:t>Action after class</a:t>
                      </a:r>
                      <a:endParaRPr b="1" sz="1500">
                        <a:solidFill>
                          <a:srgbClr val="F3F6F8"/>
                        </a:solidFill>
                        <a:latin typeface="Outfit"/>
                        <a:ea typeface="Outfit"/>
                        <a:cs typeface="Outfit"/>
                        <a:sym typeface="Outfit"/>
                      </a:endParaRPr>
                    </a:p>
                  </a:txBody>
                  <a:tcPr marT="91425" marB="91425" marR="91425" marL="91425" anchor="ctr">
                    <a:solidFill>
                      <a:srgbClr val="111B38"/>
                    </a:solidFill>
                  </a:tcPr>
                </a:tc>
                <a:tc>
                  <a:txBody>
                    <a:bodyPr/>
                    <a:lstStyle/>
                    <a:p>
                      <a:pPr indent="0" lvl="0" marL="0" rtl="0" algn="l">
                        <a:spcBef>
                          <a:spcPts val="0"/>
                        </a:spcBef>
                        <a:spcAft>
                          <a:spcPts val="0"/>
                        </a:spcAft>
                        <a:buNone/>
                      </a:pPr>
                      <a:r>
                        <a:rPr b="1" lang="en" sz="1500">
                          <a:solidFill>
                            <a:srgbClr val="F3F6F8"/>
                          </a:solidFill>
                          <a:latin typeface="Outfit"/>
                          <a:ea typeface="Outfit"/>
                          <a:cs typeface="Outfit"/>
                          <a:sym typeface="Outfit"/>
                        </a:rPr>
                        <a:t>Billing consequence</a:t>
                      </a:r>
                      <a:endParaRPr b="1" sz="1500">
                        <a:solidFill>
                          <a:srgbClr val="F3F6F8"/>
                        </a:solidFill>
                        <a:latin typeface="Outfit"/>
                        <a:ea typeface="Outfit"/>
                        <a:cs typeface="Outfit"/>
                        <a:sym typeface="Outfit"/>
                      </a:endParaRPr>
                    </a:p>
                  </a:txBody>
                  <a:tcPr marT="91425" marB="91425" marR="91425" marL="91425" anchor="ctr">
                    <a:solidFill>
                      <a:srgbClr val="111B38"/>
                    </a:solidFill>
                  </a:tcPr>
                </a:tc>
              </a:tr>
              <a:tr h="514350">
                <a:tc>
                  <a:txBody>
                    <a:bodyPr/>
                    <a:lstStyle/>
                    <a:p>
                      <a:pPr indent="0" lvl="0" marL="0" rtl="0" algn="l">
                        <a:spcBef>
                          <a:spcPts val="0"/>
                        </a:spcBef>
                        <a:spcAft>
                          <a:spcPts val="0"/>
                        </a:spcAft>
                        <a:buNone/>
                      </a:pPr>
                      <a:r>
                        <a:rPr lang="en" sz="1500">
                          <a:solidFill>
                            <a:srgbClr val="F3F6F8"/>
                          </a:solidFill>
                          <a:latin typeface="Outfit"/>
                          <a:ea typeface="Outfit"/>
                          <a:cs typeface="Outfit"/>
                          <a:sym typeface="Outfit"/>
                        </a:rPr>
                        <a:t>Stop</a:t>
                      </a:r>
                      <a:endParaRPr sz="1500">
                        <a:solidFill>
                          <a:srgbClr val="F3F6F8"/>
                        </a:solidFill>
                        <a:latin typeface="Outfit"/>
                        <a:ea typeface="Outfit"/>
                        <a:cs typeface="Outfit"/>
                        <a:sym typeface="Outfit"/>
                      </a:endParaRPr>
                    </a:p>
                  </a:txBody>
                  <a:tcPr marT="91425" marB="91425" marR="91425" marL="91425" anchor="ctr">
                    <a:solidFill>
                      <a:srgbClr val="111B38">
                        <a:alpha val="50000"/>
                      </a:srgbClr>
                    </a:solidFill>
                  </a:tcPr>
                </a:tc>
                <a:tc>
                  <a:txBody>
                    <a:bodyPr/>
                    <a:lstStyle/>
                    <a:p>
                      <a:pPr indent="0" lvl="0" marL="0" rtl="0" algn="l">
                        <a:spcBef>
                          <a:spcPts val="0"/>
                        </a:spcBef>
                        <a:spcAft>
                          <a:spcPts val="0"/>
                        </a:spcAft>
                        <a:buNone/>
                      </a:pPr>
                      <a:r>
                        <a:rPr lang="en" sz="1500">
                          <a:solidFill>
                            <a:srgbClr val="F3F6F8"/>
                          </a:solidFill>
                          <a:latin typeface="Outfit"/>
                          <a:ea typeface="Outfit"/>
                          <a:cs typeface="Outfit"/>
                          <a:sym typeface="Outfit"/>
                        </a:rPr>
                        <a:t>CPU, RAM and disk remain reserved and charged.</a:t>
                      </a:r>
                      <a:endParaRPr sz="1500">
                        <a:solidFill>
                          <a:srgbClr val="F3F6F8"/>
                        </a:solidFill>
                        <a:latin typeface="Outfit"/>
                        <a:ea typeface="Outfit"/>
                        <a:cs typeface="Outfit"/>
                        <a:sym typeface="Outfit"/>
                      </a:endParaRPr>
                    </a:p>
                  </a:txBody>
                  <a:tcPr marT="91425" marB="91425" marR="91425" marL="91425" anchor="ctr">
                    <a:solidFill>
                      <a:srgbClr val="111B38">
                        <a:alpha val="50000"/>
                      </a:srgbClr>
                    </a:solidFill>
                  </a:tcPr>
                </a:tc>
              </a:tr>
              <a:tr h="514350">
                <a:tc>
                  <a:txBody>
                    <a:bodyPr/>
                    <a:lstStyle/>
                    <a:p>
                      <a:pPr indent="0" lvl="0" marL="0" rtl="0" algn="l">
                        <a:spcBef>
                          <a:spcPts val="0"/>
                        </a:spcBef>
                        <a:spcAft>
                          <a:spcPts val="0"/>
                        </a:spcAft>
                        <a:buNone/>
                      </a:pPr>
                      <a:r>
                        <a:rPr lang="en" sz="1500">
                          <a:solidFill>
                            <a:srgbClr val="F3F6F8"/>
                          </a:solidFill>
                          <a:latin typeface="Outfit"/>
                          <a:ea typeface="Outfit"/>
                          <a:cs typeface="Outfit"/>
                          <a:sym typeface="Outfit"/>
                        </a:rPr>
                        <a:t>Terminate</a:t>
                      </a:r>
                      <a:endParaRPr sz="1500">
                        <a:solidFill>
                          <a:srgbClr val="F3F6F8"/>
                        </a:solidFill>
                        <a:latin typeface="Outfit"/>
                        <a:ea typeface="Outfit"/>
                        <a:cs typeface="Outfit"/>
                        <a:sym typeface="Outfit"/>
                      </a:endParaRPr>
                    </a:p>
                  </a:txBody>
                  <a:tcPr marT="91425" marB="91425" marR="91425" marL="91425" anchor="ctr">
                    <a:solidFill>
                      <a:srgbClr val="111B38">
                        <a:alpha val="50000"/>
                      </a:srgbClr>
                    </a:solidFill>
                  </a:tcPr>
                </a:tc>
                <a:tc>
                  <a:txBody>
                    <a:bodyPr/>
                    <a:lstStyle/>
                    <a:p>
                      <a:pPr indent="0" lvl="0" marL="0" rtl="0" algn="l">
                        <a:spcBef>
                          <a:spcPts val="0"/>
                        </a:spcBef>
                        <a:spcAft>
                          <a:spcPts val="0"/>
                        </a:spcAft>
                        <a:buNone/>
                      </a:pPr>
                      <a:r>
                        <a:rPr lang="en" sz="1500">
                          <a:solidFill>
                            <a:srgbClr val="F3F6F8"/>
                          </a:solidFill>
                          <a:latin typeface="Outfit"/>
                          <a:ea typeface="Outfit"/>
                          <a:cs typeface="Outfit"/>
                          <a:sym typeface="Outfit"/>
                        </a:rPr>
                        <a:t>Disk and IP charges remain.</a:t>
                      </a:r>
                      <a:endParaRPr sz="1500">
                        <a:solidFill>
                          <a:srgbClr val="F3F6F8"/>
                        </a:solidFill>
                        <a:latin typeface="Outfit"/>
                        <a:ea typeface="Outfit"/>
                        <a:cs typeface="Outfit"/>
                        <a:sym typeface="Outfit"/>
                      </a:endParaRPr>
                    </a:p>
                  </a:txBody>
                  <a:tcPr marT="91425" marB="91425" marR="91425" marL="91425" anchor="ctr">
                    <a:solidFill>
                      <a:srgbClr val="111B38">
                        <a:alpha val="50000"/>
                      </a:srgbClr>
                    </a:solidFill>
                  </a:tcPr>
                </a:tc>
              </a:tr>
              <a:tr h="514350">
                <a:tc>
                  <a:txBody>
                    <a:bodyPr/>
                    <a:lstStyle/>
                    <a:p>
                      <a:pPr indent="0" lvl="0" marL="0" rtl="0" algn="l">
                        <a:spcBef>
                          <a:spcPts val="0"/>
                        </a:spcBef>
                        <a:spcAft>
                          <a:spcPts val="0"/>
                        </a:spcAft>
                        <a:buNone/>
                      </a:pPr>
                      <a:r>
                        <a:rPr b="1" lang="en" sz="1500">
                          <a:solidFill>
                            <a:srgbClr val="F7941D"/>
                          </a:solidFill>
                          <a:latin typeface="Outfit"/>
                          <a:ea typeface="Outfit"/>
                          <a:cs typeface="Outfit"/>
                          <a:sym typeface="Outfit"/>
                        </a:rPr>
                        <a:t>Release unused resources</a:t>
                      </a:r>
                      <a:endParaRPr b="1" sz="1500">
                        <a:solidFill>
                          <a:srgbClr val="F7941D"/>
                        </a:solidFill>
                        <a:latin typeface="Outfit"/>
                        <a:ea typeface="Outfit"/>
                        <a:cs typeface="Outfit"/>
                        <a:sym typeface="Outfit"/>
                      </a:endParaRPr>
                    </a:p>
                  </a:txBody>
                  <a:tcPr marT="91425" marB="91425" marR="91425" marL="91425" anchor="ctr">
                    <a:solidFill>
                      <a:srgbClr val="111B38">
                        <a:alpha val="50000"/>
                      </a:srgbClr>
                    </a:solidFill>
                  </a:tcPr>
                </a:tc>
                <a:tc>
                  <a:txBody>
                    <a:bodyPr/>
                    <a:lstStyle/>
                    <a:p>
                      <a:pPr indent="0" lvl="0" marL="0" rtl="0" algn="l">
                        <a:spcBef>
                          <a:spcPts val="0"/>
                        </a:spcBef>
                        <a:spcAft>
                          <a:spcPts val="0"/>
                        </a:spcAft>
                        <a:buNone/>
                      </a:pPr>
                      <a:r>
                        <a:rPr b="1" lang="en" sz="1500">
                          <a:solidFill>
                            <a:srgbClr val="F7941D"/>
                          </a:solidFill>
                          <a:latin typeface="Outfit"/>
                          <a:ea typeface="Outfit"/>
                          <a:cs typeface="Outfit"/>
                          <a:sym typeface="Outfit"/>
                        </a:rPr>
                        <a:t>Remaining charges depend on what you retain.</a:t>
                      </a:r>
                      <a:endParaRPr b="1" sz="1500">
                        <a:solidFill>
                          <a:srgbClr val="F7941D"/>
                        </a:solidFill>
                        <a:latin typeface="Outfit"/>
                        <a:ea typeface="Outfit"/>
                        <a:cs typeface="Outfit"/>
                        <a:sym typeface="Outfit"/>
                      </a:endParaRPr>
                    </a:p>
                  </a:txBody>
                  <a:tcPr marT="91425" marB="91425" marR="91425" marL="91425" anchor="ctr">
                    <a:solidFill>
                      <a:srgbClr val="111B38">
                        <a:alpha val="50000"/>
                      </a:srgbClr>
                    </a:solidFill>
                  </a:tcPr>
                </a:tc>
              </a:tr>
            </a:tbl>
          </a:graphicData>
        </a:graphic>
      </p:graphicFrame>
      <p:sp>
        <p:nvSpPr>
          <p:cNvPr id="796" name="Google Shape;796;p49"/>
          <p:cNvSpPr txBox="1"/>
          <p:nvPr/>
        </p:nvSpPr>
        <p:spPr>
          <a:xfrm>
            <a:off x="1473200" y="4038600"/>
            <a:ext cx="7264500" cy="5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7EC8F3"/>
                </a:solidFill>
                <a:latin typeface="Outfit"/>
                <a:ea typeface="Outfit"/>
                <a:cs typeface="Outfit"/>
                <a:sym typeface="Outfit"/>
              </a:rPr>
              <a:t>Before class: provision. After class: save lab work, then release unused resources.</a:t>
            </a:r>
            <a:endParaRPr sz="1700">
              <a:solidFill>
                <a:srgbClr val="7EC8F3"/>
              </a:solidFill>
              <a:latin typeface="Outfit"/>
              <a:ea typeface="Outfit"/>
              <a:cs typeface="Outfit"/>
              <a:sym typeface="Outfit"/>
            </a:endParaRPr>
          </a:p>
        </p:txBody>
      </p:sp>
      <p:sp>
        <p:nvSpPr>
          <p:cNvPr id="797" name="Google Shape;797;p49"/>
          <p:cNvSpPr txBox="1"/>
          <p:nvPr/>
        </p:nvSpPr>
        <p:spPr>
          <a:xfrm>
            <a:off x="1638300" y="4622800"/>
            <a:ext cx="7099200" cy="33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3F6F8"/>
                </a:solidFill>
                <a:latin typeface="Outfit"/>
                <a:ea typeface="Outfit"/>
                <a:cs typeface="Outfit"/>
                <a:sym typeface="Outfit"/>
              </a:rPr>
              <a:t>Source: ArvanCloud Cloud Server pricing FAQ · checked 14 Oct 2026</a:t>
            </a:r>
            <a:endParaRPr sz="1200">
              <a:solidFill>
                <a:srgbClr val="F3F6F8"/>
              </a:solidFill>
              <a:latin typeface="Outfit"/>
              <a:ea typeface="Outfit"/>
              <a:cs typeface="Outfit"/>
              <a:sym typeface="Outfi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50"/>
          <p:cNvSpPr txBox="1"/>
          <p:nvPr>
            <p:ph type="title"/>
          </p:nvPr>
        </p:nvSpPr>
        <p:spPr>
          <a:xfrm>
            <a:off x="866675" y="360750"/>
            <a:ext cx="60423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800"/>
              <a:t>ArvanCloud demo setup</a:t>
            </a:r>
            <a:endParaRPr sz="2800"/>
          </a:p>
        </p:txBody>
      </p:sp>
      <p:grpSp>
        <p:nvGrpSpPr>
          <p:cNvPr id="802" name="Google Shape;802;p50"/>
          <p:cNvGrpSpPr/>
          <p:nvPr/>
        </p:nvGrpSpPr>
        <p:grpSpPr>
          <a:xfrm>
            <a:off x="1464131" y="1786503"/>
            <a:ext cx="420539" cy="401186"/>
            <a:chOff x="1757388" y="1858738"/>
            <a:chExt cx="370225" cy="353250"/>
          </a:xfrm>
        </p:grpSpPr>
        <p:sp>
          <p:nvSpPr>
            <p:cNvPr id="803" name="Google Shape;803;p50"/>
            <p:cNvSpPr/>
            <p:nvPr/>
          </p:nvSpPr>
          <p:spPr>
            <a:xfrm>
              <a:off x="1771388" y="1937063"/>
              <a:ext cx="339975" cy="255050"/>
            </a:xfrm>
            <a:custGeom>
              <a:rect b="b" l="l" r="r" t="t"/>
              <a:pathLst>
                <a:path extrusionOk="0" h="10202" w="13599">
                  <a:moveTo>
                    <a:pt x="1066" y="1"/>
                  </a:moveTo>
                  <a:cubicBezTo>
                    <a:pt x="478" y="1"/>
                    <a:pt x="0" y="478"/>
                    <a:pt x="0" y="1066"/>
                  </a:cubicBezTo>
                  <a:lnTo>
                    <a:pt x="0" y="9405"/>
                  </a:lnTo>
                  <a:lnTo>
                    <a:pt x="6799" y="10201"/>
                  </a:lnTo>
                  <a:lnTo>
                    <a:pt x="13599" y="9405"/>
                  </a:lnTo>
                  <a:lnTo>
                    <a:pt x="13599" y="1067"/>
                  </a:lnTo>
                  <a:cubicBezTo>
                    <a:pt x="13599" y="478"/>
                    <a:pt x="13121" y="1"/>
                    <a:pt x="1253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50"/>
            <p:cNvSpPr/>
            <p:nvPr/>
          </p:nvSpPr>
          <p:spPr>
            <a:xfrm>
              <a:off x="1757388" y="2172163"/>
              <a:ext cx="367950" cy="39825"/>
            </a:xfrm>
            <a:custGeom>
              <a:rect b="b" l="l" r="r" t="t"/>
              <a:pathLst>
                <a:path extrusionOk="0" h="1593" w="14718">
                  <a:moveTo>
                    <a:pt x="416" y="1"/>
                  </a:moveTo>
                  <a:cubicBezTo>
                    <a:pt x="175" y="1"/>
                    <a:pt x="0" y="232"/>
                    <a:pt x="66" y="464"/>
                  </a:cubicBezTo>
                  <a:lnTo>
                    <a:pt x="130" y="692"/>
                  </a:lnTo>
                  <a:cubicBezTo>
                    <a:pt x="280" y="1224"/>
                    <a:pt x="766" y="1593"/>
                    <a:pt x="1319" y="1593"/>
                  </a:cubicBezTo>
                  <a:lnTo>
                    <a:pt x="13400" y="1593"/>
                  </a:lnTo>
                  <a:cubicBezTo>
                    <a:pt x="13953" y="1593"/>
                    <a:pt x="14439" y="1224"/>
                    <a:pt x="14587" y="692"/>
                  </a:cubicBezTo>
                  <a:lnTo>
                    <a:pt x="14652" y="464"/>
                  </a:lnTo>
                  <a:cubicBezTo>
                    <a:pt x="14717" y="232"/>
                    <a:pt x="14542" y="1"/>
                    <a:pt x="1430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50"/>
            <p:cNvSpPr/>
            <p:nvPr/>
          </p:nvSpPr>
          <p:spPr>
            <a:xfrm>
              <a:off x="1771338" y="1937063"/>
              <a:ext cx="354000" cy="274925"/>
            </a:xfrm>
            <a:custGeom>
              <a:rect b="b" l="l" r="r" t="t"/>
              <a:pathLst>
                <a:path extrusionOk="0" h="10997" w="14160">
                  <a:moveTo>
                    <a:pt x="11072" y="1"/>
                  </a:moveTo>
                  <a:cubicBezTo>
                    <a:pt x="11660" y="1"/>
                    <a:pt x="12139" y="478"/>
                    <a:pt x="12139" y="1067"/>
                  </a:cubicBezTo>
                  <a:lnTo>
                    <a:pt x="12139" y="8661"/>
                  </a:lnTo>
                  <a:cubicBezTo>
                    <a:pt x="12139" y="8848"/>
                    <a:pt x="11988" y="9000"/>
                    <a:pt x="11800" y="9000"/>
                  </a:cubicBezTo>
                  <a:lnTo>
                    <a:pt x="1" y="9000"/>
                  </a:lnTo>
                  <a:lnTo>
                    <a:pt x="1" y="9405"/>
                  </a:lnTo>
                  <a:lnTo>
                    <a:pt x="12355" y="9405"/>
                  </a:lnTo>
                  <a:cubicBezTo>
                    <a:pt x="12596" y="9405"/>
                    <a:pt x="12771" y="9636"/>
                    <a:pt x="12705" y="9868"/>
                  </a:cubicBezTo>
                  <a:lnTo>
                    <a:pt x="12640" y="10096"/>
                  </a:lnTo>
                  <a:cubicBezTo>
                    <a:pt x="12491" y="10628"/>
                    <a:pt x="12005" y="10997"/>
                    <a:pt x="11453" y="10997"/>
                  </a:cubicBezTo>
                  <a:lnTo>
                    <a:pt x="12842" y="10997"/>
                  </a:lnTo>
                  <a:cubicBezTo>
                    <a:pt x="13395" y="10997"/>
                    <a:pt x="13881" y="10628"/>
                    <a:pt x="14029" y="10096"/>
                  </a:cubicBezTo>
                  <a:lnTo>
                    <a:pt x="14094" y="9868"/>
                  </a:lnTo>
                  <a:cubicBezTo>
                    <a:pt x="14159" y="9636"/>
                    <a:pt x="13986" y="9405"/>
                    <a:pt x="13744" y="9405"/>
                  </a:cubicBezTo>
                  <a:lnTo>
                    <a:pt x="13601" y="9405"/>
                  </a:lnTo>
                  <a:lnTo>
                    <a:pt x="13601" y="1067"/>
                  </a:lnTo>
                  <a:cubicBezTo>
                    <a:pt x="13601" y="478"/>
                    <a:pt x="13123" y="1"/>
                    <a:pt x="1253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50"/>
            <p:cNvSpPr/>
            <p:nvPr/>
          </p:nvSpPr>
          <p:spPr>
            <a:xfrm>
              <a:off x="1890388" y="2172163"/>
              <a:ext cx="101950" cy="19950"/>
            </a:xfrm>
            <a:custGeom>
              <a:rect b="b" l="l" r="r" t="t"/>
              <a:pathLst>
                <a:path extrusionOk="0" h="798" w="4078">
                  <a:moveTo>
                    <a:pt x="0" y="1"/>
                  </a:moveTo>
                  <a:lnTo>
                    <a:pt x="0" y="299"/>
                  </a:lnTo>
                  <a:cubicBezTo>
                    <a:pt x="0" y="573"/>
                    <a:pt x="223" y="797"/>
                    <a:pt x="499" y="797"/>
                  </a:cubicBezTo>
                  <a:lnTo>
                    <a:pt x="3580" y="797"/>
                  </a:lnTo>
                  <a:cubicBezTo>
                    <a:pt x="3855" y="797"/>
                    <a:pt x="4077" y="573"/>
                    <a:pt x="4077" y="299"/>
                  </a:cubicBezTo>
                  <a:lnTo>
                    <a:pt x="4077" y="1"/>
                  </a:ln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50"/>
            <p:cNvSpPr/>
            <p:nvPr/>
          </p:nvSpPr>
          <p:spPr>
            <a:xfrm>
              <a:off x="1793388" y="1959113"/>
              <a:ext cx="295925" cy="191025"/>
            </a:xfrm>
            <a:custGeom>
              <a:rect b="b" l="l" r="r" t="t"/>
              <a:pathLst>
                <a:path extrusionOk="0" h="7641" w="11837">
                  <a:moveTo>
                    <a:pt x="769" y="1"/>
                  </a:moveTo>
                  <a:cubicBezTo>
                    <a:pt x="345" y="1"/>
                    <a:pt x="1" y="344"/>
                    <a:pt x="1" y="768"/>
                  </a:cubicBezTo>
                  <a:lnTo>
                    <a:pt x="1" y="6874"/>
                  </a:lnTo>
                  <a:cubicBezTo>
                    <a:pt x="1" y="7298"/>
                    <a:pt x="345" y="7641"/>
                    <a:pt x="769" y="7641"/>
                  </a:cubicBezTo>
                  <a:lnTo>
                    <a:pt x="11070" y="7641"/>
                  </a:lnTo>
                  <a:cubicBezTo>
                    <a:pt x="11134" y="7641"/>
                    <a:pt x="11197" y="7632"/>
                    <a:pt x="11257" y="7618"/>
                  </a:cubicBezTo>
                  <a:cubicBezTo>
                    <a:pt x="11334" y="7599"/>
                    <a:pt x="11407" y="7568"/>
                    <a:pt x="11473" y="7526"/>
                  </a:cubicBezTo>
                  <a:cubicBezTo>
                    <a:pt x="11691" y="7392"/>
                    <a:pt x="11837" y="7149"/>
                    <a:pt x="11837" y="6874"/>
                  </a:cubicBezTo>
                  <a:lnTo>
                    <a:pt x="11837" y="768"/>
                  </a:lnTo>
                  <a:cubicBezTo>
                    <a:pt x="11837" y="491"/>
                    <a:pt x="11690" y="248"/>
                    <a:pt x="11470" y="114"/>
                  </a:cubicBezTo>
                  <a:cubicBezTo>
                    <a:pt x="11401" y="72"/>
                    <a:pt x="11324" y="40"/>
                    <a:pt x="11245" y="20"/>
                  </a:cubicBezTo>
                  <a:cubicBezTo>
                    <a:pt x="11187" y="8"/>
                    <a:pt x="11130" y="1"/>
                    <a:pt x="110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50"/>
            <p:cNvSpPr/>
            <p:nvPr/>
          </p:nvSpPr>
          <p:spPr>
            <a:xfrm>
              <a:off x="2074488" y="1959613"/>
              <a:ext cx="14825" cy="189975"/>
            </a:xfrm>
            <a:custGeom>
              <a:rect b="b" l="l" r="r" t="t"/>
              <a:pathLst>
                <a:path extrusionOk="0" h="7599" w="593">
                  <a:moveTo>
                    <a:pt x="1" y="0"/>
                  </a:moveTo>
                  <a:lnTo>
                    <a:pt x="1" y="0"/>
                  </a:lnTo>
                  <a:cubicBezTo>
                    <a:pt x="8" y="53"/>
                    <a:pt x="13" y="109"/>
                    <a:pt x="13" y="164"/>
                  </a:cubicBezTo>
                  <a:lnTo>
                    <a:pt x="13" y="7598"/>
                  </a:lnTo>
                  <a:cubicBezTo>
                    <a:pt x="90" y="7579"/>
                    <a:pt x="163" y="7548"/>
                    <a:pt x="229" y="7506"/>
                  </a:cubicBezTo>
                  <a:cubicBezTo>
                    <a:pt x="447" y="7372"/>
                    <a:pt x="593" y="7129"/>
                    <a:pt x="593" y="6854"/>
                  </a:cubicBezTo>
                  <a:lnTo>
                    <a:pt x="593" y="748"/>
                  </a:lnTo>
                  <a:cubicBezTo>
                    <a:pt x="593" y="471"/>
                    <a:pt x="446" y="228"/>
                    <a:pt x="226" y="94"/>
                  </a:cubicBezTo>
                  <a:cubicBezTo>
                    <a:pt x="157" y="51"/>
                    <a:pt x="80" y="20"/>
                    <a:pt x="1" y="0"/>
                  </a:cubicBezTo>
                  <a:close/>
                </a:path>
              </a:pathLst>
            </a:custGeom>
            <a:solidFill>
              <a:srgbClr val="878787">
                <a:alpha val="13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50"/>
            <p:cNvSpPr/>
            <p:nvPr/>
          </p:nvSpPr>
          <p:spPr>
            <a:xfrm>
              <a:off x="1825063" y="1996763"/>
              <a:ext cx="232600" cy="153375"/>
            </a:xfrm>
            <a:custGeom>
              <a:rect b="b" l="l" r="r" t="t"/>
              <a:pathLst>
                <a:path extrusionOk="0" h="6135" w="9304">
                  <a:moveTo>
                    <a:pt x="4652" y="1"/>
                  </a:moveTo>
                  <a:cubicBezTo>
                    <a:pt x="4383" y="1"/>
                    <a:pt x="4114" y="142"/>
                    <a:pt x="3978" y="424"/>
                  </a:cubicBezTo>
                  <a:lnTo>
                    <a:pt x="2370" y="3777"/>
                  </a:lnTo>
                  <a:lnTo>
                    <a:pt x="909" y="2822"/>
                  </a:lnTo>
                  <a:cubicBezTo>
                    <a:pt x="813" y="2759"/>
                    <a:pt x="709" y="2731"/>
                    <a:pt x="608" y="2731"/>
                  </a:cubicBezTo>
                  <a:cubicBezTo>
                    <a:pt x="289" y="2731"/>
                    <a:pt x="0" y="3015"/>
                    <a:pt x="61" y="3377"/>
                  </a:cubicBezTo>
                  <a:lnTo>
                    <a:pt x="519" y="6135"/>
                  </a:lnTo>
                  <a:lnTo>
                    <a:pt x="8785" y="6135"/>
                  </a:lnTo>
                  <a:lnTo>
                    <a:pt x="9244" y="3377"/>
                  </a:lnTo>
                  <a:cubicBezTo>
                    <a:pt x="9304" y="3015"/>
                    <a:pt x="9015" y="2731"/>
                    <a:pt x="8696" y="2731"/>
                  </a:cubicBezTo>
                  <a:cubicBezTo>
                    <a:pt x="8595" y="2731"/>
                    <a:pt x="8491" y="2759"/>
                    <a:pt x="8394" y="2822"/>
                  </a:cubicBezTo>
                  <a:lnTo>
                    <a:pt x="6935" y="3777"/>
                  </a:lnTo>
                  <a:lnTo>
                    <a:pt x="5325" y="424"/>
                  </a:lnTo>
                  <a:cubicBezTo>
                    <a:pt x="5190" y="142"/>
                    <a:pt x="4921" y="1"/>
                    <a:pt x="4652" y="1"/>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50"/>
            <p:cNvSpPr/>
            <p:nvPr/>
          </p:nvSpPr>
          <p:spPr>
            <a:xfrm>
              <a:off x="1880963" y="2070463"/>
              <a:ext cx="120800" cy="79675"/>
            </a:xfrm>
            <a:custGeom>
              <a:rect b="b" l="l" r="r" t="t"/>
              <a:pathLst>
                <a:path extrusionOk="0" h="3187" w="4832">
                  <a:moveTo>
                    <a:pt x="2416" y="1"/>
                  </a:moveTo>
                  <a:cubicBezTo>
                    <a:pt x="2276" y="1"/>
                    <a:pt x="2136" y="74"/>
                    <a:pt x="2066" y="221"/>
                  </a:cubicBezTo>
                  <a:lnTo>
                    <a:pt x="1231" y="1963"/>
                  </a:lnTo>
                  <a:lnTo>
                    <a:pt x="473" y="1467"/>
                  </a:lnTo>
                  <a:cubicBezTo>
                    <a:pt x="422" y="1434"/>
                    <a:pt x="368" y="1419"/>
                    <a:pt x="315" y="1419"/>
                  </a:cubicBezTo>
                  <a:cubicBezTo>
                    <a:pt x="150" y="1419"/>
                    <a:pt x="1" y="1567"/>
                    <a:pt x="31" y="1755"/>
                  </a:cubicBezTo>
                  <a:lnTo>
                    <a:pt x="270" y="3187"/>
                  </a:lnTo>
                  <a:lnTo>
                    <a:pt x="4562" y="3187"/>
                  </a:lnTo>
                  <a:lnTo>
                    <a:pt x="4800" y="1755"/>
                  </a:lnTo>
                  <a:cubicBezTo>
                    <a:pt x="4832" y="1567"/>
                    <a:pt x="4682" y="1419"/>
                    <a:pt x="4517" y="1419"/>
                  </a:cubicBezTo>
                  <a:cubicBezTo>
                    <a:pt x="4464" y="1419"/>
                    <a:pt x="4410" y="1434"/>
                    <a:pt x="4359" y="1467"/>
                  </a:cubicBezTo>
                  <a:lnTo>
                    <a:pt x="3602" y="1963"/>
                  </a:lnTo>
                  <a:lnTo>
                    <a:pt x="2766" y="221"/>
                  </a:lnTo>
                  <a:cubicBezTo>
                    <a:pt x="2696" y="74"/>
                    <a:pt x="2556" y="1"/>
                    <a:pt x="2416" y="1"/>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50"/>
            <p:cNvSpPr/>
            <p:nvPr/>
          </p:nvSpPr>
          <p:spPr>
            <a:xfrm>
              <a:off x="1978863" y="1858738"/>
              <a:ext cx="148750" cy="126400"/>
            </a:xfrm>
            <a:custGeom>
              <a:rect b="b" l="l" r="r" t="t"/>
              <a:pathLst>
                <a:path extrusionOk="0" h="5056" w="5950">
                  <a:moveTo>
                    <a:pt x="2975" y="0"/>
                  </a:moveTo>
                  <a:cubicBezTo>
                    <a:pt x="2784" y="0"/>
                    <a:pt x="2592" y="95"/>
                    <a:pt x="2483" y="285"/>
                  </a:cubicBezTo>
                  <a:lnTo>
                    <a:pt x="219" y="4203"/>
                  </a:lnTo>
                  <a:cubicBezTo>
                    <a:pt x="1" y="4583"/>
                    <a:pt x="274" y="5056"/>
                    <a:pt x="712" y="5056"/>
                  </a:cubicBezTo>
                  <a:lnTo>
                    <a:pt x="5238" y="5056"/>
                  </a:lnTo>
                  <a:cubicBezTo>
                    <a:pt x="5675" y="5056"/>
                    <a:pt x="5949" y="4583"/>
                    <a:pt x="5730" y="4203"/>
                  </a:cubicBezTo>
                  <a:lnTo>
                    <a:pt x="3467" y="285"/>
                  </a:lnTo>
                  <a:cubicBezTo>
                    <a:pt x="3358" y="95"/>
                    <a:pt x="3167" y="0"/>
                    <a:pt x="2975" y="0"/>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50"/>
            <p:cNvSpPr/>
            <p:nvPr/>
          </p:nvSpPr>
          <p:spPr>
            <a:xfrm>
              <a:off x="2042313" y="1858738"/>
              <a:ext cx="85300" cy="126400"/>
            </a:xfrm>
            <a:custGeom>
              <a:rect b="b" l="l" r="r" t="t"/>
              <a:pathLst>
                <a:path extrusionOk="0" h="5056" w="3412">
                  <a:moveTo>
                    <a:pt x="437" y="0"/>
                  </a:moveTo>
                  <a:cubicBezTo>
                    <a:pt x="275" y="0"/>
                    <a:pt x="113" y="68"/>
                    <a:pt x="1" y="203"/>
                  </a:cubicBezTo>
                  <a:cubicBezTo>
                    <a:pt x="21" y="229"/>
                    <a:pt x="40" y="255"/>
                    <a:pt x="57" y="285"/>
                  </a:cubicBezTo>
                  <a:lnTo>
                    <a:pt x="2319" y="4203"/>
                  </a:lnTo>
                  <a:cubicBezTo>
                    <a:pt x="2539" y="4583"/>
                    <a:pt x="2265" y="5056"/>
                    <a:pt x="1828" y="5056"/>
                  </a:cubicBezTo>
                  <a:lnTo>
                    <a:pt x="2700" y="5056"/>
                  </a:lnTo>
                  <a:cubicBezTo>
                    <a:pt x="3137" y="5056"/>
                    <a:pt x="3411" y="4583"/>
                    <a:pt x="3192" y="4203"/>
                  </a:cubicBezTo>
                  <a:lnTo>
                    <a:pt x="929" y="285"/>
                  </a:lnTo>
                  <a:cubicBezTo>
                    <a:pt x="819" y="95"/>
                    <a:pt x="628" y="0"/>
                    <a:pt x="437"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50"/>
            <p:cNvSpPr/>
            <p:nvPr/>
          </p:nvSpPr>
          <p:spPr>
            <a:xfrm>
              <a:off x="2041163" y="1887513"/>
              <a:ext cx="24150" cy="53675"/>
            </a:xfrm>
            <a:custGeom>
              <a:rect b="b" l="l" r="r" t="t"/>
              <a:pathLst>
                <a:path extrusionOk="0" h="2147" w="966">
                  <a:moveTo>
                    <a:pt x="482" y="0"/>
                  </a:moveTo>
                  <a:cubicBezTo>
                    <a:pt x="216" y="0"/>
                    <a:pt x="1" y="217"/>
                    <a:pt x="1" y="483"/>
                  </a:cubicBezTo>
                  <a:lnTo>
                    <a:pt x="1" y="1663"/>
                  </a:lnTo>
                  <a:cubicBezTo>
                    <a:pt x="1" y="1931"/>
                    <a:pt x="216" y="2146"/>
                    <a:pt x="482" y="2146"/>
                  </a:cubicBezTo>
                  <a:cubicBezTo>
                    <a:pt x="750" y="2146"/>
                    <a:pt x="965" y="1931"/>
                    <a:pt x="965" y="1663"/>
                  </a:cubicBezTo>
                  <a:lnTo>
                    <a:pt x="965" y="483"/>
                  </a:ln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50"/>
            <p:cNvSpPr/>
            <p:nvPr/>
          </p:nvSpPr>
          <p:spPr>
            <a:xfrm>
              <a:off x="2041163" y="1948513"/>
              <a:ext cx="24150" cy="24150"/>
            </a:xfrm>
            <a:custGeom>
              <a:rect b="b" l="l" r="r" t="t"/>
              <a:pathLst>
                <a:path extrusionOk="0" h="966" w="966">
                  <a:moveTo>
                    <a:pt x="482" y="0"/>
                  </a:moveTo>
                  <a:cubicBezTo>
                    <a:pt x="216" y="0"/>
                    <a:pt x="1" y="217"/>
                    <a:pt x="1" y="483"/>
                  </a:cubicBezTo>
                  <a:lnTo>
                    <a:pt x="1" y="531"/>
                  </a:lnTo>
                  <a:cubicBezTo>
                    <a:pt x="1" y="772"/>
                    <a:pt x="194" y="965"/>
                    <a:pt x="435" y="965"/>
                  </a:cubicBezTo>
                  <a:lnTo>
                    <a:pt x="482" y="965"/>
                  </a:lnTo>
                  <a:cubicBezTo>
                    <a:pt x="750" y="965"/>
                    <a:pt x="965" y="750"/>
                    <a:pt x="965" y="483"/>
                  </a:cubicBez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5" name="Google Shape;815;p50"/>
          <p:cNvGrpSpPr/>
          <p:nvPr/>
        </p:nvGrpSpPr>
        <p:grpSpPr>
          <a:xfrm>
            <a:off x="4369781" y="1779636"/>
            <a:ext cx="404437" cy="414928"/>
            <a:chOff x="4393975" y="1891863"/>
            <a:chExt cx="356050" cy="365350"/>
          </a:xfrm>
        </p:grpSpPr>
        <p:sp>
          <p:nvSpPr>
            <p:cNvPr id="816" name="Google Shape;816;p50"/>
            <p:cNvSpPr/>
            <p:nvPr/>
          </p:nvSpPr>
          <p:spPr>
            <a:xfrm>
              <a:off x="4393975" y="1891863"/>
              <a:ext cx="226075" cy="217200"/>
            </a:xfrm>
            <a:custGeom>
              <a:rect b="b" l="l" r="r" t="t"/>
              <a:pathLst>
                <a:path extrusionOk="0" h="8688" w="9043">
                  <a:moveTo>
                    <a:pt x="4156" y="0"/>
                  </a:moveTo>
                  <a:cubicBezTo>
                    <a:pt x="4101" y="0"/>
                    <a:pt x="4047" y="2"/>
                    <a:pt x="3992" y="4"/>
                  </a:cubicBezTo>
                  <a:cubicBezTo>
                    <a:pt x="3480" y="26"/>
                    <a:pt x="2963" y="158"/>
                    <a:pt x="2476" y="409"/>
                  </a:cubicBezTo>
                  <a:cubicBezTo>
                    <a:pt x="685" y="1334"/>
                    <a:pt x="1" y="3552"/>
                    <a:pt x="898" y="5358"/>
                  </a:cubicBezTo>
                  <a:lnTo>
                    <a:pt x="2553" y="8687"/>
                  </a:lnTo>
                  <a:lnTo>
                    <a:pt x="3984" y="7976"/>
                  </a:lnTo>
                  <a:lnTo>
                    <a:pt x="2304" y="4596"/>
                  </a:lnTo>
                  <a:cubicBezTo>
                    <a:pt x="1787" y="3557"/>
                    <a:pt x="2227" y="2288"/>
                    <a:pt x="3284" y="1793"/>
                  </a:cubicBezTo>
                  <a:cubicBezTo>
                    <a:pt x="3513" y="1686"/>
                    <a:pt x="3753" y="1625"/>
                    <a:pt x="3992" y="1607"/>
                  </a:cubicBezTo>
                  <a:cubicBezTo>
                    <a:pt x="4042" y="1603"/>
                    <a:pt x="4093" y="1602"/>
                    <a:pt x="4143" y="1602"/>
                  </a:cubicBezTo>
                  <a:cubicBezTo>
                    <a:pt x="4920" y="1602"/>
                    <a:pt x="5669" y="2044"/>
                    <a:pt x="6038" y="2785"/>
                  </a:cubicBezTo>
                  <a:lnTo>
                    <a:pt x="7501" y="5730"/>
                  </a:lnTo>
                  <a:cubicBezTo>
                    <a:pt x="7579" y="5888"/>
                    <a:pt x="7737" y="5978"/>
                    <a:pt x="7901" y="5978"/>
                  </a:cubicBezTo>
                  <a:cubicBezTo>
                    <a:pt x="7968" y="5978"/>
                    <a:pt x="8035" y="5963"/>
                    <a:pt x="8098" y="5932"/>
                  </a:cubicBezTo>
                  <a:lnTo>
                    <a:pt x="8733" y="5617"/>
                  </a:lnTo>
                  <a:cubicBezTo>
                    <a:pt x="8952" y="5508"/>
                    <a:pt x="9042" y="5240"/>
                    <a:pt x="8933" y="5019"/>
                  </a:cubicBezTo>
                  <a:lnTo>
                    <a:pt x="7450" y="2037"/>
                  </a:lnTo>
                  <a:cubicBezTo>
                    <a:pt x="6810" y="748"/>
                    <a:pt x="5507" y="0"/>
                    <a:pt x="4156" y="0"/>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50"/>
            <p:cNvSpPr/>
            <p:nvPr/>
          </p:nvSpPr>
          <p:spPr>
            <a:xfrm>
              <a:off x="4493775" y="1891863"/>
              <a:ext cx="126275" cy="149475"/>
            </a:xfrm>
            <a:custGeom>
              <a:rect b="b" l="l" r="r" t="t"/>
              <a:pathLst>
                <a:path extrusionOk="0" h="5979" w="5051">
                  <a:moveTo>
                    <a:pt x="164" y="0"/>
                  </a:moveTo>
                  <a:cubicBezTo>
                    <a:pt x="109" y="0"/>
                    <a:pt x="55" y="2"/>
                    <a:pt x="0" y="4"/>
                  </a:cubicBezTo>
                  <a:cubicBezTo>
                    <a:pt x="24" y="28"/>
                    <a:pt x="626" y="672"/>
                    <a:pt x="0" y="1607"/>
                  </a:cubicBezTo>
                  <a:cubicBezTo>
                    <a:pt x="50" y="1603"/>
                    <a:pt x="101" y="1602"/>
                    <a:pt x="151" y="1602"/>
                  </a:cubicBezTo>
                  <a:cubicBezTo>
                    <a:pt x="928" y="1602"/>
                    <a:pt x="1677" y="2044"/>
                    <a:pt x="2046" y="2785"/>
                  </a:cubicBezTo>
                  <a:lnTo>
                    <a:pt x="3509" y="5730"/>
                  </a:lnTo>
                  <a:cubicBezTo>
                    <a:pt x="3587" y="5888"/>
                    <a:pt x="3745" y="5978"/>
                    <a:pt x="3909" y="5978"/>
                  </a:cubicBezTo>
                  <a:cubicBezTo>
                    <a:pt x="3976" y="5978"/>
                    <a:pt x="4043" y="5963"/>
                    <a:pt x="4106" y="5932"/>
                  </a:cubicBezTo>
                  <a:lnTo>
                    <a:pt x="4741" y="5617"/>
                  </a:lnTo>
                  <a:cubicBezTo>
                    <a:pt x="4960" y="5508"/>
                    <a:pt x="5050" y="5240"/>
                    <a:pt x="4941" y="5019"/>
                  </a:cubicBezTo>
                  <a:lnTo>
                    <a:pt x="3458" y="2037"/>
                  </a:lnTo>
                  <a:cubicBezTo>
                    <a:pt x="2818" y="748"/>
                    <a:pt x="1515" y="0"/>
                    <a:pt x="164" y="0"/>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50"/>
            <p:cNvSpPr/>
            <p:nvPr/>
          </p:nvSpPr>
          <p:spPr>
            <a:xfrm>
              <a:off x="4425400" y="2084913"/>
              <a:ext cx="229150" cy="172300"/>
            </a:xfrm>
            <a:custGeom>
              <a:rect b="b" l="l" r="r" t="t"/>
              <a:pathLst>
                <a:path extrusionOk="0" h="6892" w="9166">
                  <a:moveTo>
                    <a:pt x="1297" y="1"/>
                  </a:moveTo>
                  <a:cubicBezTo>
                    <a:pt x="582" y="1"/>
                    <a:pt x="1" y="582"/>
                    <a:pt x="1" y="1297"/>
                  </a:cubicBezTo>
                  <a:lnTo>
                    <a:pt x="1" y="5597"/>
                  </a:lnTo>
                  <a:cubicBezTo>
                    <a:pt x="1" y="6312"/>
                    <a:pt x="580" y="6892"/>
                    <a:pt x="1297" y="6892"/>
                  </a:cubicBezTo>
                  <a:lnTo>
                    <a:pt x="7871" y="6892"/>
                  </a:lnTo>
                  <a:cubicBezTo>
                    <a:pt x="8586" y="6892"/>
                    <a:pt x="9166" y="6312"/>
                    <a:pt x="9166" y="5597"/>
                  </a:cubicBezTo>
                  <a:lnTo>
                    <a:pt x="9166" y="1297"/>
                  </a:lnTo>
                  <a:cubicBezTo>
                    <a:pt x="9166" y="582"/>
                    <a:pt x="8586" y="1"/>
                    <a:pt x="7871" y="1"/>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50"/>
            <p:cNvSpPr/>
            <p:nvPr/>
          </p:nvSpPr>
          <p:spPr>
            <a:xfrm>
              <a:off x="4583900" y="2084913"/>
              <a:ext cx="70650" cy="172300"/>
            </a:xfrm>
            <a:custGeom>
              <a:rect b="b" l="l" r="r" t="t"/>
              <a:pathLst>
                <a:path extrusionOk="0" h="6892" w="2826">
                  <a:moveTo>
                    <a:pt x="0" y="1"/>
                  </a:moveTo>
                  <a:cubicBezTo>
                    <a:pt x="716" y="1"/>
                    <a:pt x="1295" y="580"/>
                    <a:pt x="1295" y="1297"/>
                  </a:cubicBezTo>
                  <a:lnTo>
                    <a:pt x="1295" y="5595"/>
                  </a:lnTo>
                  <a:cubicBezTo>
                    <a:pt x="1295" y="6312"/>
                    <a:pt x="716" y="6892"/>
                    <a:pt x="0" y="6892"/>
                  </a:cubicBezTo>
                  <a:lnTo>
                    <a:pt x="1531" y="6892"/>
                  </a:lnTo>
                  <a:cubicBezTo>
                    <a:pt x="2246" y="6892"/>
                    <a:pt x="2826" y="6312"/>
                    <a:pt x="2826" y="5595"/>
                  </a:cubicBezTo>
                  <a:lnTo>
                    <a:pt x="2826" y="1297"/>
                  </a:lnTo>
                  <a:cubicBezTo>
                    <a:pt x="2826" y="580"/>
                    <a:pt x="2246" y="1"/>
                    <a:pt x="1531" y="1"/>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50"/>
            <p:cNvSpPr/>
            <p:nvPr/>
          </p:nvSpPr>
          <p:spPr>
            <a:xfrm>
              <a:off x="4508300" y="2120238"/>
              <a:ext cx="64775" cy="102675"/>
            </a:xfrm>
            <a:custGeom>
              <a:rect b="b" l="l" r="r" t="t"/>
              <a:pathLst>
                <a:path extrusionOk="0" h="4107" w="2591">
                  <a:moveTo>
                    <a:pt x="1267" y="0"/>
                  </a:moveTo>
                  <a:cubicBezTo>
                    <a:pt x="762" y="0"/>
                    <a:pt x="321" y="284"/>
                    <a:pt x="98" y="703"/>
                  </a:cubicBezTo>
                  <a:cubicBezTo>
                    <a:pt x="0" y="888"/>
                    <a:pt x="926" y="1099"/>
                    <a:pt x="926" y="1323"/>
                  </a:cubicBezTo>
                  <a:cubicBezTo>
                    <a:pt x="926" y="1756"/>
                    <a:pt x="1115" y="2138"/>
                    <a:pt x="1435" y="2380"/>
                  </a:cubicBezTo>
                  <a:lnTo>
                    <a:pt x="473" y="3313"/>
                  </a:lnTo>
                  <a:cubicBezTo>
                    <a:pt x="473" y="3362"/>
                    <a:pt x="479" y="3409"/>
                    <a:pt x="487" y="3456"/>
                  </a:cubicBezTo>
                  <a:cubicBezTo>
                    <a:pt x="555" y="3825"/>
                    <a:pt x="878" y="4107"/>
                    <a:pt x="1267" y="4107"/>
                  </a:cubicBezTo>
                  <a:cubicBezTo>
                    <a:pt x="1487" y="4107"/>
                    <a:pt x="1686" y="4017"/>
                    <a:pt x="1829" y="3874"/>
                  </a:cubicBezTo>
                  <a:cubicBezTo>
                    <a:pt x="1939" y="3764"/>
                    <a:pt x="2016" y="3621"/>
                    <a:pt x="2047" y="3463"/>
                  </a:cubicBezTo>
                  <a:cubicBezTo>
                    <a:pt x="2057" y="3414"/>
                    <a:pt x="2061" y="3363"/>
                    <a:pt x="2061" y="3313"/>
                  </a:cubicBezTo>
                  <a:lnTo>
                    <a:pt x="2061" y="2380"/>
                  </a:lnTo>
                  <a:cubicBezTo>
                    <a:pt x="2382" y="2138"/>
                    <a:pt x="2590" y="1756"/>
                    <a:pt x="2590" y="1323"/>
                  </a:cubicBezTo>
                  <a:cubicBezTo>
                    <a:pt x="2590" y="1059"/>
                    <a:pt x="2513" y="811"/>
                    <a:pt x="2379" y="604"/>
                  </a:cubicBezTo>
                  <a:cubicBezTo>
                    <a:pt x="2142" y="241"/>
                    <a:pt x="1733" y="0"/>
                    <a:pt x="1267" y="0"/>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50"/>
            <p:cNvSpPr/>
            <p:nvPr/>
          </p:nvSpPr>
          <p:spPr>
            <a:xfrm>
              <a:off x="4506900" y="2135313"/>
              <a:ext cx="243125" cy="71500"/>
            </a:xfrm>
            <a:custGeom>
              <a:rect b="b" l="l" r="r" t="t"/>
              <a:pathLst>
                <a:path extrusionOk="0" h="2860" w="9725">
                  <a:moveTo>
                    <a:pt x="678" y="1"/>
                  </a:moveTo>
                  <a:cubicBezTo>
                    <a:pt x="493" y="1"/>
                    <a:pt x="317" y="36"/>
                    <a:pt x="154" y="100"/>
                  </a:cubicBezTo>
                  <a:cubicBezTo>
                    <a:pt x="56" y="285"/>
                    <a:pt x="0" y="496"/>
                    <a:pt x="0" y="720"/>
                  </a:cubicBezTo>
                  <a:cubicBezTo>
                    <a:pt x="0" y="1153"/>
                    <a:pt x="209" y="1535"/>
                    <a:pt x="529" y="1777"/>
                  </a:cubicBezTo>
                  <a:lnTo>
                    <a:pt x="529" y="2710"/>
                  </a:lnTo>
                  <a:cubicBezTo>
                    <a:pt x="529" y="2759"/>
                    <a:pt x="535" y="2806"/>
                    <a:pt x="543" y="2853"/>
                  </a:cubicBezTo>
                  <a:cubicBezTo>
                    <a:pt x="587" y="2857"/>
                    <a:pt x="633" y="2860"/>
                    <a:pt x="678" y="2860"/>
                  </a:cubicBezTo>
                  <a:lnTo>
                    <a:pt x="8295" y="2860"/>
                  </a:lnTo>
                  <a:cubicBezTo>
                    <a:pt x="8690" y="2860"/>
                    <a:pt x="9047" y="2700"/>
                    <a:pt x="9306" y="2441"/>
                  </a:cubicBezTo>
                  <a:cubicBezTo>
                    <a:pt x="9565" y="2182"/>
                    <a:pt x="9725" y="1825"/>
                    <a:pt x="9725" y="1430"/>
                  </a:cubicBezTo>
                  <a:cubicBezTo>
                    <a:pt x="9725" y="640"/>
                    <a:pt x="9085" y="2"/>
                    <a:pt x="8295" y="1"/>
                  </a:cubicBezTo>
                  <a:close/>
                </a:path>
              </a:pathLst>
            </a:custGeom>
            <a:solidFill>
              <a:srgbClr val="4DC8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50"/>
            <p:cNvSpPr/>
            <p:nvPr/>
          </p:nvSpPr>
          <p:spPr>
            <a:xfrm>
              <a:off x="4506900" y="2135313"/>
              <a:ext cx="37250" cy="71500"/>
            </a:xfrm>
            <a:custGeom>
              <a:rect b="b" l="l" r="r" t="t"/>
              <a:pathLst>
                <a:path extrusionOk="0" h="2860" w="1490">
                  <a:moveTo>
                    <a:pt x="678" y="1"/>
                  </a:moveTo>
                  <a:cubicBezTo>
                    <a:pt x="493" y="1"/>
                    <a:pt x="317" y="36"/>
                    <a:pt x="154" y="100"/>
                  </a:cubicBezTo>
                  <a:cubicBezTo>
                    <a:pt x="56" y="285"/>
                    <a:pt x="0" y="496"/>
                    <a:pt x="0" y="720"/>
                  </a:cubicBezTo>
                  <a:cubicBezTo>
                    <a:pt x="0" y="1153"/>
                    <a:pt x="209" y="1535"/>
                    <a:pt x="529" y="1777"/>
                  </a:cubicBezTo>
                  <a:lnTo>
                    <a:pt x="529" y="2710"/>
                  </a:lnTo>
                  <a:cubicBezTo>
                    <a:pt x="529" y="2759"/>
                    <a:pt x="535" y="2806"/>
                    <a:pt x="543" y="2853"/>
                  </a:cubicBezTo>
                  <a:cubicBezTo>
                    <a:pt x="587" y="2857"/>
                    <a:pt x="633" y="2860"/>
                    <a:pt x="678" y="2860"/>
                  </a:cubicBezTo>
                  <a:lnTo>
                    <a:pt x="1490" y="2860"/>
                  </a:lnTo>
                  <a:cubicBezTo>
                    <a:pt x="1481" y="2811"/>
                    <a:pt x="1476" y="2760"/>
                    <a:pt x="1476" y="2710"/>
                  </a:cubicBezTo>
                  <a:lnTo>
                    <a:pt x="1476" y="1777"/>
                  </a:lnTo>
                  <a:cubicBezTo>
                    <a:pt x="1155" y="1535"/>
                    <a:pt x="947" y="1153"/>
                    <a:pt x="947" y="720"/>
                  </a:cubicBezTo>
                  <a:cubicBezTo>
                    <a:pt x="947" y="456"/>
                    <a:pt x="1025" y="208"/>
                    <a:pt x="1159" y="1"/>
                  </a:cubicBezTo>
                  <a:close/>
                </a:path>
              </a:pathLst>
            </a:custGeom>
            <a:solidFill>
              <a:srgbClr val="375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50"/>
            <p:cNvSpPr/>
            <p:nvPr/>
          </p:nvSpPr>
          <p:spPr>
            <a:xfrm>
              <a:off x="4671600" y="2135313"/>
              <a:ext cx="78425" cy="71500"/>
            </a:xfrm>
            <a:custGeom>
              <a:rect b="b" l="l" r="r" t="t"/>
              <a:pathLst>
                <a:path extrusionOk="0" h="2860" w="3137">
                  <a:moveTo>
                    <a:pt x="1" y="1"/>
                  </a:moveTo>
                  <a:cubicBezTo>
                    <a:pt x="789" y="1"/>
                    <a:pt x="1429" y="640"/>
                    <a:pt x="1429" y="1430"/>
                  </a:cubicBezTo>
                  <a:cubicBezTo>
                    <a:pt x="1429" y="1825"/>
                    <a:pt x="1269" y="2182"/>
                    <a:pt x="1010" y="2441"/>
                  </a:cubicBezTo>
                  <a:cubicBezTo>
                    <a:pt x="753" y="2699"/>
                    <a:pt x="396" y="2860"/>
                    <a:pt x="1" y="2860"/>
                  </a:cubicBezTo>
                  <a:lnTo>
                    <a:pt x="1707" y="2860"/>
                  </a:lnTo>
                  <a:cubicBezTo>
                    <a:pt x="2102" y="2860"/>
                    <a:pt x="2459" y="2700"/>
                    <a:pt x="2718" y="2441"/>
                  </a:cubicBezTo>
                  <a:cubicBezTo>
                    <a:pt x="2977" y="2182"/>
                    <a:pt x="3137" y="1825"/>
                    <a:pt x="3137" y="1430"/>
                  </a:cubicBezTo>
                  <a:cubicBezTo>
                    <a:pt x="3137" y="640"/>
                    <a:pt x="2497" y="2"/>
                    <a:pt x="1707" y="1"/>
                  </a:cubicBezTo>
                  <a:close/>
                </a:path>
              </a:pathLst>
            </a:custGeom>
            <a:solidFill>
              <a:srgbClr val="375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50"/>
            <p:cNvSpPr/>
            <p:nvPr/>
          </p:nvSpPr>
          <p:spPr>
            <a:xfrm>
              <a:off x="4528475" y="2152013"/>
              <a:ext cx="39200" cy="38100"/>
            </a:xfrm>
            <a:custGeom>
              <a:rect b="b" l="l" r="r" t="t"/>
              <a:pathLst>
                <a:path extrusionOk="0" h="1524" w="1568">
                  <a:moveTo>
                    <a:pt x="243" y="1"/>
                  </a:moveTo>
                  <a:cubicBezTo>
                    <a:pt x="186" y="1"/>
                    <a:pt x="130" y="22"/>
                    <a:pt x="86" y="65"/>
                  </a:cubicBezTo>
                  <a:cubicBezTo>
                    <a:pt x="1" y="152"/>
                    <a:pt x="1" y="292"/>
                    <a:pt x="86" y="377"/>
                  </a:cubicBezTo>
                  <a:lnTo>
                    <a:pt x="473" y="762"/>
                  </a:lnTo>
                  <a:lnTo>
                    <a:pt x="86" y="1147"/>
                  </a:lnTo>
                  <a:cubicBezTo>
                    <a:pt x="1" y="1234"/>
                    <a:pt x="1" y="1374"/>
                    <a:pt x="86" y="1459"/>
                  </a:cubicBezTo>
                  <a:cubicBezTo>
                    <a:pt x="130" y="1503"/>
                    <a:pt x="187" y="1524"/>
                    <a:pt x="243" y="1524"/>
                  </a:cubicBezTo>
                  <a:cubicBezTo>
                    <a:pt x="299" y="1524"/>
                    <a:pt x="355" y="1503"/>
                    <a:pt x="399" y="1459"/>
                  </a:cubicBezTo>
                  <a:lnTo>
                    <a:pt x="784" y="1074"/>
                  </a:lnTo>
                  <a:lnTo>
                    <a:pt x="1169" y="1459"/>
                  </a:lnTo>
                  <a:cubicBezTo>
                    <a:pt x="1212" y="1503"/>
                    <a:pt x="1269" y="1524"/>
                    <a:pt x="1325" y="1524"/>
                  </a:cubicBezTo>
                  <a:cubicBezTo>
                    <a:pt x="1381" y="1524"/>
                    <a:pt x="1437" y="1503"/>
                    <a:pt x="1481" y="1459"/>
                  </a:cubicBezTo>
                  <a:cubicBezTo>
                    <a:pt x="1568" y="1374"/>
                    <a:pt x="1568" y="1234"/>
                    <a:pt x="1481" y="1147"/>
                  </a:cubicBezTo>
                  <a:lnTo>
                    <a:pt x="1096" y="762"/>
                  </a:lnTo>
                  <a:lnTo>
                    <a:pt x="1481" y="377"/>
                  </a:lnTo>
                  <a:cubicBezTo>
                    <a:pt x="1568" y="292"/>
                    <a:pt x="1568" y="152"/>
                    <a:pt x="1481" y="65"/>
                  </a:cubicBezTo>
                  <a:cubicBezTo>
                    <a:pt x="1438" y="22"/>
                    <a:pt x="1382" y="1"/>
                    <a:pt x="1325" y="1"/>
                  </a:cubicBezTo>
                  <a:cubicBezTo>
                    <a:pt x="1269" y="1"/>
                    <a:pt x="1213" y="22"/>
                    <a:pt x="1170" y="65"/>
                  </a:cubicBezTo>
                  <a:lnTo>
                    <a:pt x="784" y="450"/>
                  </a:lnTo>
                  <a:lnTo>
                    <a:pt x="399" y="65"/>
                  </a:lnTo>
                  <a:cubicBezTo>
                    <a:pt x="356" y="22"/>
                    <a:pt x="300" y="1"/>
                    <a:pt x="2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50"/>
            <p:cNvSpPr/>
            <p:nvPr/>
          </p:nvSpPr>
          <p:spPr>
            <a:xfrm>
              <a:off x="4576800" y="2152013"/>
              <a:ext cx="39175" cy="38100"/>
            </a:xfrm>
            <a:custGeom>
              <a:rect b="b" l="l" r="r" t="t"/>
              <a:pathLst>
                <a:path extrusionOk="0" h="1524" w="1567">
                  <a:moveTo>
                    <a:pt x="242" y="1"/>
                  </a:moveTo>
                  <a:cubicBezTo>
                    <a:pt x="186" y="1"/>
                    <a:pt x="130" y="22"/>
                    <a:pt x="87" y="65"/>
                  </a:cubicBezTo>
                  <a:cubicBezTo>
                    <a:pt x="0" y="152"/>
                    <a:pt x="0" y="292"/>
                    <a:pt x="87" y="377"/>
                  </a:cubicBezTo>
                  <a:lnTo>
                    <a:pt x="472" y="762"/>
                  </a:lnTo>
                  <a:lnTo>
                    <a:pt x="87" y="1147"/>
                  </a:lnTo>
                  <a:cubicBezTo>
                    <a:pt x="0" y="1234"/>
                    <a:pt x="0" y="1374"/>
                    <a:pt x="87" y="1459"/>
                  </a:cubicBezTo>
                  <a:cubicBezTo>
                    <a:pt x="130" y="1503"/>
                    <a:pt x="186" y="1524"/>
                    <a:pt x="242" y="1524"/>
                  </a:cubicBezTo>
                  <a:cubicBezTo>
                    <a:pt x="300" y="1524"/>
                    <a:pt x="356" y="1503"/>
                    <a:pt x="399" y="1459"/>
                  </a:cubicBezTo>
                  <a:lnTo>
                    <a:pt x="784" y="1074"/>
                  </a:lnTo>
                  <a:lnTo>
                    <a:pt x="1169" y="1459"/>
                  </a:lnTo>
                  <a:cubicBezTo>
                    <a:pt x="1212" y="1503"/>
                    <a:pt x="1268" y="1524"/>
                    <a:pt x="1324" y="1524"/>
                  </a:cubicBezTo>
                  <a:cubicBezTo>
                    <a:pt x="1382" y="1524"/>
                    <a:pt x="1438" y="1503"/>
                    <a:pt x="1481" y="1459"/>
                  </a:cubicBezTo>
                  <a:cubicBezTo>
                    <a:pt x="1567" y="1374"/>
                    <a:pt x="1567" y="1234"/>
                    <a:pt x="1481" y="1147"/>
                  </a:cubicBezTo>
                  <a:lnTo>
                    <a:pt x="1096" y="762"/>
                  </a:lnTo>
                  <a:lnTo>
                    <a:pt x="1481" y="377"/>
                  </a:lnTo>
                  <a:cubicBezTo>
                    <a:pt x="1567" y="292"/>
                    <a:pt x="1567" y="152"/>
                    <a:pt x="1481" y="65"/>
                  </a:cubicBezTo>
                  <a:cubicBezTo>
                    <a:pt x="1438" y="22"/>
                    <a:pt x="1382" y="1"/>
                    <a:pt x="1325" y="1"/>
                  </a:cubicBezTo>
                  <a:cubicBezTo>
                    <a:pt x="1269" y="1"/>
                    <a:pt x="1212" y="22"/>
                    <a:pt x="1169" y="65"/>
                  </a:cubicBezTo>
                  <a:lnTo>
                    <a:pt x="784" y="450"/>
                  </a:lnTo>
                  <a:lnTo>
                    <a:pt x="399" y="65"/>
                  </a:lnTo>
                  <a:cubicBezTo>
                    <a:pt x="356" y="22"/>
                    <a:pt x="299" y="1"/>
                    <a:pt x="2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50"/>
            <p:cNvSpPr/>
            <p:nvPr/>
          </p:nvSpPr>
          <p:spPr>
            <a:xfrm>
              <a:off x="4625125" y="2152013"/>
              <a:ext cx="39200" cy="38100"/>
            </a:xfrm>
            <a:custGeom>
              <a:rect b="b" l="l" r="r" t="t"/>
              <a:pathLst>
                <a:path extrusionOk="0" h="1524" w="1568">
                  <a:moveTo>
                    <a:pt x="243" y="1"/>
                  </a:moveTo>
                  <a:cubicBezTo>
                    <a:pt x="186" y="1"/>
                    <a:pt x="130" y="22"/>
                    <a:pt x="87" y="65"/>
                  </a:cubicBezTo>
                  <a:cubicBezTo>
                    <a:pt x="1" y="152"/>
                    <a:pt x="1" y="292"/>
                    <a:pt x="87" y="377"/>
                  </a:cubicBezTo>
                  <a:lnTo>
                    <a:pt x="472" y="762"/>
                  </a:lnTo>
                  <a:lnTo>
                    <a:pt x="87" y="1147"/>
                  </a:lnTo>
                  <a:cubicBezTo>
                    <a:pt x="1" y="1234"/>
                    <a:pt x="1" y="1374"/>
                    <a:pt x="87" y="1459"/>
                  </a:cubicBezTo>
                  <a:cubicBezTo>
                    <a:pt x="129" y="1503"/>
                    <a:pt x="187" y="1524"/>
                    <a:pt x="243" y="1524"/>
                  </a:cubicBezTo>
                  <a:cubicBezTo>
                    <a:pt x="299" y="1524"/>
                    <a:pt x="356" y="1503"/>
                    <a:pt x="398" y="1459"/>
                  </a:cubicBezTo>
                  <a:lnTo>
                    <a:pt x="783" y="1074"/>
                  </a:lnTo>
                  <a:lnTo>
                    <a:pt x="1170" y="1459"/>
                  </a:lnTo>
                  <a:cubicBezTo>
                    <a:pt x="1212" y="1503"/>
                    <a:pt x="1269" y="1524"/>
                    <a:pt x="1325" y="1524"/>
                  </a:cubicBezTo>
                  <a:cubicBezTo>
                    <a:pt x="1381" y="1524"/>
                    <a:pt x="1438" y="1503"/>
                    <a:pt x="1480" y="1459"/>
                  </a:cubicBezTo>
                  <a:cubicBezTo>
                    <a:pt x="1567" y="1374"/>
                    <a:pt x="1567" y="1234"/>
                    <a:pt x="1480" y="1147"/>
                  </a:cubicBezTo>
                  <a:lnTo>
                    <a:pt x="1095" y="762"/>
                  </a:lnTo>
                  <a:lnTo>
                    <a:pt x="1480" y="377"/>
                  </a:lnTo>
                  <a:cubicBezTo>
                    <a:pt x="1567" y="292"/>
                    <a:pt x="1567" y="152"/>
                    <a:pt x="1480" y="65"/>
                  </a:cubicBezTo>
                  <a:cubicBezTo>
                    <a:pt x="1438" y="22"/>
                    <a:pt x="1381" y="1"/>
                    <a:pt x="1325" y="1"/>
                  </a:cubicBezTo>
                  <a:cubicBezTo>
                    <a:pt x="1269" y="1"/>
                    <a:pt x="1212" y="22"/>
                    <a:pt x="1170" y="65"/>
                  </a:cubicBezTo>
                  <a:lnTo>
                    <a:pt x="785" y="450"/>
                  </a:lnTo>
                  <a:lnTo>
                    <a:pt x="398" y="65"/>
                  </a:lnTo>
                  <a:cubicBezTo>
                    <a:pt x="355" y="22"/>
                    <a:pt x="299" y="1"/>
                    <a:pt x="2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50"/>
            <p:cNvSpPr/>
            <p:nvPr/>
          </p:nvSpPr>
          <p:spPr>
            <a:xfrm>
              <a:off x="4673450" y="2152013"/>
              <a:ext cx="39200" cy="38100"/>
            </a:xfrm>
            <a:custGeom>
              <a:rect b="b" l="l" r="r" t="t"/>
              <a:pathLst>
                <a:path extrusionOk="0" h="1524" w="1568">
                  <a:moveTo>
                    <a:pt x="242" y="1"/>
                  </a:moveTo>
                  <a:cubicBezTo>
                    <a:pt x="186" y="1"/>
                    <a:pt x="130" y="22"/>
                    <a:pt x="86" y="65"/>
                  </a:cubicBezTo>
                  <a:cubicBezTo>
                    <a:pt x="1" y="152"/>
                    <a:pt x="1" y="292"/>
                    <a:pt x="86" y="377"/>
                  </a:cubicBezTo>
                  <a:lnTo>
                    <a:pt x="471" y="762"/>
                  </a:lnTo>
                  <a:lnTo>
                    <a:pt x="86" y="1147"/>
                  </a:lnTo>
                  <a:cubicBezTo>
                    <a:pt x="1" y="1234"/>
                    <a:pt x="1" y="1374"/>
                    <a:pt x="86" y="1459"/>
                  </a:cubicBezTo>
                  <a:cubicBezTo>
                    <a:pt x="130" y="1503"/>
                    <a:pt x="186" y="1524"/>
                    <a:pt x="243" y="1524"/>
                  </a:cubicBezTo>
                  <a:cubicBezTo>
                    <a:pt x="299" y="1524"/>
                    <a:pt x="355" y="1503"/>
                    <a:pt x="399" y="1459"/>
                  </a:cubicBezTo>
                  <a:lnTo>
                    <a:pt x="784" y="1074"/>
                  </a:lnTo>
                  <a:lnTo>
                    <a:pt x="1169" y="1459"/>
                  </a:lnTo>
                  <a:cubicBezTo>
                    <a:pt x="1212" y="1503"/>
                    <a:pt x="1268" y="1524"/>
                    <a:pt x="1325" y="1524"/>
                  </a:cubicBezTo>
                  <a:cubicBezTo>
                    <a:pt x="1381" y="1524"/>
                    <a:pt x="1437" y="1503"/>
                    <a:pt x="1481" y="1459"/>
                  </a:cubicBezTo>
                  <a:cubicBezTo>
                    <a:pt x="1566" y="1374"/>
                    <a:pt x="1566" y="1234"/>
                    <a:pt x="1481" y="1147"/>
                  </a:cubicBezTo>
                  <a:lnTo>
                    <a:pt x="1096" y="762"/>
                  </a:lnTo>
                  <a:lnTo>
                    <a:pt x="1481" y="377"/>
                  </a:lnTo>
                  <a:cubicBezTo>
                    <a:pt x="1568" y="292"/>
                    <a:pt x="1568" y="152"/>
                    <a:pt x="1481" y="65"/>
                  </a:cubicBezTo>
                  <a:cubicBezTo>
                    <a:pt x="1438" y="22"/>
                    <a:pt x="1382" y="1"/>
                    <a:pt x="1325" y="1"/>
                  </a:cubicBezTo>
                  <a:cubicBezTo>
                    <a:pt x="1269" y="1"/>
                    <a:pt x="1212" y="22"/>
                    <a:pt x="1169" y="65"/>
                  </a:cubicBezTo>
                  <a:lnTo>
                    <a:pt x="784" y="450"/>
                  </a:lnTo>
                  <a:lnTo>
                    <a:pt x="399" y="65"/>
                  </a:lnTo>
                  <a:cubicBezTo>
                    <a:pt x="355" y="22"/>
                    <a:pt x="299" y="1"/>
                    <a:pt x="2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50"/>
            <p:cNvSpPr/>
            <p:nvPr/>
          </p:nvSpPr>
          <p:spPr>
            <a:xfrm>
              <a:off x="4657850" y="2034088"/>
              <a:ext cx="34050" cy="18325"/>
            </a:xfrm>
            <a:custGeom>
              <a:rect b="b" l="l" r="r" t="t"/>
              <a:pathLst>
                <a:path extrusionOk="0" h="733" w="1362">
                  <a:moveTo>
                    <a:pt x="1114" y="0"/>
                  </a:moveTo>
                  <a:cubicBezTo>
                    <a:pt x="1091" y="0"/>
                    <a:pt x="1067" y="4"/>
                    <a:pt x="1044" y="12"/>
                  </a:cubicBezTo>
                  <a:lnTo>
                    <a:pt x="177" y="304"/>
                  </a:lnTo>
                  <a:cubicBezTo>
                    <a:pt x="62" y="342"/>
                    <a:pt x="1" y="468"/>
                    <a:pt x="38" y="583"/>
                  </a:cubicBezTo>
                  <a:cubicBezTo>
                    <a:pt x="71" y="676"/>
                    <a:pt x="156" y="733"/>
                    <a:pt x="248" y="733"/>
                  </a:cubicBezTo>
                  <a:cubicBezTo>
                    <a:pt x="271" y="733"/>
                    <a:pt x="295" y="730"/>
                    <a:pt x="318" y="722"/>
                  </a:cubicBezTo>
                  <a:lnTo>
                    <a:pt x="1184" y="429"/>
                  </a:lnTo>
                  <a:cubicBezTo>
                    <a:pt x="1300" y="391"/>
                    <a:pt x="1361" y="265"/>
                    <a:pt x="1322" y="150"/>
                  </a:cubicBezTo>
                  <a:cubicBezTo>
                    <a:pt x="1291" y="58"/>
                    <a:pt x="1206" y="0"/>
                    <a:pt x="1114"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50"/>
            <p:cNvSpPr/>
            <p:nvPr/>
          </p:nvSpPr>
          <p:spPr>
            <a:xfrm>
              <a:off x="4657300" y="2062513"/>
              <a:ext cx="30925" cy="18725"/>
            </a:xfrm>
            <a:custGeom>
              <a:rect b="b" l="l" r="r" t="t"/>
              <a:pathLst>
                <a:path extrusionOk="0" h="749" w="1237">
                  <a:moveTo>
                    <a:pt x="251" y="1"/>
                  </a:moveTo>
                  <a:cubicBezTo>
                    <a:pt x="165" y="1"/>
                    <a:pt x="82" y="52"/>
                    <a:pt x="46" y="136"/>
                  </a:cubicBezTo>
                  <a:cubicBezTo>
                    <a:pt x="0" y="250"/>
                    <a:pt x="53" y="379"/>
                    <a:pt x="165" y="425"/>
                  </a:cubicBezTo>
                  <a:lnTo>
                    <a:pt x="900" y="731"/>
                  </a:lnTo>
                  <a:cubicBezTo>
                    <a:pt x="928" y="743"/>
                    <a:pt x="958" y="748"/>
                    <a:pt x="986" y="748"/>
                  </a:cubicBezTo>
                  <a:cubicBezTo>
                    <a:pt x="1073" y="748"/>
                    <a:pt x="1154" y="696"/>
                    <a:pt x="1189" y="612"/>
                  </a:cubicBezTo>
                  <a:cubicBezTo>
                    <a:pt x="1236" y="499"/>
                    <a:pt x="1183" y="370"/>
                    <a:pt x="1070" y="324"/>
                  </a:cubicBezTo>
                  <a:lnTo>
                    <a:pt x="335" y="17"/>
                  </a:lnTo>
                  <a:cubicBezTo>
                    <a:pt x="307" y="6"/>
                    <a:pt x="279" y="1"/>
                    <a:pt x="251" y="1"/>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50"/>
            <p:cNvSpPr/>
            <p:nvPr/>
          </p:nvSpPr>
          <p:spPr>
            <a:xfrm>
              <a:off x="4644550" y="2007663"/>
              <a:ext cx="22600" cy="28275"/>
            </a:xfrm>
            <a:custGeom>
              <a:rect b="b" l="l" r="r" t="t"/>
              <a:pathLst>
                <a:path extrusionOk="0" h="1131" w="904">
                  <a:moveTo>
                    <a:pt x="651" y="0"/>
                  </a:moveTo>
                  <a:cubicBezTo>
                    <a:pt x="575" y="0"/>
                    <a:pt x="501" y="40"/>
                    <a:pt x="460" y="110"/>
                  </a:cubicBezTo>
                  <a:lnTo>
                    <a:pt x="61" y="799"/>
                  </a:lnTo>
                  <a:cubicBezTo>
                    <a:pt x="1" y="905"/>
                    <a:pt x="36" y="1039"/>
                    <a:pt x="142" y="1101"/>
                  </a:cubicBezTo>
                  <a:cubicBezTo>
                    <a:pt x="176" y="1121"/>
                    <a:pt x="215" y="1130"/>
                    <a:pt x="251" y="1130"/>
                  </a:cubicBezTo>
                  <a:cubicBezTo>
                    <a:pt x="328" y="1130"/>
                    <a:pt x="402" y="1091"/>
                    <a:pt x="443" y="1020"/>
                  </a:cubicBezTo>
                  <a:lnTo>
                    <a:pt x="842" y="331"/>
                  </a:lnTo>
                  <a:cubicBezTo>
                    <a:pt x="904" y="226"/>
                    <a:pt x="867" y="92"/>
                    <a:pt x="762" y="30"/>
                  </a:cubicBezTo>
                  <a:cubicBezTo>
                    <a:pt x="727" y="10"/>
                    <a:pt x="689" y="0"/>
                    <a:pt x="651"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1" name="Google Shape;831;p50"/>
          <p:cNvGrpSpPr/>
          <p:nvPr/>
        </p:nvGrpSpPr>
        <p:grpSpPr>
          <a:xfrm>
            <a:off x="7164205" y="1779626"/>
            <a:ext cx="412190" cy="414956"/>
            <a:chOff x="6954600" y="1927625"/>
            <a:chExt cx="362875" cy="365375"/>
          </a:xfrm>
        </p:grpSpPr>
        <p:sp>
          <p:nvSpPr>
            <p:cNvPr id="832" name="Google Shape;832;p50"/>
            <p:cNvSpPr/>
            <p:nvPr/>
          </p:nvSpPr>
          <p:spPr>
            <a:xfrm>
              <a:off x="6954600" y="2048600"/>
              <a:ext cx="339425" cy="244400"/>
            </a:xfrm>
            <a:custGeom>
              <a:rect b="b" l="l" r="r" t="t"/>
              <a:pathLst>
                <a:path extrusionOk="0" h="9776" w="13577">
                  <a:moveTo>
                    <a:pt x="817" y="0"/>
                  </a:moveTo>
                  <a:cubicBezTo>
                    <a:pt x="366" y="0"/>
                    <a:pt x="2" y="365"/>
                    <a:pt x="2" y="815"/>
                  </a:cubicBezTo>
                  <a:lnTo>
                    <a:pt x="2" y="1624"/>
                  </a:lnTo>
                  <a:lnTo>
                    <a:pt x="1311" y="2468"/>
                  </a:lnTo>
                  <a:lnTo>
                    <a:pt x="0" y="3782"/>
                  </a:lnTo>
                  <a:lnTo>
                    <a:pt x="0" y="8960"/>
                  </a:lnTo>
                  <a:cubicBezTo>
                    <a:pt x="0" y="9411"/>
                    <a:pt x="366" y="9775"/>
                    <a:pt x="817" y="9775"/>
                  </a:cubicBezTo>
                  <a:lnTo>
                    <a:pt x="12762" y="9775"/>
                  </a:lnTo>
                  <a:cubicBezTo>
                    <a:pt x="13211" y="9775"/>
                    <a:pt x="13577" y="9411"/>
                    <a:pt x="13577" y="8960"/>
                  </a:cubicBezTo>
                  <a:lnTo>
                    <a:pt x="13577" y="3782"/>
                  </a:lnTo>
                  <a:lnTo>
                    <a:pt x="12811" y="3079"/>
                  </a:lnTo>
                  <a:lnTo>
                    <a:pt x="13577" y="1920"/>
                  </a:lnTo>
                  <a:lnTo>
                    <a:pt x="13577" y="815"/>
                  </a:lnTo>
                  <a:cubicBezTo>
                    <a:pt x="13577" y="365"/>
                    <a:pt x="13211" y="0"/>
                    <a:pt x="12762" y="0"/>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50"/>
            <p:cNvSpPr/>
            <p:nvPr/>
          </p:nvSpPr>
          <p:spPr>
            <a:xfrm>
              <a:off x="7251550" y="2048600"/>
              <a:ext cx="42475" cy="244400"/>
            </a:xfrm>
            <a:custGeom>
              <a:rect b="b" l="l" r="r" t="t"/>
              <a:pathLst>
                <a:path extrusionOk="0" h="9776" w="1699">
                  <a:moveTo>
                    <a:pt x="0" y="0"/>
                  </a:moveTo>
                  <a:cubicBezTo>
                    <a:pt x="450" y="0"/>
                    <a:pt x="815" y="365"/>
                    <a:pt x="815" y="815"/>
                  </a:cubicBezTo>
                  <a:lnTo>
                    <a:pt x="815" y="1920"/>
                  </a:lnTo>
                  <a:lnTo>
                    <a:pt x="49" y="3079"/>
                  </a:lnTo>
                  <a:lnTo>
                    <a:pt x="815" y="3782"/>
                  </a:lnTo>
                  <a:lnTo>
                    <a:pt x="815" y="8960"/>
                  </a:lnTo>
                  <a:cubicBezTo>
                    <a:pt x="815" y="9410"/>
                    <a:pt x="450" y="9775"/>
                    <a:pt x="0" y="9775"/>
                  </a:cubicBezTo>
                  <a:lnTo>
                    <a:pt x="884" y="9775"/>
                  </a:lnTo>
                  <a:cubicBezTo>
                    <a:pt x="1333" y="9775"/>
                    <a:pt x="1699" y="9411"/>
                    <a:pt x="1699" y="8960"/>
                  </a:cubicBezTo>
                  <a:lnTo>
                    <a:pt x="1699" y="3782"/>
                  </a:lnTo>
                  <a:lnTo>
                    <a:pt x="933" y="3079"/>
                  </a:lnTo>
                  <a:lnTo>
                    <a:pt x="1699" y="1920"/>
                  </a:lnTo>
                  <a:lnTo>
                    <a:pt x="1699" y="815"/>
                  </a:lnTo>
                  <a:cubicBezTo>
                    <a:pt x="1699" y="365"/>
                    <a:pt x="1333" y="0"/>
                    <a:pt x="884"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50"/>
            <p:cNvSpPr/>
            <p:nvPr/>
          </p:nvSpPr>
          <p:spPr>
            <a:xfrm>
              <a:off x="6954625" y="2089200"/>
              <a:ext cx="339400" cy="53950"/>
            </a:xfrm>
            <a:custGeom>
              <a:rect b="b" l="l" r="r" t="t"/>
              <a:pathLst>
                <a:path extrusionOk="0" h="2158" w="13576">
                  <a:moveTo>
                    <a:pt x="1" y="0"/>
                  </a:moveTo>
                  <a:lnTo>
                    <a:pt x="1" y="2158"/>
                  </a:lnTo>
                  <a:lnTo>
                    <a:pt x="13576" y="2158"/>
                  </a:lnTo>
                  <a:lnTo>
                    <a:pt x="13576" y="0"/>
                  </a:ln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50"/>
            <p:cNvSpPr/>
            <p:nvPr/>
          </p:nvSpPr>
          <p:spPr>
            <a:xfrm>
              <a:off x="7272750" y="2089200"/>
              <a:ext cx="21275" cy="53950"/>
            </a:xfrm>
            <a:custGeom>
              <a:rect b="b" l="l" r="r" t="t"/>
              <a:pathLst>
                <a:path extrusionOk="0" h="2158" w="851">
                  <a:moveTo>
                    <a:pt x="1" y="0"/>
                  </a:moveTo>
                  <a:lnTo>
                    <a:pt x="1" y="2158"/>
                  </a:lnTo>
                  <a:lnTo>
                    <a:pt x="851" y="2158"/>
                  </a:lnTo>
                  <a:lnTo>
                    <a:pt x="851" y="0"/>
                  </a:lnTo>
                  <a:close/>
                </a:path>
              </a:pathLst>
            </a:custGeom>
            <a:solidFill>
              <a:srgbClr val="596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50"/>
            <p:cNvSpPr/>
            <p:nvPr/>
          </p:nvSpPr>
          <p:spPr>
            <a:xfrm>
              <a:off x="7203525" y="1927625"/>
              <a:ext cx="101400" cy="102800"/>
            </a:xfrm>
            <a:custGeom>
              <a:rect b="b" l="l" r="r" t="t"/>
              <a:pathLst>
                <a:path extrusionOk="0" h="4112" w="4056">
                  <a:moveTo>
                    <a:pt x="2028" y="1"/>
                  </a:moveTo>
                  <a:cubicBezTo>
                    <a:pt x="911" y="1"/>
                    <a:pt x="1" y="911"/>
                    <a:pt x="1" y="2028"/>
                  </a:cubicBezTo>
                  <a:lnTo>
                    <a:pt x="1" y="4111"/>
                  </a:lnTo>
                  <a:lnTo>
                    <a:pt x="883" y="4111"/>
                  </a:lnTo>
                  <a:lnTo>
                    <a:pt x="883" y="2028"/>
                  </a:lnTo>
                  <a:cubicBezTo>
                    <a:pt x="883" y="1396"/>
                    <a:pt x="1396" y="883"/>
                    <a:pt x="2028" y="883"/>
                  </a:cubicBezTo>
                  <a:cubicBezTo>
                    <a:pt x="2249" y="883"/>
                    <a:pt x="2455" y="946"/>
                    <a:pt x="2630" y="1055"/>
                  </a:cubicBezTo>
                  <a:cubicBezTo>
                    <a:pt x="2956" y="1256"/>
                    <a:pt x="3173" y="1618"/>
                    <a:pt x="3173" y="2028"/>
                  </a:cubicBezTo>
                  <a:lnTo>
                    <a:pt x="3173" y="4111"/>
                  </a:lnTo>
                  <a:lnTo>
                    <a:pt x="4055" y="4111"/>
                  </a:lnTo>
                  <a:lnTo>
                    <a:pt x="4055" y="2028"/>
                  </a:lnTo>
                  <a:cubicBezTo>
                    <a:pt x="4055" y="1276"/>
                    <a:pt x="3644" y="618"/>
                    <a:pt x="3033" y="268"/>
                  </a:cubicBezTo>
                  <a:cubicBezTo>
                    <a:pt x="2736" y="97"/>
                    <a:pt x="2393" y="1"/>
                    <a:pt x="2028"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50"/>
            <p:cNvSpPr/>
            <p:nvPr/>
          </p:nvSpPr>
          <p:spPr>
            <a:xfrm>
              <a:off x="7269250" y="1934300"/>
              <a:ext cx="35675" cy="96125"/>
            </a:xfrm>
            <a:custGeom>
              <a:rect b="b" l="l" r="r" t="t"/>
              <a:pathLst>
                <a:path extrusionOk="0" h="3845" w="1427">
                  <a:moveTo>
                    <a:pt x="404" y="1"/>
                  </a:moveTo>
                  <a:cubicBezTo>
                    <a:pt x="408" y="18"/>
                    <a:pt x="569" y="597"/>
                    <a:pt x="1" y="788"/>
                  </a:cubicBezTo>
                  <a:cubicBezTo>
                    <a:pt x="327" y="989"/>
                    <a:pt x="544" y="1351"/>
                    <a:pt x="544" y="1761"/>
                  </a:cubicBezTo>
                  <a:lnTo>
                    <a:pt x="544" y="3844"/>
                  </a:lnTo>
                  <a:lnTo>
                    <a:pt x="1426" y="3844"/>
                  </a:lnTo>
                  <a:lnTo>
                    <a:pt x="1426" y="1761"/>
                  </a:lnTo>
                  <a:cubicBezTo>
                    <a:pt x="1426" y="1009"/>
                    <a:pt x="1015" y="351"/>
                    <a:pt x="40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50"/>
            <p:cNvSpPr/>
            <p:nvPr/>
          </p:nvSpPr>
          <p:spPr>
            <a:xfrm>
              <a:off x="7191000" y="2021075"/>
              <a:ext cx="126475" cy="95125"/>
            </a:xfrm>
            <a:custGeom>
              <a:rect b="b" l="l" r="r" t="t"/>
              <a:pathLst>
                <a:path extrusionOk="0" h="3805" w="5059">
                  <a:moveTo>
                    <a:pt x="716" y="1"/>
                  </a:moveTo>
                  <a:cubicBezTo>
                    <a:pt x="321" y="1"/>
                    <a:pt x="0" y="321"/>
                    <a:pt x="0" y="716"/>
                  </a:cubicBezTo>
                  <a:lnTo>
                    <a:pt x="0" y="3089"/>
                  </a:lnTo>
                  <a:cubicBezTo>
                    <a:pt x="0" y="3484"/>
                    <a:pt x="321" y="3805"/>
                    <a:pt x="716" y="3805"/>
                  </a:cubicBezTo>
                  <a:lnTo>
                    <a:pt x="4343" y="3805"/>
                  </a:lnTo>
                  <a:cubicBezTo>
                    <a:pt x="4738" y="3805"/>
                    <a:pt x="5059" y="3484"/>
                    <a:pt x="5059" y="3089"/>
                  </a:cubicBezTo>
                  <a:lnTo>
                    <a:pt x="5059" y="716"/>
                  </a:lnTo>
                  <a:cubicBezTo>
                    <a:pt x="5059" y="321"/>
                    <a:pt x="4738" y="1"/>
                    <a:pt x="4343" y="1"/>
                  </a:cubicBezTo>
                  <a:close/>
                </a:path>
              </a:pathLst>
            </a:custGeom>
            <a:solidFill>
              <a:srgbClr val="0E50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50"/>
            <p:cNvSpPr/>
            <p:nvPr/>
          </p:nvSpPr>
          <p:spPr>
            <a:xfrm>
              <a:off x="7278475" y="2021075"/>
              <a:ext cx="39000" cy="95125"/>
            </a:xfrm>
            <a:custGeom>
              <a:rect b="b" l="l" r="r" t="t"/>
              <a:pathLst>
                <a:path extrusionOk="0" h="3805" w="1560">
                  <a:moveTo>
                    <a:pt x="0" y="1"/>
                  </a:moveTo>
                  <a:cubicBezTo>
                    <a:pt x="395" y="1"/>
                    <a:pt x="716" y="321"/>
                    <a:pt x="716" y="716"/>
                  </a:cubicBezTo>
                  <a:lnTo>
                    <a:pt x="716" y="3089"/>
                  </a:lnTo>
                  <a:cubicBezTo>
                    <a:pt x="716" y="3484"/>
                    <a:pt x="395" y="3805"/>
                    <a:pt x="0" y="3805"/>
                  </a:cubicBezTo>
                  <a:lnTo>
                    <a:pt x="844" y="3805"/>
                  </a:lnTo>
                  <a:cubicBezTo>
                    <a:pt x="1239" y="3805"/>
                    <a:pt x="1560" y="3484"/>
                    <a:pt x="1560" y="3089"/>
                  </a:cubicBezTo>
                  <a:lnTo>
                    <a:pt x="1560" y="716"/>
                  </a:lnTo>
                  <a:cubicBezTo>
                    <a:pt x="1560" y="321"/>
                    <a:pt x="1239" y="1"/>
                    <a:pt x="8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840" name="Google Shape;840;p50"/>
            <p:cNvSpPr/>
            <p:nvPr/>
          </p:nvSpPr>
          <p:spPr>
            <a:xfrm>
              <a:off x="7239150" y="2045275"/>
              <a:ext cx="30125" cy="46700"/>
            </a:xfrm>
            <a:custGeom>
              <a:rect b="b" l="l" r="r" t="t"/>
              <a:pathLst>
                <a:path extrusionOk="0" h="1868" w="1205">
                  <a:moveTo>
                    <a:pt x="603" y="0"/>
                  </a:moveTo>
                  <a:cubicBezTo>
                    <a:pt x="271" y="0"/>
                    <a:pt x="1" y="270"/>
                    <a:pt x="1" y="602"/>
                  </a:cubicBezTo>
                  <a:cubicBezTo>
                    <a:pt x="1" y="800"/>
                    <a:pt x="96" y="973"/>
                    <a:pt x="242" y="1084"/>
                  </a:cubicBezTo>
                  <a:lnTo>
                    <a:pt x="242" y="1507"/>
                  </a:lnTo>
                  <a:cubicBezTo>
                    <a:pt x="242" y="1707"/>
                    <a:pt x="404" y="1868"/>
                    <a:pt x="603" y="1868"/>
                  </a:cubicBezTo>
                  <a:cubicBezTo>
                    <a:pt x="803" y="1868"/>
                    <a:pt x="964" y="1707"/>
                    <a:pt x="964" y="1507"/>
                  </a:cubicBezTo>
                  <a:lnTo>
                    <a:pt x="964" y="1084"/>
                  </a:lnTo>
                  <a:cubicBezTo>
                    <a:pt x="1111" y="973"/>
                    <a:pt x="1205" y="800"/>
                    <a:pt x="1205" y="602"/>
                  </a:cubicBezTo>
                  <a:cubicBezTo>
                    <a:pt x="1205" y="270"/>
                    <a:pt x="936" y="0"/>
                    <a:pt x="603" y="0"/>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50"/>
            <p:cNvSpPr/>
            <p:nvPr/>
          </p:nvSpPr>
          <p:spPr>
            <a:xfrm>
              <a:off x="6987350" y="2167550"/>
              <a:ext cx="54325" cy="20975"/>
            </a:xfrm>
            <a:custGeom>
              <a:rect b="b" l="l" r="r" t="t"/>
              <a:pathLst>
                <a:path extrusionOk="0" h="839" w="2173">
                  <a:moveTo>
                    <a:pt x="419" y="1"/>
                  </a:moveTo>
                  <a:cubicBezTo>
                    <a:pt x="188" y="1"/>
                    <a:pt x="1" y="188"/>
                    <a:pt x="1" y="419"/>
                  </a:cubicBezTo>
                  <a:cubicBezTo>
                    <a:pt x="1" y="650"/>
                    <a:pt x="188" y="838"/>
                    <a:pt x="419" y="838"/>
                  </a:cubicBezTo>
                  <a:lnTo>
                    <a:pt x="1754" y="838"/>
                  </a:lnTo>
                  <a:cubicBezTo>
                    <a:pt x="1985" y="838"/>
                    <a:pt x="2172" y="650"/>
                    <a:pt x="2172" y="419"/>
                  </a:cubicBezTo>
                  <a:cubicBezTo>
                    <a:pt x="2172" y="187"/>
                    <a:pt x="1985" y="1"/>
                    <a:pt x="175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50"/>
            <p:cNvSpPr/>
            <p:nvPr/>
          </p:nvSpPr>
          <p:spPr>
            <a:xfrm>
              <a:off x="7060550" y="2167550"/>
              <a:ext cx="54300" cy="20975"/>
            </a:xfrm>
            <a:custGeom>
              <a:rect b="b" l="l" r="r" t="t"/>
              <a:pathLst>
                <a:path extrusionOk="0" h="839" w="2172">
                  <a:moveTo>
                    <a:pt x="420" y="1"/>
                  </a:moveTo>
                  <a:cubicBezTo>
                    <a:pt x="188" y="1"/>
                    <a:pt x="0" y="188"/>
                    <a:pt x="0" y="419"/>
                  </a:cubicBezTo>
                  <a:cubicBezTo>
                    <a:pt x="0" y="650"/>
                    <a:pt x="188" y="838"/>
                    <a:pt x="420" y="838"/>
                  </a:cubicBezTo>
                  <a:lnTo>
                    <a:pt x="1753" y="838"/>
                  </a:lnTo>
                  <a:cubicBezTo>
                    <a:pt x="1984" y="838"/>
                    <a:pt x="2172" y="650"/>
                    <a:pt x="2172" y="419"/>
                  </a:cubicBezTo>
                  <a:cubicBezTo>
                    <a:pt x="2172" y="187"/>
                    <a:pt x="1984" y="1"/>
                    <a:pt x="1753"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50"/>
            <p:cNvSpPr/>
            <p:nvPr/>
          </p:nvSpPr>
          <p:spPr>
            <a:xfrm>
              <a:off x="7133775" y="2167550"/>
              <a:ext cx="54300" cy="20975"/>
            </a:xfrm>
            <a:custGeom>
              <a:rect b="b" l="l" r="r" t="t"/>
              <a:pathLst>
                <a:path extrusionOk="0" h="839" w="2172">
                  <a:moveTo>
                    <a:pt x="419" y="1"/>
                  </a:moveTo>
                  <a:cubicBezTo>
                    <a:pt x="188" y="1"/>
                    <a:pt x="0" y="188"/>
                    <a:pt x="0" y="419"/>
                  </a:cubicBezTo>
                  <a:cubicBezTo>
                    <a:pt x="0" y="650"/>
                    <a:pt x="188" y="838"/>
                    <a:pt x="419" y="838"/>
                  </a:cubicBezTo>
                  <a:lnTo>
                    <a:pt x="1753" y="838"/>
                  </a:lnTo>
                  <a:cubicBezTo>
                    <a:pt x="1984" y="838"/>
                    <a:pt x="2172" y="650"/>
                    <a:pt x="2172" y="419"/>
                  </a:cubicBezTo>
                  <a:cubicBezTo>
                    <a:pt x="2172" y="187"/>
                    <a:pt x="1984" y="1"/>
                    <a:pt x="1753"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50"/>
            <p:cNvSpPr/>
            <p:nvPr/>
          </p:nvSpPr>
          <p:spPr>
            <a:xfrm>
              <a:off x="7206950" y="2167550"/>
              <a:ext cx="54325" cy="20975"/>
            </a:xfrm>
            <a:custGeom>
              <a:rect b="b" l="l" r="r" t="t"/>
              <a:pathLst>
                <a:path extrusionOk="0" h="839" w="2173">
                  <a:moveTo>
                    <a:pt x="419" y="1"/>
                  </a:moveTo>
                  <a:cubicBezTo>
                    <a:pt x="188" y="1"/>
                    <a:pt x="1" y="188"/>
                    <a:pt x="1" y="419"/>
                  </a:cubicBezTo>
                  <a:cubicBezTo>
                    <a:pt x="1" y="650"/>
                    <a:pt x="188" y="838"/>
                    <a:pt x="419" y="838"/>
                  </a:cubicBezTo>
                  <a:lnTo>
                    <a:pt x="1754" y="838"/>
                  </a:lnTo>
                  <a:cubicBezTo>
                    <a:pt x="1985" y="838"/>
                    <a:pt x="2172" y="650"/>
                    <a:pt x="2172" y="419"/>
                  </a:cubicBezTo>
                  <a:cubicBezTo>
                    <a:pt x="2172" y="187"/>
                    <a:pt x="1985" y="1"/>
                    <a:pt x="175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50"/>
            <p:cNvSpPr/>
            <p:nvPr/>
          </p:nvSpPr>
          <p:spPr>
            <a:xfrm>
              <a:off x="6981875" y="2235100"/>
              <a:ext cx="179600" cy="11050"/>
            </a:xfrm>
            <a:custGeom>
              <a:rect b="b" l="l" r="r" t="t"/>
              <a:pathLst>
                <a:path extrusionOk="0" h="442" w="7184">
                  <a:moveTo>
                    <a:pt x="220" y="1"/>
                  </a:moveTo>
                  <a:cubicBezTo>
                    <a:pt x="98" y="1"/>
                    <a:pt x="0" y="99"/>
                    <a:pt x="0" y="221"/>
                  </a:cubicBezTo>
                  <a:cubicBezTo>
                    <a:pt x="0" y="343"/>
                    <a:pt x="98" y="442"/>
                    <a:pt x="220" y="442"/>
                  </a:cubicBezTo>
                  <a:lnTo>
                    <a:pt x="6962" y="442"/>
                  </a:lnTo>
                  <a:cubicBezTo>
                    <a:pt x="7084" y="442"/>
                    <a:pt x="7184" y="343"/>
                    <a:pt x="7184" y="221"/>
                  </a:cubicBezTo>
                  <a:cubicBezTo>
                    <a:pt x="7184" y="99"/>
                    <a:pt x="7084" y="1"/>
                    <a:pt x="6962"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50"/>
            <p:cNvSpPr/>
            <p:nvPr/>
          </p:nvSpPr>
          <p:spPr>
            <a:xfrm>
              <a:off x="6981875" y="2260125"/>
              <a:ext cx="133925" cy="11100"/>
            </a:xfrm>
            <a:custGeom>
              <a:rect b="b" l="l" r="r" t="t"/>
              <a:pathLst>
                <a:path extrusionOk="0" h="444" w="5357">
                  <a:moveTo>
                    <a:pt x="220" y="1"/>
                  </a:moveTo>
                  <a:cubicBezTo>
                    <a:pt x="98" y="1"/>
                    <a:pt x="0" y="100"/>
                    <a:pt x="0" y="222"/>
                  </a:cubicBezTo>
                  <a:cubicBezTo>
                    <a:pt x="0" y="344"/>
                    <a:pt x="98" y="443"/>
                    <a:pt x="220" y="443"/>
                  </a:cubicBezTo>
                  <a:lnTo>
                    <a:pt x="5135" y="443"/>
                  </a:lnTo>
                  <a:cubicBezTo>
                    <a:pt x="5259" y="443"/>
                    <a:pt x="5357" y="344"/>
                    <a:pt x="5357" y="222"/>
                  </a:cubicBezTo>
                  <a:cubicBezTo>
                    <a:pt x="5357" y="100"/>
                    <a:pt x="5257" y="1"/>
                    <a:pt x="5135"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47" name="Google Shape;847;p50"/>
          <p:cNvCxnSpPr/>
          <p:nvPr/>
        </p:nvCxnSpPr>
        <p:spPr>
          <a:xfrm flipH="1" rot="10800000">
            <a:off x="414963" y="2907996"/>
            <a:ext cx="2657700" cy="5400"/>
          </a:xfrm>
          <a:prstGeom prst="straightConnector1">
            <a:avLst/>
          </a:prstGeom>
          <a:noFill/>
          <a:ln cap="flat" cmpd="sng" w="20500">
            <a:solidFill>
              <a:schemeClr val="accent4"/>
            </a:solidFill>
            <a:prstDash val="solid"/>
            <a:round/>
            <a:headEnd len="med" w="med" type="none"/>
            <a:tailEnd len="med" w="med" type="none"/>
          </a:ln>
        </p:spPr>
      </p:cxnSp>
      <p:cxnSp>
        <p:nvCxnSpPr>
          <p:cNvPr id="848" name="Google Shape;848;p50"/>
          <p:cNvCxnSpPr/>
          <p:nvPr/>
        </p:nvCxnSpPr>
        <p:spPr>
          <a:xfrm flipH="1" rot="10800000">
            <a:off x="3243152" y="2907996"/>
            <a:ext cx="2657700" cy="5400"/>
          </a:xfrm>
          <a:prstGeom prst="straightConnector1">
            <a:avLst/>
          </a:prstGeom>
          <a:noFill/>
          <a:ln cap="flat" cmpd="sng" w="20500">
            <a:solidFill>
              <a:schemeClr val="accent4"/>
            </a:solidFill>
            <a:prstDash val="solid"/>
            <a:round/>
            <a:headEnd len="med" w="med" type="none"/>
            <a:tailEnd len="med" w="med" type="none"/>
          </a:ln>
        </p:spPr>
      </p:cxnSp>
      <p:cxnSp>
        <p:nvCxnSpPr>
          <p:cNvPr id="849" name="Google Shape;849;p50"/>
          <p:cNvCxnSpPr/>
          <p:nvPr/>
        </p:nvCxnSpPr>
        <p:spPr>
          <a:xfrm flipH="1" rot="10800000">
            <a:off x="6071342" y="2907996"/>
            <a:ext cx="2657700" cy="5400"/>
          </a:xfrm>
          <a:prstGeom prst="straightConnector1">
            <a:avLst/>
          </a:prstGeom>
          <a:noFill/>
          <a:ln cap="flat" cmpd="sng" w="20500">
            <a:solidFill>
              <a:schemeClr val="accent4"/>
            </a:solidFill>
            <a:prstDash val="solid"/>
            <a:round/>
            <a:headEnd len="med" w="med" type="none"/>
            <a:tailEnd len="med" w="med" type="none"/>
          </a:ln>
        </p:spPr>
      </p:cxnSp>
      <p:sp>
        <p:nvSpPr>
          <p:cNvPr id="850" name="Google Shape;850;p50"/>
          <p:cNvSpPr txBox="1"/>
          <p:nvPr>
            <p:ph idx="1" type="subTitle"/>
          </p:nvPr>
        </p:nvSpPr>
        <p:spPr>
          <a:xfrm>
            <a:off x="429000" y="2338650"/>
            <a:ext cx="2629800" cy="466200"/>
          </a:xfrm>
          <a:prstGeom prst="rect">
            <a:avLst/>
          </a:prstGeom>
        </p:spPr>
        <p:txBody>
          <a:bodyPr anchorCtr="0" anchor="b" bIns="91425" lIns="91425" spcFirstLastPara="1" rIns="91425" wrap="square" tIns="91425">
            <a:noAutofit/>
          </a:bodyPr>
          <a:lstStyle/>
          <a:p>
            <a:pPr indent="0" lvl="0" marL="0" rtl="0" algn="ctr">
              <a:lnSpc>
                <a:spcPct val="80000"/>
              </a:lnSpc>
              <a:spcBef>
                <a:spcPts val="0"/>
              </a:spcBef>
              <a:spcAft>
                <a:spcPts val="0"/>
              </a:spcAft>
              <a:buSzPts val="770"/>
              <a:buNone/>
            </a:pPr>
            <a:r>
              <a:rPr lang="en" sz="2000"/>
              <a:t>ACCOUNT</a:t>
            </a:r>
            <a:endParaRPr sz="2000"/>
          </a:p>
        </p:txBody>
      </p:sp>
      <p:sp>
        <p:nvSpPr>
          <p:cNvPr id="851" name="Google Shape;851;p50"/>
          <p:cNvSpPr txBox="1"/>
          <p:nvPr>
            <p:ph idx="2" type="subTitle"/>
          </p:nvPr>
        </p:nvSpPr>
        <p:spPr>
          <a:xfrm>
            <a:off x="3257188" y="2434175"/>
            <a:ext cx="2629800" cy="4662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VM INPUTS</a:t>
            </a:r>
            <a:endParaRPr sz="2000"/>
          </a:p>
        </p:txBody>
      </p:sp>
      <p:sp>
        <p:nvSpPr>
          <p:cNvPr id="852" name="Google Shape;852;p50"/>
          <p:cNvSpPr txBox="1"/>
          <p:nvPr>
            <p:ph idx="3" type="subTitle"/>
          </p:nvPr>
        </p:nvSpPr>
        <p:spPr>
          <a:xfrm>
            <a:off x="6085388" y="2434175"/>
            <a:ext cx="2629800" cy="4662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PREFLIGHT</a:t>
            </a:r>
            <a:endParaRPr sz="2000"/>
          </a:p>
        </p:txBody>
      </p:sp>
      <p:sp>
        <p:nvSpPr>
          <p:cNvPr id="853" name="Google Shape;853;p50"/>
          <p:cNvSpPr txBox="1"/>
          <p:nvPr>
            <p:ph idx="4" type="subTitle"/>
          </p:nvPr>
        </p:nvSpPr>
        <p:spPr>
          <a:xfrm>
            <a:off x="6085400" y="2913400"/>
            <a:ext cx="2629800" cy="17499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600"/>
              <a:t>Rehearse the provider against the account before class.</a:t>
            </a:r>
            <a:endParaRPr sz="1600">
              <a:solidFill>
                <a:srgbClr val="D9D9D9"/>
              </a:solidFill>
            </a:endParaRPr>
          </a:p>
        </p:txBody>
      </p:sp>
      <p:sp>
        <p:nvSpPr>
          <p:cNvPr id="854" name="Google Shape;854;p50"/>
          <p:cNvSpPr txBox="1"/>
          <p:nvPr>
            <p:ph idx="5" type="subTitle"/>
          </p:nvPr>
        </p:nvSpPr>
        <p:spPr>
          <a:xfrm>
            <a:off x="3257200" y="2913400"/>
            <a:ext cx="2629800" cy="17499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600"/>
              <a:t>Choose a current region, flavor, image, and SSH key.</a:t>
            </a:r>
            <a:endParaRPr sz="1600"/>
          </a:p>
        </p:txBody>
      </p:sp>
      <p:sp>
        <p:nvSpPr>
          <p:cNvPr id="855" name="Google Shape;855;p50"/>
          <p:cNvSpPr txBox="1"/>
          <p:nvPr>
            <p:ph idx="6" type="subTitle"/>
          </p:nvPr>
        </p:nvSpPr>
        <p:spPr>
          <a:xfrm>
            <a:off x="429000" y="2913325"/>
            <a:ext cx="2629800" cy="17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A sandbox account supplies the API key and quota.</a:t>
            </a:r>
            <a:endParaRPr sz="16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pic>
        <p:nvPicPr>
          <p:cNvPr id="860" name="Google Shape;860;p51"/>
          <p:cNvPicPr preferRelativeResize="0"/>
          <p:nvPr>
            <p:ph idx="2" type="pic"/>
          </p:nvPr>
        </p:nvPicPr>
        <p:blipFill rotWithShape="1">
          <a:blip r:embed="rId3">
            <a:alphaModFix/>
          </a:blip>
          <a:srcRect b="0" l="1343" r="1343" t="0"/>
          <a:stretch/>
        </p:blipFill>
        <p:spPr>
          <a:xfrm>
            <a:off x="1276350" y="1281825"/>
            <a:ext cx="6591300" cy="3645000"/>
          </a:xfrm>
          <a:prstGeom prst="roundRect">
            <a:avLst>
              <a:gd fmla="val 8021" name="adj"/>
            </a:avLst>
          </a:prstGeom>
        </p:spPr>
      </p:pic>
      <p:sp>
        <p:nvSpPr>
          <p:cNvPr id="861" name="Google Shape;861;p51"/>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900"/>
              <a:t>Guardrails and tests</a:t>
            </a:r>
            <a:endParaRPr sz="29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52"/>
          <p:cNvSpPr txBox="1"/>
          <p:nvPr>
            <p:ph type="title"/>
          </p:nvPr>
        </p:nvSpPr>
        <p:spPr>
          <a:xfrm>
            <a:off x="866675" y="360750"/>
            <a:ext cx="60423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800"/>
              <a:t>Guardrails for cloud actions</a:t>
            </a:r>
            <a:endParaRPr sz="2800"/>
          </a:p>
        </p:txBody>
      </p:sp>
      <p:grpSp>
        <p:nvGrpSpPr>
          <p:cNvPr id="866" name="Google Shape;866;p52"/>
          <p:cNvGrpSpPr/>
          <p:nvPr/>
        </p:nvGrpSpPr>
        <p:grpSpPr>
          <a:xfrm>
            <a:off x="1464131" y="1786503"/>
            <a:ext cx="420539" cy="401186"/>
            <a:chOff x="1757388" y="1858738"/>
            <a:chExt cx="370225" cy="353250"/>
          </a:xfrm>
        </p:grpSpPr>
        <p:sp>
          <p:nvSpPr>
            <p:cNvPr id="867" name="Google Shape;867;p52"/>
            <p:cNvSpPr/>
            <p:nvPr/>
          </p:nvSpPr>
          <p:spPr>
            <a:xfrm>
              <a:off x="1771388" y="1937063"/>
              <a:ext cx="339975" cy="255050"/>
            </a:xfrm>
            <a:custGeom>
              <a:rect b="b" l="l" r="r" t="t"/>
              <a:pathLst>
                <a:path extrusionOk="0" h="10202" w="13599">
                  <a:moveTo>
                    <a:pt x="1066" y="1"/>
                  </a:moveTo>
                  <a:cubicBezTo>
                    <a:pt x="478" y="1"/>
                    <a:pt x="0" y="478"/>
                    <a:pt x="0" y="1066"/>
                  </a:cubicBezTo>
                  <a:lnTo>
                    <a:pt x="0" y="9405"/>
                  </a:lnTo>
                  <a:lnTo>
                    <a:pt x="6799" y="10201"/>
                  </a:lnTo>
                  <a:lnTo>
                    <a:pt x="13599" y="9405"/>
                  </a:lnTo>
                  <a:lnTo>
                    <a:pt x="13599" y="1067"/>
                  </a:lnTo>
                  <a:cubicBezTo>
                    <a:pt x="13599" y="478"/>
                    <a:pt x="13121" y="1"/>
                    <a:pt x="1253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52"/>
            <p:cNvSpPr/>
            <p:nvPr/>
          </p:nvSpPr>
          <p:spPr>
            <a:xfrm>
              <a:off x="1757388" y="2172163"/>
              <a:ext cx="367950" cy="39825"/>
            </a:xfrm>
            <a:custGeom>
              <a:rect b="b" l="l" r="r" t="t"/>
              <a:pathLst>
                <a:path extrusionOk="0" h="1593" w="14718">
                  <a:moveTo>
                    <a:pt x="416" y="1"/>
                  </a:moveTo>
                  <a:cubicBezTo>
                    <a:pt x="175" y="1"/>
                    <a:pt x="0" y="232"/>
                    <a:pt x="66" y="464"/>
                  </a:cubicBezTo>
                  <a:lnTo>
                    <a:pt x="130" y="692"/>
                  </a:lnTo>
                  <a:cubicBezTo>
                    <a:pt x="280" y="1224"/>
                    <a:pt x="766" y="1593"/>
                    <a:pt x="1319" y="1593"/>
                  </a:cubicBezTo>
                  <a:lnTo>
                    <a:pt x="13400" y="1593"/>
                  </a:lnTo>
                  <a:cubicBezTo>
                    <a:pt x="13953" y="1593"/>
                    <a:pt x="14439" y="1224"/>
                    <a:pt x="14587" y="692"/>
                  </a:cubicBezTo>
                  <a:lnTo>
                    <a:pt x="14652" y="464"/>
                  </a:lnTo>
                  <a:cubicBezTo>
                    <a:pt x="14717" y="232"/>
                    <a:pt x="14542" y="1"/>
                    <a:pt x="1430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52"/>
            <p:cNvSpPr/>
            <p:nvPr/>
          </p:nvSpPr>
          <p:spPr>
            <a:xfrm>
              <a:off x="1771338" y="1937063"/>
              <a:ext cx="354000" cy="274925"/>
            </a:xfrm>
            <a:custGeom>
              <a:rect b="b" l="l" r="r" t="t"/>
              <a:pathLst>
                <a:path extrusionOk="0" h="10997" w="14160">
                  <a:moveTo>
                    <a:pt x="11072" y="1"/>
                  </a:moveTo>
                  <a:cubicBezTo>
                    <a:pt x="11660" y="1"/>
                    <a:pt x="12139" y="478"/>
                    <a:pt x="12139" y="1067"/>
                  </a:cubicBezTo>
                  <a:lnTo>
                    <a:pt x="12139" y="8661"/>
                  </a:lnTo>
                  <a:cubicBezTo>
                    <a:pt x="12139" y="8848"/>
                    <a:pt x="11988" y="9000"/>
                    <a:pt x="11800" y="9000"/>
                  </a:cubicBezTo>
                  <a:lnTo>
                    <a:pt x="1" y="9000"/>
                  </a:lnTo>
                  <a:lnTo>
                    <a:pt x="1" y="9405"/>
                  </a:lnTo>
                  <a:lnTo>
                    <a:pt x="12355" y="9405"/>
                  </a:lnTo>
                  <a:cubicBezTo>
                    <a:pt x="12596" y="9405"/>
                    <a:pt x="12771" y="9636"/>
                    <a:pt x="12705" y="9868"/>
                  </a:cubicBezTo>
                  <a:lnTo>
                    <a:pt x="12640" y="10096"/>
                  </a:lnTo>
                  <a:cubicBezTo>
                    <a:pt x="12491" y="10628"/>
                    <a:pt x="12005" y="10997"/>
                    <a:pt x="11453" y="10997"/>
                  </a:cubicBezTo>
                  <a:lnTo>
                    <a:pt x="12842" y="10997"/>
                  </a:lnTo>
                  <a:cubicBezTo>
                    <a:pt x="13395" y="10997"/>
                    <a:pt x="13881" y="10628"/>
                    <a:pt x="14029" y="10096"/>
                  </a:cubicBezTo>
                  <a:lnTo>
                    <a:pt x="14094" y="9868"/>
                  </a:lnTo>
                  <a:cubicBezTo>
                    <a:pt x="14159" y="9636"/>
                    <a:pt x="13986" y="9405"/>
                    <a:pt x="13744" y="9405"/>
                  </a:cubicBezTo>
                  <a:lnTo>
                    <a:pt x="13601" y="9405"/>
                  </a:lnTo>
                  <a:lnTo>
                    <a:pt x="13601" y="1067"/>
                  </a:lnTo>
                  <a:cubicBezTo>
                    <a:pt x="13601" y="478"/>
                    <a:pt x="13123" y="1"/>
                    <a:pt x="1253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52"/>
            <p:cNvSpPr/>
            <p:nvPr/>
          </p:nvSpPr>
          <p:spPr>
            <a:xfrm>
              <a:off x="1890388" y="2172163"/>
              <a:ext cx="101950" cy="19950"/>
            </a:xfrm>
            <a:custGeom>
              <a:rect b="b" l="l" r="r" t="t"/>
              <a:pathLst>
                <a:path extrusionOk="0" h="798" w="4078">
                  <a:moveTo>
                    <a:pt x="0" y="1"/>
                  </a:moveTo>
                  <a:lnTo>
                    <a:pt x="0" y="299"/>
                  </a:lnTo>
                  <a:cubicBezTo>
                    <a:pt x="0" y="573"/>
                    <a:pt x="223" y="797"/>
                    <a:pt x="499" y="797"/>
                  </a:cubicBezTo>
                  <a:lnTo>
                    <a:pt x="3580" y="797"/>
                  </a:lnTo>
                  <a:cubicBezTo>
                    <a:pt x="3855" y="797"/>
                    <a:pt x="4077" y="573"/>
                    <a:pt x="4077" y="299"/>
                  </a:cubicBezTo>
                  <a:lnTo>
                    <a:pt x="4077" y="1"/>
                  </a:ln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52"/>
            <p:cNvSpPr/>
            <p:nvPr/>
          </p:nvSpPr>
          <p:spPr>
            <a:xfrm>
              <a:off x="1793388" y="1959113"/>
              <a:ext cx="295925" cy="191025"/>
            </a:xfrm>
            <a:custGeom>
              <a:rect b="b" l="l" r="r" t="t"/>
              <a:pathLst>
                <a:path extrusionOk="0" h="7641" w="11837">
                  <a:moveTo>
                    <a:pt x="769" y="1"/>
                  </a:moveTo>
                  <a:cubicBezTo>
                    <a:pt x="345" y="1"/>
                    <a:pt x="1" y="344"/>
                    <a:pt x="1" y="768"/>
                  </a:cubicBezTo>
                  <a:lnTo>
                    <a:pt x="1" y="6874"/>
                  </a:lnTo>
                  <a:cubicBezTo>
                    <a:pt x="1" y="7298"/>
                    <a:pt x="345" y="7641"/>
                    <a:pt x="769" y="7641"/>
                  </a:cubicBezTo>
                  <a:lnTo>
                    <a:pt x="11070" y="7641"/>
                  </a:lnTo>
                  <a:cubicBezTo>
                    <a:pt x="11134" y="7641"/>
                    <a:pt x="11197" y="7632"/>
                    <a:pt x="11257" y="7618"/>
                  </a:cubicBezTo>
                  <a:cubicBezTo>
                    <a:pt x="11334" y="7599"/>
                    <a:pt x="11407" y="7568"/>
                    <a:pt x="11473" y="7526"/>
                  </a:cubicBezTo>
                  <a:cubicBezTo>
                    <a:pt x="11691" y="7392"/>
                    <a:pt x="11837" y="7149"/>
                    <a:pt x="11837" y="6874"/>
                  </a:cubicBezTo>
                  <a:lnTo>
                    <a:pt x="11837" y="768"/>
                  </a:lnTo>
                  <a:cubicBezTo>
                    <a:pt x="11837" y="491"/>
                    <a:pt x="11690" y="248"/>
                    <a:pt x="11470" y="114"/>
                  </a:cubicBezTo>
                  <a:cubicBezTo>
                    <a:pt x="11401" y="72"/>
                    <a:pt x="11324" y="40"/>
                    <a:pt x="11245" y="20"/>
                  </a:cubicBezTo>
                  <a:cubicBezTo>
                    <a:pt x="11187" y="8"/>
                    <a:pt x="11130" y="1"/>
                    <a:pt x="110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52"/>
            <p:cNvSpPr/>
            <p:nvPr/>
          </p:nvSpPr>
          <p:spPr>
            <a:xfrm>
              <a:off x="2074488" y="1959613"/>
              <a:ext cx="14825" cy="189975"/>
            </a:xfrm>
            <a:custGeom>
              <a:rect b="b" l="l" r="r" t="t"/>
              <a:pathLst>
                <a:path extrusionOk="0" h="7599" w="593">
                  <a:moveTo>
                    <a:pt x="1" y="0"/>
                  </a:moveTo>
                  <a:lnTo>
                    <a:pt x="1" y="0"/>
                  </a:lnTo>
                  <a:cubicBezTo>
                    <a:pt x="8" y="53"/>
                    <a:pt x="13" y="109"/>
                    <a:pt x="13" y="164"/>
                  </a:cubicBezTo>
                  <a:lnTo>
                    <a:pt x="13" y="7598"/>
                  </a:lnTo>
                  <a:cubicBezTo>
                    <a:pt x="90" y="7579"/>
                    <a:pt x="163" y="7548"/>
                    <a:pt x="229" y="7506"/>
                  </a:cubicBezTo>
                  <a:cubicBezTo>
                    <a:pt x="447" y="7372"/>
                    <a:pt x="593" y="7129"/>
                    <a:pt x="593" y="6854"/>
                  </a:cubicBezTo>
                  <a:lnTo>
                    <a:pt x="593" y="748"/>
                  </a:lnTo>
                  <a:cubicBezTo>
                    <a:pt x="593" y="471"/>
                    <a:pt x="446" y="228"/>
                    <a:pt x="226" y="94"/>
                  </a:cubicBezTo>
                  <a:cubicBezTo>
                    <a:pt x="157" y="51"/>
                    <a:pt x="80" y="20"/>
                    <a:pt x="1" y="0"/>
                  </a:cubicBezTo>
                  <a:close/>
                </a:path>
              </a:pathLst>
            </a:custGeom>
            <a:solidFill>
              <a:srgbClr val="878787">
                <a:alpha val="13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52"/>
            <p:cNvSpPr/>
            <p:nvPr/>
          </p:nvSpPr>
          <p:spPr>
            <a:xfrm>
              <a:off x="1825063" y="1996763"/>
              <a:ext cx="232600" cy="153375"/>
            </a:xfrm>
            <a:custGeom>
              <a:rect b="b" l="l" r="r" t="t"/>
              <a:pathLst>
                <a:path extrusionOk="0" h="6135" w="9304">
                  <a:moveTo>
                    <a:pt x="4652" y="1"/>
                  </a:moveTo>
                  <a:cubicBezTo>
                    <a:pt x="4383" y="1"/>
                    <a:pt x="4114" y="142"/>
                    <a:pt x="3978" y="424"/>
                  </a:cubicBezTo>
                  <a:lnTo>
                    <a:pt x="2370" y="3777"/>
                  </a:lnTo>
                  <a:lnTo>
                    <a:pt x="909" y="2822"/>
                  </a:lnTo>
                  <a:cubicBezTo>
                    <a:pt x="813" y="2759"/>
                    <a:pt x="709" y="2731"/>
                    <a:pt x="608" y="2731"/>
                  </a:cubicBezTo>
                  <a:cubicBezTo>
                    <a:pt x="289" y="2731"/>
                    <a:pt x="0" y="3015"/>
                    <a:pt x="61" y="3377"/>
                  </a:cubicBezTo>
                  <a:lnTo>
                    <a:pt x="519" y="6135"/>
                  </a:lnTo>
                  <a:lnTo>
                    <a:pt x="8785" y="6135"/>
                  </a:lnTo>
                  <a:lnTo>
                    <a:pt x="9244" y="3377"/>
                  </a:lnTo>
                  <a:cubicBezTo>
                    <a:pt x="9304" y="3015"/>
                    <a:pt x="9015" y="2731"/>
                    <a:pt x="8696" y="2731"/>
                  </a:cubicBezTo>
                  <a:cubicBezTo>
                    <a:pt x="8595" y="2731"/>
                    <a:pt x="8491" y="2759"/>
                    <a:pt x="8394" y="2822"/>
                  </a:cubicBezTo>
                  <a:lnTo>
                    <a:pt x="6935" y="3777"/>
                  </a:lnTo>
                  <a:lnTo>
                    <a:pt x="5325" y="424"/>
                  </a:lnTo>
                  <a:cubicBezTo>
                    <a:pt x="5190" y="142"/>
                    <a:pt x="4921" y="1"/>
                    <a:pt x="4652" y="1"/>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52"/>
            <p:cNvSpPr/>
            <p:nvPr/>
          </p:nvSpPr>
          <p:spPr>
            <a:xfrm>
              <a:off x="1880963" y="2070463"/>
              <a:ext cx="120800" cy="79675"/>
            </a:xfrm>
            <a:custGeom>
              <a:rect b="b" l="l" r="r" t="t"/>
              <a:pathLst>
                <a:path extrusionOk="0" h="3187" w="4832">
                  <a:moveTo>
                    <a:pt x="2416" y="1"/>
                  </a:moveTo>
                  <a:cubicBezTo>
                    <a:pt x="2276" y="1"/>
                    <a:pt x="2136" y="74"/>
                    <a:pt x="2066" y="221"/>
                  </a:cubicBezTo>
                  <a:lnTo>
                    <a:pt x="1231" y="1963"/>
                  </a:lnTo>
                  <a:lnTo>
                    <a:pt x="473" y="1467"/>
                  </a:lnTo>
                  <a:cubicBezTo>
                    <a:pt x="422" y="1434"/>
                    <a:pt x="368" y="1419"/>
                    <a:pt x="315" y="1419"/>
                  </a:cubicBezTo>
                  <a:cubicBezTo>
                    <a:pt x="150" y="1419"/>
                    <a:pt x="1" y="1567"/>
                    <a:pt x="31" y="1755"/>
                  </a:cubicBezTo>
                  <a:lnTo>
                    <a:pt x="270" y="3187"/>
                  </a:lnTo>
                  <a:lnTo>
                    <a:pt x="4562" y="3187"/>
                  </a:lnTo>
                  <a:lnTo>
                    <a:pt x="4800" y="1755"/>
                  </a:lnTo>
                  <a:cubicBezTo>
                    <a:pt x="4832" y="1567"/>
                    <a:pt x="4682" y="1419"/>
                    <a:pt x="4517" y="1419"/>
                  </a:cubicBezTo>
                  <a:cubicBezTo>
                    <a:pt x="4464" y="1419"/>
                    <a:pt x="4410" y="1434"/>
                    <a:pt x="4359" y="1467"/>
                  </a:cubicBezTo>
                  <a:lnTo>
                    <a:pt x="3602" y="1963"/>
                  </a:lnTo>
                  <a:lnTo>
                    <a:pt x="2766" y="221"/>
                  </a:lnTo>
                  <a:cubicBezTo>
                    <a:pt x="2696" y="74"/>
                    <a:pt x="2556" y="1"/>
                    <a:pt x="2416" y="1"/>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52"/>
            <p:cNvSpPr/>
            <p:nvPr/>
          </p:nvSpPr>
          <p:spPr>
            <a:xfrm>
              <a:off x="1978863" y="1858738"/>
              <a:ext cx="148750" cy="126400"/>
            </a:xfrm>
            <a:custGeom>
              <a:rect b="b" l="l" r="r" t="t"/>
              <a:pathLst>
                <a:path extrusionOk="0" h="5056" w="5950">
                  <a:moveTo>
                    <a:pt x="2975" y="0"/>
                  </a:moveTo>
                  <a:cubicBezTo>
                    <a:pt x="2784" y="0"/>
                    <a:pt x="2592" y="95"/>
                    <a:pt x="2483" y="285"/>
                  </a:cubicBezTo>
                  <a:lnTo>
                    <a:pt x="219" y="4203"/>
                  </a:lnTo>
                  <a:cubicBezTo>
                    <a:pt x="1" y="4583"/>
                    <a:pt x="274" y="5056"/>
                    <a:pt x="712" y="5056"/>
                  </a:cubicBezTo>
                  <a:lnTo>
                    <a:pt x="5238" y="5056"/>
                  </a:lnTo>
                  <a:cubicBezTo>
                    <a:pt x="5675" y="5056"/>
                    <a:pt x="5949" y="4583"/>
                    <a:pt x="5730" y="4203"/>
                  </a:cubicBezTo>
                  <a:lnTo>
                    <a:pt x="3467" y="285"/>
                  </a:lnTo>
                  <a:cubicBezTo>
                    <a:pt x="3358" y="95"/>
                    <a:pt x="3167" y="0"/>
                    <a:pt x="2975" y="0"/>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52"/>
            <p:cNvSpPr/>
            <p:nvPr/>
          </p:nvSpPr>
          <p:spPr>
            <a:xfrm>
              <a:off x="2042313" y="1858738"/>
              <a:ext cx="85300" cy="126400"/>
            </a:xfrm>
            <a:custGeom>
              <a:rect b="b" l="l" r="r" t="t"/>
              <a:pathLst>
                <a:path extrusionOk="0" h="5056" w="3412">
                  <a:moveTo>
                    <a:pt x="437" y="0"/>
                  </a:moveTo>
                  <a:cubicBezTo>
                    <a:pt x="275" y="0"/>
                    <a:pt x="113" y="68"/>
                    <a:pt x="1" y="203"/>
                  </a:cubicBezTo>
                  <a:cubicBezTo>
                    <a:pt x="21" y="229"/>
                    <a:pt x="40" y="255"/>
                    <a:pt x="57" y="285"/>
                  </a:cubicBezTo>
                  <a:lnTo>
                    <a:pt x="2319" y="4203"/>
                  </a:lnTo>
                  <a:cubicBezTo>
                    <a:pt x="2539" y="4583"/>
                    <a:pt x="2265" y="5056"/>
                    <a:pt x="1828" y="5056"/>
                  </a:cubicBezTo>
                  <a:lnTo>
                    <a:pt x="2700" y="5056"/>
                  </a:lnTo>
                  <a:cubicBezTo>
                    <a:pt x="3137" y="5056"/>
                    <a:pt x="3411" y="4583"/>
                    <a:pt x="3192" y="4203"/>
                  </a:cubicBezTo>
                  <a:lnTo>
                    <a:pt x="929" y="285"/>
                  </a:lnTo>
                  <a:cubicBezTo>
                    <a:pt x="819" y="95"/>
                    <a:pt x="628" y="0"/>
                    <a:pt x="437"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52"/>
            <p:cNvSpPr/>
            <p:nvPr/>
          </p:nvSpPr>
          <p:spPr>
            <a:xfrm>
              <a:off x="2041163" y="1887513"/>
              <a:ext cx="24150" cy="53675"/>
            </a:xfrm>
            <a:custGeom>
              <a:rect b="b" l="l" r="r" t="t"/>
              <a:pathLst>
                <a:path extrusionOk="0" h="2147" w="966">
                  <a:moveTo>
                    <a:pt x="482" y="0"/>
                  </a:moveTo>
                  <a:cubicBezTo>
                    <a:pt x="216" y="0"/>
                    <a:pt x="1" y="217"/>
                    <a:pt x="1" y="483"/>
                  </a:cubicBezTo>
                  <a:lnTo>
                    <a:pt x="1" y="1663"/>
                  </a:lnTo>
                  <a:cubicBezTo>
                    <a:pt x="1" y="1931"/>
                    <a:pt x="216" y="2146"/>
                    <a:pt x="482" y="2146"/>
                  </a:cubicBezTo>
                  <a:cubicBezTo>
                    <a:pt x="750" y="2146"/>
                    <a:pt x="965" y="1931"/>
                    <a:pt x="965" y="1663"/>
                  </a:cubicBezTo>
                  <a:lnTo>
                    <a:pt x="965" y="483"/>
                  </a:ln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52"/>
            <p:cNvSpPr/>
            <p:nvPr/>
          </p:nvSpPr>
          <p:spPr>
            <a:xfrm>
              <a:off x="2041163" y="1948513"/>
              <a:ext cx="24150" cy="24150"/>
            </a:xfrm>
            <a:custGeom>
              <a:rect b="b" l="l" r="r" t="t"/>
              <a:pathLst>
                <a:path extrusionOk="0" h="966" w="966">
                  <a:moveTo>
                    <a:pt x="482" y="0"/>
                  </a:moveTo>
                  <a:cubicBezTo>
                    <a:pt x="216" y="0"/>
                    <a:pt x="1" y="217"/>
                    <a:pt x="1" y="483"/>
                  </a:cubicBezTo>
                  <a:lnTo>
                    <a:pt x="1" y="531"/>
                  </a:lnTo>
                  <a:cubicBezTo>
                    <a:pt x="1" y="772"/>
                    <a:pt x="194" y="965"/>
                    <a:pt x="435" y="965"/>
                  </a:cubicBezTo>
                  <a:lnTo>
                    <a:pt x="482" y="965"/>
                  </a:lnTo>
                  <a:cubicBezTo>
                    <a:pt x="750" y="965"/>
                    <a:pt x="965" y="750"/>
                    <a:pt x="965" y="483"/>
                  </a:cubicBez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9" name="Google Shape;879;p52"/>
          <p:cNvGrpSpPr/>
          <p:nvPr/>
        </p:nvGrpSpPr>
        <p:grpSpPr>
          <a:xfrm>
            <a:off x="4369781" y="1779636"/>
            <a:ext cx="404437" cy="414928"/>
            <a:chOff x="4393975" y="1891863"/>
            <a:chExt cx="356050" cy="365350"/>
          </a:xfrm>
        </p:grpSpPr>
        <p:sp>
          <p:nvSpPr>
            <p:cNvPr id="880" name="Google Shape;880;p52"/>
            <p:cNvSpPr/>
            <p:nvPr/>
          </p:nvSpPr>
          <p:spPr>
            <a:xfrm>
              <a:off x="4393975" y="1891863"/>
              <a:ext cx="226075" cy="217200"/>
            </a:xfrm>
            <a:custGeom>
              <a:rect b="b" l="l" r="r" t="t"/>
              <a:pathLst>
                <a:path extrusionOk="0" h="8688" w="9043">
                  <a:moveTo>
                    <a:pt x="4156" y="0"/>
                  </a:moveTo>
                  <a:cubicBezTo>
                    <a:pt x="4101" y="0"/>
                    <a:pt x="4047" y="2"/>
                    <a:pt x="3992" y="4"/>
                  </a:cubicBezTo>
                  <a:cubicBezTo>
                    <a:pt x="3480" y="26"/>
                    <a:pt x="2963" y="158"/>
                    <a:pt x="2476" y="409"/>
                  </a:cubicBezTo>
                  <a:cubicBezTo>
                    <a:pt x="685" y="1334"/>
                    <a:pt x="1" y="3552"/>
                    <a:pt x="898" y="5358"/>
                  </a:cubicBezTo>
                  <a:lnTo>
                    <a:pt x="2553" y="8687"/>
                  </a:lnTo>
                  <a:lnTo>
                    <a:pt x="3984" y="7976"/>
                  </a:lnTo>
                  <a:lnTo>
                    <a:pt x="2304" y="4596"/>
                  </a:lnTo>
                  <a:cubicBezTo>
                    <a:pt x="1787" y="3557"/>
                    <a:pt x="2227" y="2288"/>
                    <a:pt x="3284" y="1793"/>
                  </a:cubicBezTo>
                  <a:cubicBezTo>
                    <a:pt x="3513" y="1686"/>
                    <a:pt x="3753" y="1625"/>
                    <a:pt x="3992" y="1607"/>
                  </a:cubicBezTo>
                  <a:cubicBezTo>
                    <a:pt x="4042" y="1603"/>
                    <a:pt x="4093" y="1602"/>
                    <a:pt x="4143" y="1602"/>
                  </a:cubicBezTo>
                  <a:cubicBezTo>
                    <a:pt x="4920" y="1602"/>
                    <a:pt x="5669" y="2044"/>
                    <a:pt x="6038" y="2785"/>
                  </a:cubicBezTo>
                  <a:lnTo>
                    <a:pt x="7501" y="5730"/>
                  </a:lnTo>
                  <a:cubicBezTo>
                    <a:pt x="7579" y="5888"/>
                    <a:pt x="7737" y="5978"/>
                    <a:pt x="7901" y="5978"/>
                  </a:cubicBezTo>
                  <a:cubicBezTo>
                    <a:pt x="7968" y="5978"/>
                    <a:pt x="8035" y="5963"/>
                    <a:pt x="8098" y="5932"/>
                  </a:cubicBezTo>
                  <a:lnTo>
                    <a:pt x="8733" y="5617"/>
                  </a:lnTo>
                  <a:cubicBezTo>
                    <a:pt x="8952" y="5508"/>
                    <a:pt x="9042" y="5240"/>
                    <a:pt x="8933" y="5019"/>
                  </a:cubicBezTo>
                  <a:lnTo>
                    <a:pt x="7450" y="2037"/>
                  </a:lnTo>
                  <a:cubicBezTo>
                    <a:pt x="6810" y="748"/>
                    <a:pt x="5507" y="0"/>
                    <a:pt x="4156" y="0"/>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52"/>
            <p:cNvSpPr/>
            <p:nvPr/>
          </p:nvSpPr>
          <p:spPr>
            <a:xfrm>
              <a:off x="4493775" y="1891863"/>
              <a:ext cx="126275" cy="149475"/>
            </a:xfrm>
            <a:custGeom>
              <a:rect b="b" l="l" r="r" t="t"/>
              <a:pathLst>
                <a:path extrusionOk="0" h="5979" w="5051">
                  <a:moveTo>
                    <a:pt x="164" y="0"/>
                  </a:moveTo>
                  <a:cubicBezTo>
                    <a:pt x="109" y="0"/>
                    <a:pt x="55" y="2"/>
                    <a:pt x="0" y="4"/>
                  </a:cubicBezTo>
                  <a:cubicBezTo>
                    <a:pt x="24" y="28"/>
                    <a:pt x="626" y="672"/>
                    <a:pt x="0" y="1607"/>
                  </a:cubicBezTo>
                  <a:cubicBezTo>
                    <a:pt x="50" y="1603"/>
                    <a:pt x="101" y="1602"/>
                    <a:pt x="151" y="1602"/>
                  </a:cubicBezTo>
                  <a:cubicBezTo>
                    <a:pt x="928" y="1602"/>
                    <a:pt x="1677" y="2044"/>
                    <a:pt x="2046" y="2785"/>
                  </a:cubicBezTo>
                  <a:lnTo>
                    <a:pt x="3509" y="5730"/>
                  </a:lnTo>
                  <a:cubicBezTo>
                    <a:pt x="3587" y="5888"/>
                    <a:pt x="3745" y="5978"/>
                    <a:pt x="3909" y="5978"/>
                  </a:cubicBezTo>
                  <a:cubicBezTo>
                    <a:pt x="3976" y="5978"/>
                    <a:pt x="4043" y="5963"/>
                    <a:pt x="4106" y="5932"/>
                  </a:cubicBezTo>
                  <a:lnTo>
                    <a:pt x="4741" y="5617"/>
                  </a:lnTo>
                  <a:cubicBezTo>
                    <a:pt x="4960" y="5508"/>
                    <a:pt x="5050" y="5240"/>
                    <a:pt x="4941" y="5019"/>
                  </a:cubicBezTo>
                  <a:lnTo>
                    <a:pt x="3458" y="2037"/>
                  </a:lnTo>
                  <a:cubicBezTo>
                    <a:pt x="2818" y="748"/>
                    <a:pt x="1515" y="0"/>
                    <a:pt x="164" y="0"/>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52"/>
            <p:cNvSpPr/>
            <p:nvPr/>
          </p:nvSpPr>
          <p:spPr>
            <a:xfrm>
              <a:off x="4425400" y="2084913"/>
              <a:ext cx="229150" cy="172300"/>
            </a:xfrm>
            <a:custGeom>
              <a:rect b="b" l="l" r="r" t="t"/>
              <a:pathLst>
                <a:path extrusionOk="0" h="6892" w="9166">
                  <a:moveTo>
                    <a:pt x="1297" y="1"/>
                  </a:moveTo>
                  <a:cubicBezTo>
                    <a:pt x="582" y="1"/>
                    <a:pt x="1" y="582"/>
                    <a:pt x="1" y="1297"/>
                  </a:cubicBezTo>
                  <a:lnTo>
                    <a:pt x="1" y="5597"/>
                  </a:lnTo>
                  <a:cubicBezTo>
                    <a:pt x="1" y="6312"/>
                    <a:pt x="580" y="6892"/>
                    <a:pt x="1297" y="6892"/>
                  </a:cubicBezTo>
                  <a:lnTo>
                    <a:pt x="7871" y="6892"/>
                  </a:lnTo>
                  <a:cubicBezTo>
                    <a:pt x="8586" y="6892"/>
                    <a:pt x="9166" y="6312"/>
                    <a:pt x="9166" y="5597"/>
                  </a:cubicBezTo>
                  <a:lnTo>
                    <a:pt x="9166" y="1297"/>
                  </a:lnTo>
                  <a:cubicBezTo>
                    <a:pt x="9166" y="582"/>
                    <a:pt x="8586" y="1"/>
                    <a:pt x="7871" y="1"/>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52"/>
            <p:cNvSpPr/>
            <p:nvPr/>
          </p:nvSpPr>
          <p:spPr>
            <a:xfrm>
              <a:off x="4583900" y="2084913"/>
              <a:ext cx="70650" cy="172300"/>
            </a:xfrm>
            <a:custGeom>
              <a:rect b="b" l="l" r="r" t="t"/>
              <a:pathLst>
                <a:path extrusionOk="0" h="6892" w="2826">
                  <a:moveTo>
                    <a:pt x="0" y="1"/>
                  </a:moveTo>
                  <a:cubicBezTo>
                    <a:pt x="716" y="1"/>
                    <a:pt x="1295" y="580"/>
                    <a:pt x="1295" y="1297"/>
                  </a:cubicBezTo>
                  <a:lnTo>
                    <a:pt x="1295" y="5595"/>
                  </a:lnTo>
                  <a:cubicBezTo>
                    <a:pt x="1295" y="6312"/>
                    <a:pt x="716" y="6892"/>
                    <a:pt x="0" y="6892"/>
                  </a:cubicBezTo>
                  <a:lnTo>
                    <a:pt x="1531" y="6892"/>
                  </a:lnTo>
                  <a:cubicBezTo>
                    <a:pt x="2246" y="6892"/>
                    <a:pt x="2826" y="6312"/>
                    <a:pt x="2826" y="5595"/>
                  </a:cubicBezTo>
                  <a:lnTo>
                    <a:pt x="2826" y="1297"/>
                  </a:lnTo>
                  <a:cubicBezTo>
                    <a:pt x="2826" y="580"/>
                    <a:pt x="2246" y="1"/>
                    <a:pt x="1531" y="1"/>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52"/>
            <p:cNvSpPr/>
            <p:nvPr/>
          </p:nvSpPr>
          <p:spPr>
            <a:xfrm>
              <a:off x="4508300" y="2120238"/>
              <a:ext cx="64775" cy="102675"/>
            </a:xfrm>
            <a:custGeom>
              <a:rect b="b" l="l" r="r" t="t"/>
              <a:pathLst>
                <a:path extrusionOk="0" h="4107" w="2591">
                  <a:moveTo>
                    <a:pt x="1267" y="0"/>
                  </a:moveTo>
                  <a:cubicBezTo>
                    <a:pt x="762" y="0"/>
                    <a:pt x="321" y="284"/>
                    <a:pt x="98" y="703"/>
                  </a:cubicBezTo>
                  <a:cubicBezTo>
                    <a:pt x="0" y="888"/>
                    <a:pt x="926" y="1099"/>
                    <a:pt x="926" y="1323"/>
                  </a:cubicBezTo>
                  <a:cubicBezTo>
                    <a:pt x="926" y="1756"/>
                    <a:pt x="1115" y="2138"/>
                    <a:pt x="1435" y="2380"/>
                  </a:cubicBezTo>
                  <a:lnTo>
                    <a:pt x="473" y="3313"/>
                  </a:lnTo>
                  <a:cubicBezTo>
                    <a:pt x="473" y="3362"/>
                    <a:pt x="479" y="3409"/>
                    <a:pt x="487" y="3456"/>
                  </a:cubicBezTo>
                  <a:cubicBezTo>
                    <a:pt x="555" y="3825"/>
                    <a:pt x="878" y="4107"/>
                    <a:pt x="1267" y="4107"/>
                  </a:cubicBezTo>
                  <a:cubicBezTo>
                    <a:pt x="1487" y="4107"/>
                    <a:pt x="1686" y="4017"/>
                    <a:pt x="1829" y="3874"/>
                  </a:cubicBezTo>
                  <a:cubicBezTo>
                    <a:pt x="1939" y="3764"/>
                    <a:pt x="2016" y="3621"/>
                    <a:pt x="2047" y="3463"/>
                  </a:cubicBezTo>
                  <a:cubicBezTo>
                    <a:pt x="2057" y="3414"/>
                    <a:pt x="2061" y="3363"/>
                    <a:pt x="2061" y="3313"/>
                  </a:cubicBezTo>
                  <a:lnTo>
                    <a:pt x="2061" y="2380"/>
                  </a:lnTo>
                  <a:cubicBezTo>
                    <a:pt x="2382" y="2138"/>
                    <a:pt x="2590" y="1756"/>
                    <a:pt x="2590" y="1323"/>
                  </a:cubicBezTo>
                  <a:cubicBezTo>
                    <a:pt x="2590" y="1059"/>
                    <a:pt x="2513" y="811"/>
                    <a:pt x="2379" y="604"/>
                  </a:cubicBezTo>
                  <a:cubicBezTo>
                    <a:pt x="2142" y="241"/>
                    <a:pt x="1733" y="0"/>
                    <a:pt x="1267" y="0"/>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52"/>
            <p:cNvSpPr/>
            <p:nvPr/>
          </p:nvSpPr>
          <p:spPr>
            <a:xfrm>
              <a:off x="4506900" y="2135313"/>
              <a:ext cx="243125" cy="71500"/>
            </a:xfrm>
            <a:custGeom>
              <a:rect b="b" l="l" r="r" t="t"/>
              <a:pathLst>
                <a:path extrusionOk="0" h="2860" w="9725">
                  <a:moveTo>
                    <a:pt x="678" y="1"/>
                  </a:moveTo>
                  <a:cubicBezTo>
                    <a:pt x="493" y="1"/>
                    <a:pt x="317" y="36"/>
                    <a:pt x="154" y="100"/>
                  </a:cubicBezTo>
                  <a:cubicBezTo>
                    <a:pt x="56" y="285"/>
                    <a:pt x="0" y="496"/>
                    <a:pt x="0" y="720"/>
                  </a:cubicBezTo>
                  <a:cubicBezTo>
                    <a:pt x="0" y="1153"/>
                    <a:pt x="209" y="1535"/>
                    <a:pt x="529" y="1777"/>
                  </a:cubicBezTo>
                  <a:lnTo>
                    <a:pt x="529" y="2710"/>
                  </a:lnTo>
                  <a:cubicBezTo>
                    <a:pt x="529" y="2759"/>
                    <a:pt x="535" y="2806"/>
                    <a:pt x="543" y="2853"/>
                  </a:cubicBezTo>
                  <a:cubicBezTo>
                    <a:pt x="587" y="2857"/>
                    <a:pt x="633" y="2860"/>
                    <a:pt x="678" y="2860"/>
                  </a:cubicBezTo>
                  <a:lnTo>
                    <a:pt x="8295" y="2860"/>
                  </a:lnTo>
                  <a:cubicBezTo>
                    <a:pt x="8690" y="2860"/>
                    <a:pt x="9047" y="2700"/>
                    <a:pt x="9306" y="2441"/>
                  </a:cubicBezTo>
                  <a:cubicBezTo>
                    <a:pt x="9565" y="2182"/>
                    <a:pt x="9725" y="1825"/>
                    <a:pt x="9725" y="1430"/>
                  </a:cubicBezTo>
                  <a:cubicBezTo>
                    <a:pt x="9725" y="640"/>
                    <a:pt x="9085" y="2"/>
                    <a:pt x="8295" y="1"/>
                  </a:cubicBezTo>
                  <a:close/>
                </a:path>
              </a:pathLst>
            </a:custGeom>
            <a:solidFill>
              <a:srgbClr val="4DC8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52"/>
            <p:cNvSpPr/>
            <p:nvPr/>
          </p:nvSpPr>
          <p:spPr>
            <a:xfrm>
              <a:off x="4506900" y="2135313"/>
              <a:ext cx="37250" cy="71500"/>
            </a:xfrm>
            <a:custGeom>
              <a:rect b="b" l="l" r="r" t="t"/>
              <a:pathLst>
                <a:path extrusionOk="0" h="2860" w="1490">
                  <a:moveTo>
                    <a:pt x="678" y="1"/>
                  </a:moveTo>
                  <a:cubicBezTo>
                    <a:pt x="493" y="1"/>
                    <a:pt x="317" y="36"/>
                    <a:pt x="154" y="100"/>
                  </a:cubicBezTo>
                  <a:cubicBezTo>
                    <a:pt x="56" y="285"/>
                    <a:pt x="0" y="496"/>
                    <a:pt x="0" y="720"/>
                  </a:cubicBezTo>
                  <a:cubicBezTo>
                    <a:pt x="0" y="1153"/>
                    <a:pt x="209" y="1535"/>
                    <a:pt x="529" y="1777"/>
                  </a:cubicBezTo>
                  <a:lnTo>
                    <a:pt x="529" y="2710"/>
                  </a:lnTo>
                  <a:cubicBezTo>
                    <a:pt x="529" y="2759"/>
                    <a:pt x="535" y="2806"/>
                    <a:pt x="543" y="2853"/>
                  </a:cubicBezTo>
                  <a:cubicBezTo>
                    <a:pt x="587" y="2857"/>
                    <a:pt x="633" y="2860"/>
                    <a:pt x="678" y="2860"/>
                  </a:cubicBezTo>
                  <a:lnTo>
                    <a:pt x="1490" y="2860"/>
                  </a:lnTo>
                  <a:cubicBezTo>
                    <a:pt x="1481" y="2811"/>
                    <a:pt x="1476" y="2760"/>
                    <a:pt x="1476" y="2710"/>
                  </a:cubicBezTo>
                  <a:lnTo>
                    <a:pt x="1476" y="1777"/>
                  </a:lnTo>
                  <a:cubicBezTo>
                    <a:pt x="1155" y="1535"/>
                    <a:pt x="947" y="1153"/>
                    <a:pt x="947" y="720"/>
                  </a:cubicBezTo>
                  <a:cubicBezTo>
                    <a:pt x="947" y="456"/>
                    <a:pt x="1025" y="208"/>
                    <a:pt x="1159" y="1"/>
                  </a:cubicBezTo>
                  <a:close/>
                </a:path>
              </a:pathLst>
            </a:custGeom>
            <a:solidFill>
              <a:srgbClr val="375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52"/>
            <p:cNvSpPr/>
            <p:nvPr/>
          </p:nvSpPr>
          <p:spPr>
            <a:xfrm>
              <a:off x="4671600" y="2135313"/>
              <a:ext cx="78425" cy="71500"/>
            </a:xfrm>
            <a:custGeom>
              <a:rect b="b" l="l" r="r" t="t"/>
              <a:pathLst>
                <a:path extrusionOk="0" h="2860" w="3137">
                  <a:moveTo>
                    <a:pt x="1" y="1"/>
                  </a:moveTo>
                  <a:cubicBezTo>
                    <a:pt x="789" y="1"/>
                    <a:pt x="1429" y="640"/>
                    <a:pt x="1429" y="1430"/>
                  </a:cubicBezTo>
                  <a:cubicBezTo>
                    <a:pt x="1429" y="1825"/>
                    <a:pt x="1269" y="2182"/>
                    <a:pt x="1010" y="2441"/>
                  </a:cubicBezTo>
                  <a:cubicBezTo>
                    <a:pt x="753" y="2699"/>
                    <a:pt x="396" y="2860"/>
                    <a:pt x="1" y="2860"/>
                  </a:cubicBezTo>
                  <a:lnTo>
                    <a:pt x="1707" y="2860"/>
                  </a:lnTo>
                  <a:cubicBezTo>
                    <a:pt x="2102" y="2860"/>
                    <a:pt x="2459" y="2700"/>
                    <a:pt x="2718" y="2441"/>
                  </a:cubicBezTo>
                  <a:cubicBezTo>
                    <a:pt x="2977" y="2182"/>
                    <a:pt x="3137" y="1825"/>
                    <a:pt x="3137" y="1430"/>
                  </a:cubicBezTo>
                  <a:cubicBezTo>
                    <a:pt x="3137" y="640"/>
                    <a:pt x="2497" y="2"/>
                    <a:pt x="1707" y="1"/>
                  </a:cubicBezTo>
                  <a:close/>
                </a:path>
              </a:pathLst>
            </a:custGeom>
            <a:solidFill>
              <a:srgbClr val="375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52"/>
            <p:cNvSpPr/>
            <p:nvPr/>
          </p:nvSpPr>
          <p:spPr>
            <a:xfrm>
              <a:off x="4528475" y="2152013"/>
              <a:ext cx="39200" cy="38100"/>
            </a:xfrm>
            <a:custGeom>
              <a:rect b="b" l="l" r="r" t="t"/>
              <a:pathLst>
                <a:path extrusionOk="0" h="1524" w="1568">
                  <a:moveTo>
                    <a:pt x="243" y="1"/>
                  </a:moveTo>
                  <a:cubicBezTo>
                    <a:pt x="186" y="1"/>
                    <a:pt x="130" y="22"/>
                    <a:pt x="86" y="65"/>
                  </a:cubicBezTo>
                  <a:cubicBezTo>
                    <a:pt x="1" y="152"/>
                    <a:pt x="1" y="292"/>
                    <a:pt x="86" y="377"/>
                  </a:cubicBezTo>
                  <a:lnTo>
                    <a:pt x="473" y="762"/>
                  </a:lnTo>
                  <a:lnTo>
                    <a:pt x="86" y="1147"/>
                  </a:lnTo>
                  <a:cubicBezTo>
                    <a:pt x="1" y="1234"/>
                    <a:pt x="1" y="1374"/>
                    <a:pt x="86" y="1459"/>
                  </a:cubicBezTo>
                  <a:cubicBezTo>
                    <a:pt x="130" y="1503"/>
                    <a:pt x="187" y="1524"/>
                    <a:pt x="243" y="1524"/>
                  </a:cubicBezTo>
                  <a:cubicBezTo>
                    <a:pt x="299" y="1524"/>
                    <a:pt x="355" y="1503"/>
                    <a:pt x="399" y="1459"/>
                  </a:cubicBezTo>
                  <a:lnTo>
                    <a:pt x="784" y="1074"/>
                  </a:lnTo>
                  <a:lnTo>
                    <a:pt x="1169" y="1459"/>
                  </a:lnTo>
                  <a:cubicBezTo>
                    <a:pt x="1212" y="1503"/>
                    <a:pt x="1269" y="1524"/>
                    <a:pt x="1325" y="1524"/>
                  </a:cubicBezTo>
                  <a:cubicBezTo>
                    <a:pt x="1381" y="1524"/>
                    <a:pt x="1437" y="1503"/>
                    <a:pt x="1481" y="1459"/>
                  </a:cubicBezTo>
                  <a:cubicBezTo>
                    <a:pt x="1568" y="1374"/>
                    <a:pt x="1568" y="1234"/>
                    <a:pt x="1481" y="1147"/>
                  </a:cubicBezTo>
                  <a:lnTo>
                    <a:pt x="1096" y="762"/>
                  </a:lnTo>
                  <a:lnTo>
                    <a:pt x="1481" y="377"/>
                  </a:lnTo>
                  <a:cubicBezTo>
                    <a:pt x="1568" y="292"/>
                    <a:pt x="1568" y="152"/>
                    <a:pt x="1481" y="65"/>
                  </a:cubicBezTo>
                  <a:cubicBezTo>
                    <a:pt x="1438" y="22"/>
                    <a:pt x="1382" y="1"/>
                    <a:pt x="1325" y="1"/>
                  </a:cubicBezTo>
                  <a:cubicBezTo>
                    <a:pt x="1269" y="1"/>
                    <a:pt x="1213" y="22"/>
                    <a:pt x="1170" y="65"/>
                  </a:cubicBezTo>
                  <a:lnTo>
                    <a:pt x="784" y="450"/>
                  </a:lnTo>
                  <a:lnTo>
                    <a:pt x="399" y="65"/>
                  </a:lnTo>
                  <a:cubicBezTo>
                    <a:pt x="356" y="22"/>
                    <a:pt x="300" y="1"/>
                    <a:pt x="2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52"/>
            <p:cNvSpPr/>
            <p:nvPr/>
          </p:nvSpPr>
          <p:spPr>
            <a:xfrm>
              <a:off x="4576800" y="2152013"/>
              <a:ext cx="39175" cy="38100"/>
            </a:xfrm>
            <a:custGeom>
              <a:rect b="b" l="l" r="r" t="t"/>
              <a:pathLst>
                <a:path extrusionOk="0" h="1524" w="1567">
                  <a:moveTo>
                    <a:pt x="242" y="1"/>
                  </a:moveTo>
                  <a:cubicBezTo>
                    <a:pt x="186" y="1"/>
                    <a:pt x="130" y="22"/>
                    <a:pt x="87" y="65"/>
                  </a:cubicBezTo>
                  <a:cubicBezTo>
                    <a:pt x="0" y="152"/>
                    <a:pt x="0" y="292"/>
                    <a:pt x="87" y="377"/>
                  </a:cubicBezTo>
                  <a:lnTo>
                    <a:pt x="472" y="762"/>
                  </a:lnTo>
                  <a:lnTo>
                    <a:pt x="87" y="1147"/>
                  </a:lnTo>
                  <a:cubicBezTo>
                    <a:pt x="0" y="1234"/>
                    <a:pt x="0" y="1374"/>
                    <a:pt x="87" y="1459"/>
                  </a:cubicBezTo>
                  <a:cubicBezTo>
                    <a:pt x="130" y="1503"/>
                    <a:pt x="186" y="1524"/>
                    <a:pt x="242" y="1524"/>
                  </a:cubicBezTo>
                  <a:cubicBezTo>
                    <a:pt x="300" y="1524"/>
                    <a:pt x="356" y="1503"/>
                    <a:pt x="399" y="1459"/>
                  </a:cubicBezTo>
                  <a:lnTo>
                    <a:pt x="784" y="1074"/>
                  </a:lnTo>
                  <a:lnTo>
                    <a:pt x="1169" y="1459"/>
                  </a:lnTo>
                  <a:cubicBezTo>
                    <a:pt x="1212" y="1503"/>
                    <a:pt x="1268" y="1524"/>
                    <a:pt x="1324" y="1524"/>
                  </a:cubicBezTo>
                  <a:cubicBezTo>
                    <a:pt x="1382" y="1524"/>
                    <a:pt x="1438" y="1503"/>
                    <a:pt x="1481" y="1459"/>
                  </a:cubicBezTo>
                  <a:cubicBezTo>
                    <a:pt x="1567" y="1374"/>
                    <a:pt x="1567" y="1234"/>
                    <a:pt x="1481" y="1147"/>
                  </a:cubicBezTo>
                  <a:lnTo>
                    <a:pt x="1096" y="762"/>
                  </a:lnTo>
                  <a:lnTo>
                    <a:pt x="1481" y="377"/>
                  </a:lnTo>
                  <a:cubicBezTo>
                    <a:pt x="1567" y="292"/>
                    <a:pt x="1567" y="152"/>
                    <a:pt x="1481" y="65"/>
                  </a:cubicBezTo>
                  <a:cubicBezTo>
                    <a:pt x="1438" y="22"/>
                    <a:pt x="1382" y="1"/>
                    <a:pt x="1325" y="1"/>
                  </a:cubicBezTo>
                  <a:cubicBezTo>
                    <a:pt x="1269" y="1"/>
                    <a:pt x="1212" y="22"/>
                    <a:pt x="1169" y="65"/>
                  </a:cubicBezTo>
                  <a:lnTo>
                    <a:pt x="784" y="450"/>
                  </a:lnTo>
                  <a:lnTo>
                    <a:pt x="399" y="65"/>
                  </a:lnTo>
                  <a:cubicBezTo>
                    <a:pt x="356" y="22"/>
                    <a:pt x="299" y="1"/>
                    <a:pt x="2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52"/>
            <p:cNvSpPr/>
            <p:nvPr/>
          </p:nvSpPr>
          <p:spPr>
            <a:xfrm>
              <a:off x="4625125" y="2152013"/>
              <a:ext cx="39200" cy="38100"/>
            </a:xfrm>
            <a:custGeom>
              <a:rect b="b" l="l" r="r" t="t"/>
              <a:pathLst>
                <a:path extrusionOk="0" h="1524" w="1568">
                  <a:moveTo>
                    <a:pt x="243" y="1"/>
                  </a:moveTo>
                  <a:cubicBezTo>
                    <a:pt x="186" y="1"/>
                    <a:pt x="130" y="22"/>
                    <a:pt x="87" y="65"/>
                  </a:cubicBezTo>
                  <a:cubicBezTo>
                    <a:pt x="1" y="152"/>
                    <a:pt x="1" y="292"/>
                    <a:pt x="87" y="377"/>
                  </a:cubicBezTo>
                  <a:lnTo>
                    <a:pt x="472" y="762"/>
                  </a:lnTo>
                  <a:lnTo>
                    <a:pt x="87" y="1147"/>
                  </a:lnTo>
                  <a:cubicBezTo>
                    <a:pt x="1" y="1234"/>
                    <a:pt x="1" y="1374"/>
                    <a:pt x="87" y="1459"/>
                  </a:cubicBezTo>
                  <a:cubicBezTo>
                    <a:pt x="129" y="1503"/>
                    <a:pt x="187" y="1524"/>
                    <a:pt x="243" y="1524"/>
                  </a:cubicBezTo>
                  <a:cubicBezTo>
                    <a:pt x="299" y="1524"/>
                    <a:pt x="356" y="1503"/>
                    <a:pt x="398" y="1459"/>
                  </a:cubicBezTo>
                  <a:lnTo>
                    <a:pt x="783" y="1074"/>
                  </a:lnTo>
                  <a:lnTo>
                    <a:pt x="1170" y="1459"/>
                  </a:lnTo>
                  <a:cubicBezTo>
                    <a:pt x="1212" y="1503"/>
                    <a:pt x="1269" y="1524"/>
                    <a:pt x="1325" y="1524"/>
                  </a:cubicBezTo>
                  <a:cubicBezTo>
                    <a:pt x="1381" y="1524"/>
                    <a:pt x="1438" y="1503"/>
                    <a:pt x="1480" y="1459"/>
                  </a:cubicBezTo>
                  <a:cubicBezTo>
                    <a:pt x="1567" y="1374"/>
                    <a:pt x="1567" y="1234"/>
                    <a:pt x="1480" y="1147"/>
                  </a:cubicBezTo>
                  <a:lnTo>
                    <a:pt x="1095" y="762"/>
                  </a:lnTo>
                  <a:lnTo>
                    <a:pt x="1480" y="377"/>
                  </a:lnTo>
                  <a:cubicBezTo>
                    <a:pt x="1567" y="292"/>
                    <a:pt x="1567" y="152"/>
                    <a:pt x="1480" y="65"/>
                  </a:cubicBezTo>
                  <a:cubicBezTo>
                    <a:pt x="1438" y="22"/>
                    <a:pt x="1381" y="1"/>
                    <a:pt x="1325" y="1"/>
                  </a:cubicBezTo>
                  <a:cubicBezTo>
                    <a:pt x="1269" y="1"/>
                    <a:pt x="1212" y="22"/>
                    <a:pt x="1170" y="65"/>
                  </a:cubicBezTo>
                  <a:lnTo>
                    <a:pt x="785" y="450"/>
                  </a:lnTo>
                  <a:lnTo>
                    <a:pt x="398" y="65"/>
                  </a:lnTo>
                  <a:cubicBezTo>
                    <a:pt x="355" y="22"/>
                    <a:pt x="299" y="1"/>
                    <a:pt x="2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52"/>
            <p:cNvSpPr/>
            <p:nvPr/>
          </p:nvSpPr>
          <p:spPr>
            <a:xfrm>
              <a:off x="4673450" y="2152013"/>
              <a:ext cx="39200" cy="38100"/>
            </a:xfrm>
            <a:custGeom>
              <a:rect b="b" l="l" r="r" t="t"/>
              <a:pathLst>
                <a:path extrusionOk="0" h="1524" w="1568">
                  <a:moveTo>
                    <a:pt x="242" y="1"/>
                  </a:moveTo>
                  <a:cubicBezTo>
                    <a:pt x="186" y="1"/>
                    <a:pt x="130" y="22"/>
                    <a:pt x="86" y="65"/>
                  </a:cubicBezTo>
                  <a:cubicBezTo>
                    <a:pt x="1" y="152"/>
                    <a:pt x="1" y="292"/>
                    <a:pt x="86" y="377"/>
                  </a:cubicBezTo>
                  <a:lnTo>
                    <a:pt x="471" y="762"/>
                  </a:lnTo>
                  <a:lnTo>
                    <a:pt x="86" y="1147"/>
                  </a:lnTo>
                  <a:cubicBezTo>
                    <a:pt x="1" y="1234"/>
                    <a:pt x="1" y="1374"/>
                    <a:pt x="86" y="1459"/>
                  </a:cubicBezTo>
                  <a:cubicBezTo>
                    <a:pt x="130" y="1503"/>
                    <a:pt x="186" y="1524"/>
                    <a:pt x="243" y="1524"/>
                  </a:cubicBezTo>
                  <a:cubicBezTo>
                    <a:pt x="299" y="1524"/>
                    <a:pt x="355" y="1503"/>
                    <a:pt x="399" y="1459"/>
                  </a:cubicBezTo>
                  <a:lnTo>
                    <a:pt x="784" y="1074"/>
                  </a:lnTo>
                  <a:lnTo>
                    <a:pt x="1169" y="1459"/>
                  </a:lnTo>
                  <a:cubicBezTo>
                    <a:pt x="1212" y="1503"/>
                    <a:pt x="1268" y="1524"/>
                    <a:pt x="1325" y="1524"/>
                  </a:cubicBezTo>
                  <a:cubicBezTo>
                    <a:pt x="1381" y="1524"/>
                    <a:pt x="1437" y="1503"/>
                    <a:pt x="1481" y="1459"/>
                  </a:cubicBezTo>
                  <a:cubicBezTo>
                    <a:pt x="1566" y="1374"/>
                    <a:pt x="1566" y="1234"/>
                    <a:pt x="1481" y="1147"/>
                  </a:cubicBezTo>
                  <a:lnTo>
                    <a:pt x="1096" y="762"/>
                  </a:lnTo>
                  <a:lnTo>
                    <a:pt x="1481" y="377"/>
                  </a:lnTo>
                  <a:cubicBezTo>
                    <a:pt x="1568" y="292"/>
                    <a:pt x="1568" y="152"/>
                    <a:pt x="1481" y="65"/>
                  </a:cubicBezTo>
                  <a:cubicBezTo>
                    <a:pt x="1438" y="22"/>
                    <a:pt x="1382" y="1"/>
                    <a:pt x="1325" y="1"/>
                  </a:cubicBezTo>
                  <a:cubicBezTo>
                    <a:pt x="1269" y="1"/>
                    <a:pt x="1212" y="22"/>
                    <a:pt x="1169" y="65"/>
                  </a:cubicBezTo>
                  <a:lnTo>
                    <a:pt x="784" y="450"/>
                  </a:lnTo>
                  <a:lnTo>
                    <a:pt x="399" y="65"/>
                  </a:lnTo>
                  <a:cubicBezTo>
                    <a:pt x="355" y="22"/>
                    <a:pt x="299" y="1"/>
                    <a:pt x="2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52"/>
            <p:cNvSpPr/>
            <p:nvPr/>
          </p:nvSpPr>
          <p:spPr>
            <a:xfrm>
              <a:off x="4657850" y="2034088"/>
              <a:ext cx="34050" cy="18325"/>
            </a:xfrm>
            <a:custGeom>
              <a:rect b="b" l="l" r="r" t="t"/>
              <a:pathLst>
                <a:path extrusionOk="0" h="733" w="1362">
                  <a:moveTo>
                    <a:pt x="1114" y="0"/>
                  </a:moveTo>
                  <a:cubicBezTo>
                    <a:pt x="1091" y="0"/>
                    <a:pt x="1067" y="4"/>
                    <a:pt x="1044" y="12"/>
                  </a:cubicBezTo>
                  <a:lnTo>
                    <a:pt x="177" y="304"/>
                  </a:lnTo>
                  <a:cubicBezTo>
                    <a:pt x="62" y="342"/>
                    <a:pt x="1" y="468"/>
                    <a:pt x="38" y="583"/>
                  </a:cubicBezTo>
                  <a:cubicBezTo>
                    <a:pt x="71" y="676"/>
                    <a:pt x="156" y="733"/>
                    <a:pt x="248" y="733"/>
                  </a:cubicBezTo>
                  <a:cubicBezTo>
                    <a:pt x="271" y="733"/>
                    <a:pt x="295" y="730"/>
                    <a:pt x="318" y="722"/>
                  </a:cubicBezTo>
                  <a:lnTo>
                    <a:pt x="1184" y="429"/>
                  </a:lnTo>
                  <a:cubicBezTo>
                    <a:pt x="1300" y="391"/>
                    <a:pt x="1361" y="265"/>
                    <a:pt x="1322" y="150"/>
                  </a:cubicBezTo>
                  <a:cubicBezTo>
                    <a:pt x="1291" y="58"/>
                    <a:pt x="1206" y="0"/>
                    <a:pt x="1114"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52"/>
            <p:cNvSpPr/>
            <p:nvPr/>
          </p:nvSpPr>
          <p:spPr>
            <a:xfrm>
              <a:off x="4657300" y="2062513"/>
              <a:ext cx="30925" cy="18725"/>
            </a:xfrm>
            <a:custGeom>
              <a:rect b="b" l="l" r="r" t="t"/>
              <a:pathLst>
                <a:path extrusionOk="0" h="749" w="1237">
                  <a:moveTo>
                    <a:pt x="251" y="1"/>
                  </a:moveTo>
                  <a:cubicBezTo>
                    <a:pt x="165" y="1"/>
                    <a:pt x="82" y="52"/>
                    <a:pt x="46" y="136"/>
                  </a:cubicBezTo>
                  <a:cubicBezTo>
                    <a:pt x="0" y="250"/>
                    <a:pt x="53" y="379"/>
                    <a:pt x="165" y="425"/>
                  </a:cubicBezTo>
                  <a:lnTo>
                    <a:pt x="900" y="731"/>
                  </a:lnTo>
                  <a:cubicBezTo>
                    <a:pt x="928" y="743"/>
                    <a:pt x="958" y="748"/>
                    <a:pt x="986" y="748"/>
                  </a:cubicBezTo>
                  <a:cubicBezTo>
                    <a:pt x="1073" y="748"/>
                    <a:pt x="1154" y="696"/>
                    <a:pt x="1189" y="612"/>
                  </a:cubicBezTo>
                  <a:cubicBezTo>
                    <a:pt x="1236" y="499"/>
                    <a:pt x="1183" y="370"/>
                    <a:pt x="1070" y="324"/>
                  </a:cubicBezTo>
                  <a:lnTo>
                    <a:pt x="335" y="17"/>
                  </a:lnTo>
                  <a:cubicBezTo>
                    <a:pt x="307" y="6"/>
                    <a:pt x="279" y="1"/>
                    <a:pt x="251" y="1"/>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52"/>
            <p:cNvSpPr/>
            <p:nvPr/>
          </p:nvSpPr>
          <p:spPr>
            <a:xfrm>
              <a:off x="4644550" y="2007663"/>
              <a:ext cx="22600" cy="28275"/>
            </a:xfrm>
            <a:custGeom>
              <a:rect b="b" l="l" r="r" t="t"/>
              <a:pathLst>
                <a:path extrusionOk="0" h="1131" w="904">
                  <a:moveTo>
                    <a:pt x="651" y="0"/>
                  </a:moveTo>
                  <a:cubicBezTo>
                    <a:pt x="575" y="0"/>
                    <a:pt x="501" y="40"/>
                    <a:pt x="460" y="110"/>
                  </a:cubicBezTo>
                  <a:lnTo>
                    <a:pt x="61" y="799"/>
                  </a:lnTo>
                  <a:cubicBezTo>
                    <a:pt x="1" y="905"/>
                    <a:pt x="36" y="1039"/>
                    <a:pt x="142" y="1101"/>
                  </a:cubicBezTo>
                  <a:cubicBezTo>
                    <a:pt x="176" y="1121"/>
                    <a:pt x="215" y="1130"/>
                    <a:pt x="251" y="1130"/>
                  </a:cubicBezTo>
                  <a:cubicBezTo>
                    <a:pt x="328" y="1130"/>
                    <a:pt x="402" y="1091"/>
                    <a:pt x="443" y="1020"/>
                  </a:cubicBezTo>
                  <a:lnTo>
                    <a:pt x="842" y="331"/>
                  </a:lnTo>
                  <a:cubicBezTo>
                    <a:pt x="904" y="226"/>
                    <a:pt x="867" y="92"/>
                    <a:pt x="762" y="30"/>
                  </a:cubicBezTo>
                  <a:cubicBezTo>
                    <a:pt x="727" y="10"/>
                    <a:pt x="689" y="0"/>
                    <a:pt x="651"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5" name="Google Shape;895;p52"/>
          <p:cNvGrpSpPr/>
          <p:nvPr/>
        </p:nvGrpSpPr>
        <p:grpSpPr>
          <a:xfrm>
            <a:off x="7164205" y="1779626"/>
            <a:ext cx="412190" cy="414956"/>
            <a:chOff x="6954600" y="1927625"/>
            <a:chExt cx="362875" cy="365375"/>
          </a:xfrm>
        </p:grpSpPr>
        <p:sp>
          <p:nvSpPr>
            <p:cNvPr id="896" name="Google Shape;896;p52"/>
            <p:cNvSpPr/>
            <p:nvPr/>
          </p:nvSpPr>
          <p:spPr>
            <a:xfrm>
              <a:off x="6954600" y="2048600"/>
              <a:ext cx="339425" cy="244400"/>
            </a:xfrm>
            <a:custGeom>
              <a:rect b="b" l="l" r="r" t="t"/>
              <a:pathLst>
                <a:path extrusionOk="0" h="9776" w="13577">
                  <a:moveTo>
                    <a:pt x="817" y="0"/>
                  </a:moveTo>
                  <a:cubicBezTo>
                    <a:pt x="366" y="0"/>
                    <a:pt x="2" y="365"/>
                    <a:pt x="2" y="815"/>
                  </a:cubicBezTo>
                  <a:lnTo>
                    <a:pt x="2" y="1624"/>
                  </a:lnTo>
                  <a:lnTo>
                    <a:pt x="1311" y="2468"/>
                  </a:lnTo>
                  <a:lnTo>
                    <a:pt x="0" y="3782"/>
                  </a:lnTo>
                  <a:lnTo>
                    <a:pt x="0" y="8960"/>
                  </a:lnTo>
                  <a:cubicBezTo>
                    <a:pt x="0" y="9411"/>
                    <a:pt x="366" y="9775"/>
                    <a:pt x="817" y="9775"/>
                  </a:cubicBezTo>
                  <a:lnTo>
                    <a:pt x="12762" y="9775"/>
                  </a:lnTo>
                  <a:cubicBezTo>
                    <a:pt x="13211" y="9775"/>
                    <a:pt x="13577" y="9411"/>
                    <a:pt x="13577" y="8960"/>
                  </a:cubicBezTo>
                  <a:lnTo>
                    <a:pt x="13577" y="3782"/>
                  </a:lnTo>
                  <a:lnTo>
                    <a:pt x="12811" y="3079"/>
                  </a:lnTo>
                  <a:lnTo>
                    <a:pt x="13577" y="1920"/>
                  </a:lnTo>
                  <a:lnTo>
                    <a:pt x="13577" y="815"/>
                  </a:lnTo>
                  <a:cubicBezTo>
                    <a:pt x="13577" y="365"/>
                    <a:pt x="13211" y="0"/>
                    <a:pt x="12762" y="0"/>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52"/>
            <p:cNvSpPr/>
            <p:nvPr/>
          </p:nvSpPr>
          <p:spPr>
            <a:xfrm>
              <a:off x="7251550" y="2048600"/>
              <a:ext cx="42475" cy="244400"/>
            </a:xfrm>
            <a:custGeom>
              <a:rect b="b" l="l" r="r" t="t"/>
              <a:pathLst>
                <a:path extrusionOk="0" h="9776" w="1699">
                  <a:moveTo>
                    <a:pt x="0" y="0"/>
                  </a:moveTo>
                  <a:cubicBezTo>
                    <a:pt x="450" y="0"/>
                    <a:pt x="815" y="365"/>
                    <a:pt x="815" y="815"/>
                  </a:cubicBezTo>
                  <a:lnTo>
                    <a:pt x="815" y="1920"/>
                  </a:lnTo>
                  <a:lnTo>
                    <a:pt x="49" y="3079"/>
                  </a:lnTo>
                  <a:lnTo>
                    <a:pt x="815" y="3782"/>
                  </a:lnTo>
                  <a:lnTo>
                    <a:pt x="815" y="8960"/>
                  </a:lnTo>
                  <a:cubicBezTo>
                    <a:pt x="815" y="9410"/>
                    <a:pt x="450" y="9775"/>
                    <a:pt x="0" y="9775"/>
                  </a:cubicBezTo>
                  <a:lnTo>
                    <a:pt x="884" y="9775"/>
                  </a:lnTo>
                  <a:cubicBezTo>
                    <a:pt x="1333" y="9775"/>
                    <a:pt x="1699" y="9411"/>
                    <a:pt x="1699" y="8960"/>
                  </a:cubicBezTo>
                  <a:lnTo>
                    <a:pt x="1699" y="3782"/>
                  </a:lnTo>
                  <a:lnTo>
                    <a:pt x="933" y="3079"/>
                  </a:lnTo>
                  <a:lnTo>
                    <a:pt x="1699" y="1920"/>
                  </a:lnTo>
                  <a:lnTo>
                    <a:pt x="1699" y="815"/>
                  </a:lnTo>
                  <a:cubicBezTo>
                    <a:pt x="1699" y="365"/>
                    <a:pt x="1333" y="0"/>
                    <a:pt x="884"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52"/>
            <p:cNvSpPr/>
            <p:nvPr/>
          </p:nvSpPr>
          <p:spPr>
            <a:xfrm>
              <a:off x="6954625" y="2089200"/>
              <a:ext cx="339400" cy="53950"/>
            </a:xfrm>
            <a:custGeom>
              <a:rect b="b" l="l" r="r" t="t"/>
              <a:pathLst>
                <a:path extrusionOk="0" h="2158" w="13576">
                  <a:moveTo>
                    <a:pt x="1" y="0"/>
                  </a:moveTo>
                  <a:lnTo>
                    <a:pt x="1" y="2158"/>
                  </a:lnTo>
                  <a:lnTo>
                    <a:pt x="13576" y="2158"/>
                  </a:lnTo>
                  <a:lnTo>
                    <a:pt x="13576" y="0"/>
                  </a:ln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52"/>
            <p:cNvSpPr/>
            <p:nvPr/>
          </p:nvSpPr>
          <p:spPr>
            <a:xfrm>
              <a:off x="7272750" y="2089200"/>
              <a:ext cx="21275" cy="53950"/>
            </a:xfrm>
            <a:custGeom>
              <a:rect b="b" l="l" r="r" t="t"/>
              <a:pathLst>
                <a:path extrusionOk="0" h="2158" w="851">
                  <a:moveTo>
                    <a:pt x="1" y="0"/>
                  </a:moveTo>
                  <a:lnTo>
                    <a:pt x="1" y="2158"/>
                  </a:lnTo>
                  <a:lnTo>
                    <a:pt x="851" y="2158"/>
                  </a:lnTo>
                  <a:lnTo>
                    <a:pt x="851" y="0"/>
                  </a:lnTo>
                  <a:close/>
                </a:path>
              </a:pathLst>
            </a:custGeom>
            <a:solidFill>
              <a:srgbClr val="596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52"/>
            <p:cNvSpPr/>
            <p:nvPr/>
          </p:nvSpPr>
          <p:spPr>
            <a:xfrm>
              <a:off x="7203525" y="1927625"/>
              <a:ext cx="101400" cy="102800"/>
            </a:xfrm>
            <a:custGeom>
              <a:rect b="b" l="l" r="r" t="t"/>
              <a:pathLst>
                <a:path extrusionOk="0" h="4112" w="4056">
                  <a:moveTo>
                    <a:pt x="2028" y="1"/>
                  </a:moveTo>
                  <a:cubicBezTo>
                    <a:pt x="911" y="1"/>
                    <a:pt x="1" y="911"/>
                    <a:pt x="1" y="2028"/>
                  </a:cubicBezTo>
                  <a:lnTo>
                    <a:pt x="1" y="4111"/>
                  </a:lnTo>
                  <a:lnTo>
                    <a:pt x="883" y="4111"/>
                  </a:lnTo>
                  <a:lnTo>
                    <a:pt x="883" y="2028"/>
                  </a:lnTo>
                  <a:cubicBezTo>
                    <a:pt x="883" y="1396"/>
                    <a:pt x="1396" y="883"/>
                    <a:pt x="2028" y="883"/>
                  </a:cubicBezTo>
                  <a:cubicBezTo>
                    <a:pt x="2249" y="883"/>
                    <a:pt x="2455" y="946"/>
                    <a:pt x="2630" y="1055"/>
                  </a:cubicBezTo>
                  <a:cubicBezTo>
                    <a:pt x="2956" y="1256"/>
                    <a:pt x="3173" y="1618"/>
                    <a:pt x="3173" y="2028"/>
                  </a:cubicBezTo>
                  <a:lnTo>
                    <a:pt x="3173" y="4111"/>
                  </a:lnTo>
                  <a:lnTo>
                    <a:pt x="4055" y="4111"/>
                  </a:lnTo>
                  <a:lnTo>
                    <a:pt x="4055" y="2028"/>
                  </a:lnTo>
                  <a:cubicBezTo>
                    <a:pt x="4055" y="1276"/>
                    <a:pt x="3644" y="618"/>
                    <a:pt x="3033" y="268"/>
                  </a:cubicBezTo>
                  <a:cubicBezTo>
                    <a:pt x="2736" y="97"/>
                    <a:pt x="2393" y="1"/>
                    <a:pt x="2028"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52"/>
            <p:cNvSpPr/>
            <p:nvPr/>
          </p:nvSpPr>
          <p:spPr>
            <a:xfrm>
              <a:off x="7269250" y="1934300"/>
              <a:ext cx="35675" cy="96125"/>
            </a:xfrm>
            <a:custGeom>
              <a:rect b="b" l="l" r="r" t="t"/>
              <a:pathLst>
                <a:path extrusionOk="0" h="3845" w="1427">
                  <a:moveTo>
                    <a:pt x="404" y="1"/>
                  </a:moveTo>
                  <a:cubicBezTo>
                    <a:pt x="408" y="18"/>
                    <a:pt x="569" y="597"/>
                    <a:pt x="1" y="788"/>
                  </a:cubicBezTo>
                  <a:cubicBezTo>
                    <a:pt x="327" y="989"/>
                    <a:pt x="544" y="1351"/>
                    <a:pt x="544" y="1761"/>
                  </a:cubicBezTo>
                  <a:lnTo>
                    <a:pt x="544" y="3844"/>
                  </a:lnTo>
                  <a:lnTo>
                    <a:pt x="1426" y="3844"/>
                  </a:lnTo>
                  <a:lnTo>
                    <a:pt x="1426" y="1761"/>
                  </a:lnTo>
                  <a:cubicBezTo>
                    <a:pt x="1426" y="1009"/>
                    <a:pt x="1015" y="351"/>
                    <a:pt x="40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52"/>
            <p:cNvSpPr/>
            <p:nvPr/>
          </p:nvSpPr>
          <p:spPr>
            <a:xfrm>
              <a:off x="7191000" y="2021075"/>
              <a:ext cx="126475" cy="95125"/>
            </a:xfrm>
            <a:custGeom>
              <a:rect b="b" l="l" r="r" t="t"/>
              <a:pathLst>
                <a:path extrusionOk="0" h="3805" w="5059">
                  <a:moveTo>
                    <a:pt x="716" y="1"/>
                  </a:moveTo>
                  <a:cubicBezTo>
                    <a:pt x="321" y="1"/>
                    <a:pt x="0" y="321"/>
                    <a:pt x="0" y="716"/>
                  </a:cubicBezTo>
                  <a:lnTo>
                    <a:pt x="0" y="3089"/>
                  </a:lnTo>
                  <a:cubicBezTo>
                    <a:pt x="0" y="3484"/>
                    <a:pt x="321" y="3805"/>
                    <a:pt x="716" y="3805"/>
                  </a:cubicBezTo>
                  <a:lnTo>
                    <a:pt x="4343" y="3805"/>
                  </a:lnTo>
                  <a:cubicBezTo>
                    <a:pt x="4738" y="3805"/>
                    <a:pt x="5059" y="3484"/>
                    <a:pt x="5059" y="3089"/>
                  </a:cubicBezTo>
                  <a:lnTo>
                    <a:pt x="5059" y="716"/>
                  </a:lnTo>
                  <a:cubicBezTo>
                    <a:pt x="5059" y="321"/>
                    <a:pt x="4738" y="1"/>
                    <a:pt x="4343" y="1"/>
                  </a:cubicBezTo>
                  <a:close/>
                </a:path>
              </a:pathLst>
            </a:custGeom>
            <a:solidFill>
              <a:srgbClr val="0E50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52"/>
            <p:cNvSpPr/>
            <p:nvPr/>
          </p:nvSpPr>
          <p:spPr>
            <a:xfrm>
              <a:off x="7278475" y="2021075"/>
              <a:ext cx="39000" cy="95125"/>
            </a:xfrm>
            <a:custGeom>
              <a:rect b="b" l="l" r="r" t="t"/>
              <a:pathLst>
                <a:path extrusionOk="0" h="3805" w="1560">
                  <a:moveTo>
                    <a:pt x="0" y="1"/>
                  </a:moveTo>
                  <a:cubicBezTo>
                    <a:pt x="395" y="1"/>
                    <a:pt x="716" y="321"/>
                    <a:pt x="716" y="716"/>
                  </a:cubicBezTo>
                  <a:lnTo>
                    <a:pt x="716" y="3089"/>
                  </a:lnTo>
                  <a:cubicBezTo>
                    <a:pt x="716" y="3484"/>
                    <a:pt x="395" y="3805"/>
                    <a:pt x="0" y="3805"/>
                  </a:cubicBezTo>
                  <a:lnTo>
                    <a:pt x="844" y="3805"/>
                  </a:lnTo>
                  <a:cubicBezTo>
                    <a:pt x="1239" y="3805"/>
                    <a:pt x="1560" y="3484"/>
                    <a:pt x="1560" y="3089"/>
                  </a:cubicBezTo>
                  <a:lnTo>
                    <a:pt x="1560" y="716"/>
                  </a:lnTo>
                  <a:cubicBezTo>
                    <a:pt x="1560" y="321"/>
                    <a:pt x="1239" y="1"/>
                    <a:pt x="8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904" name="Google Shape;904;p52"/>
            <p:cNvSpPr/>
            <p:nvPr/>
          </p:nvSpPr>
          <p:spPr>
            <a:xfrm>
              <a:off x="7239150" y="2045275"/>
              <a:ext cx="30125" cy="46700"/>
            </a:xfrm>
            <a:custGeom>
              <a:rect b="b" l="l" r="r" t="t"/>
              <a:pathLst>
                <a:path extrusionOk="0" h="1868" w="1205">
                  <a:moveTo>
                    <a:pt x="603" y="0"/>
                  </a:moveTo>
                  <a:cubicBezTo>
                    <a:pt x="271" y="0"/>
                    <a:pt x="1" y="270"/>
                    <a:pt x="1" y="602"/>
                  </a:cubicBezTo>
                  <a:cubicBezTo>
                    <a:pt x="1" y="800"/>
                    <a:pt x="96" y="973"/>
                    <a:pt x="242" y="1084"/>
                  </a:cubicBezTo>
                  <a:lnTo>
                    <a:pt x="242" y="1507"/>
                  </a:lnTo>
                  <a:cubicBezTo>
                    <a:pt x="242" y="1707"/>
                    <a:pt x="404" y="1868"/>
                    <a:pt x="603" y="1868"/>
                  </a:cubicBezTo>
                  <a:cubicBezTo>
                    <a:pt x="803" y="1868"/>
                    <a:pt x="964" y="1707"/>
                    <a:pt x="964" y="1507"/>
                  </a:cubicBezTo>
                  <a:lnTo>
                    <a:pt x="964" y="1084"/>
                  </a:lnTo>
                  <a:cubicBezTo>
                    <a:pt x="1111" y="973"/>
                    <a:pt x="1205" y="800"/>
                    <a:pt x="1205" y="602"/>
                  </a:cubicBezTo>
                  <a:cubicBezTo>
                    <a:pt x="1205" y="270"/>
                    <a:pt x="936" y="0"/>
                    <a:pt x="603" y="0"/>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52"/>
            <p:cNvSpPr/>
            <p:nvPr/>
          </p:nvSpPr>
          <p:spPr>
            <a:xfrm>
              <a:off x="6987350" y="2167550"/>
              <a:ext cx="54325" cy="20975"/>
            </a:xfrm>
            <a:custGeom>
              <a:rect b="b" l="l" r="r" t="t"/>
              <a:pathLst>
                <a:path extrusionOk="0" h="839" w="2173">
                  <a:moveTo>
                    <a:pt x="419" y="1"/>
                  </a:moveTo>
                  <a:cubicBezTo>
                    <a:pt x="188" y="1"/>
                    <a:pt x="1" y="188"/>
                    <a:pt x="1" y="419"/>
                  </a:cubicBezTo>
                  <a:cubicBezTo>
                    <a:pt x="1" y="650"/>
                    <a:pt x="188" y="838"/>
                    <a:pt x="419" y="838"/>
                  </a:cubicBezTo>
                  <a:lnTo>
                    <a:pt x="1754" y="838"/>
                  </a:lnTo>
                  <a:cubicBezTo>
                    <a:pt x="1985" y="838"/>
                    <a:pt x="2172" y="650"/>
                    <a:pt x="2172" y="419"/>
                  </a:cubicBezTo>
                  <a:cubicBezTo>
                    <a:pt x="2172" y="187"/>
                    <a:pt x="1985" y="1"/>
                    <a:pt x="175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52"/>
            <p:cNvSpPr/>
            <p:nvPr/>
          </p:nvSpPr>
          <p:spPr>
            <a:xfrm>
              <a:off x="7060550" y="2167550"/>
              <a:ext cx="54300" cy="20975"/>
            </a:xfrm>
            <a:custGeom>
              <a:rect b="b" l="l" r="r" t="t"/>
              <a:pathLst>
                <a:path extrusionOk="0" h="839" w="2172">
                  <a:moveTo>
                    <a:pt x="420" y="1"/>
                  </a:moveTo>
                  <a:cubicBezTo>
                    <a:pt x="188" y="1"/>
                    <a:pt x="0" y="188"/>
                    <a:pt x="0" y="419"/>
                  </a:cubicBezTo>
                  <a:cubicBezTo>
                    <a:pt x="0" y="650"/>
                    <a:pt x="188" y="838"/>
                    <a:pt x="420" y="838"/>
                  </a:cubicBezTo>
                  <a:lnTo>
                    <a:pt x="1753" y="838"/>
                  </a:lnTo>
                  <a:cubicBezTo>
                    <a:pt x="1984" y="838"/>
                    <a:pt x="2172" y="650"/>
                    <a:pt x="2172" y="419"/>
                  </a:cubicBezTo>
                  <a:cubicBezTo>
                    <a:pt x="2172" y="187"/>
                    <a:pt x="1984" y="1"/>
                    <a:pt x="1753"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52"/>
            <p:cNvSpPr/>
            <p:nvPr/>
          </p:nvSpPr>
          <p:spPr>
            <a:xfrm>
              <a:off x="7133775" y="2167550"/>
              <a:ext cx="54300" cy="20975"/>
            </a:xfrm>
            <a:custGeom>
              <a:rect b="b" l="l" r="r" t="t"/>
              <a:pathLst>
                <a:path extrusionOk="0" h="839" w="2172">
                  <a:moveTo>
                    <a:pt x="419" y="1"/>
                  </a:moveTo>
                  <a:cubicBezTo>
                    <a:pt x="188" y="1"/>
                    <a:pt x="0" y="188"/>
                    <a:pt x="0" y="419"/>
                  </a:cubicBezTo>
                  <a:cubicBezTo>
                    <a:pt x="0" y="650"/>
                    <a:pt x="188" y="838"/>
                    <a:pt x="419" y="838"/>
                  </a:cubicBezTo>
                  <a:lnTo>
                    <a:pt x="1753" y="838"/>
                  </a:lnTo>
                  <a:cubicBezTo>
                    <a:pt x="1984" y="838"/>
                    <a:pt x="2172" y="650"/>
                    <a:pt x="2172" y="419"/>
                  </a:cubicBezTo>
                  <a:cubicBezTo>
                    <a:pt x="2172" y="187"/>
                    <a:pt x="1984" y="1"/>
                    <a:pt x="1753"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52"/>
            <p:cNvSpPr/>
            <p:nvPr/>
          </p:nvSpPr>
          <p:spPr>
            <a:xfrm>
              <a:off x="7206950" y="2167550"/>
              <a:ext cx="54325" cy="20975"/>
            </a:xfrm>
            <a:custGeom>
              <a:rect b="b" l="l" r="r" t="t"/>
              <a:pathLst>
                <a:path extrusionOk="0" h="839" w="2173">
                  <a:moveTo>
                    <a:pt x="419" y="1"/>
                  </a:moveTo>
                  <a:cubicBezTo>
                    <a:pt x="188" y="1"/>
                    <a:pt x="1" y="188"/>
                    <a:pt x="1" y="419"/>
                  </a:cubicBezTo>
                  <a:cubicBezTo>
                    <a:pt x="1" y="650"/>
                    <a:pt x="188" y="838"/>
                    <a:pt x="419" y="838"/>
                  </a:cubicBezTo>
                  <a:lnTo>
                    <a:pt x="1754" y="838"/>
                  </a:lnTo>
                  <a:cubicBezTo>
                    <a:pt x="1985" y="838"/>
                    <a:pt x="2172" y="650"/>
                    <a:pt x="2172" y="419"/>
                  </a:cubicBezTo>
                  <a:cubicBezTo>
                    <a:pt x="2172" y="187"/>
                    <a:pt x="1985" y="1"/>
                    <a:pt x="175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52"/>
            <p:cNvSpPr/>
            <p:nvPr/>
          </p:nvSpPr>
          <p:spPr>
            <a:xfrm>
              <a:off x="6981875" y="2235100"/>
              <a:ext cx="179600" cy="11050"/>
            </a:xfrm>
            <a:custGeom>
              <a:rect b="b" l="l" r="r" t="t"/>
              <a:pathLst>
                <a:path extrusionOk="0" h="442" w="7184">
                  <a:moveTo>
                    <a:pt x="220" y="1"/>
                  </a:moveTo>
                  <a:cubicBezTo>
                    <a:pt x="98" y="1"/>
                    <a:pt x="0" y="99"/>
                    <a:pt x="0" y="221"/>
                  </a:cubicBezTo>
                  <a:cubicBezTo>
                    <a:pt x="0" y="343"/>
                    <a:pt x="98" y="442"/>
                    <a:pt x="220" y="442"/>
                  </a:cubicBezTo>
                  <a:lnTo>
                    <a:pt x="6962" y="442"/>
                  </a:lnTo>
                  <a:cubicBezTo>
                    <a:pt x="7084" y="442"/>
                    <a:pt x="7184" y="343"/>
                    <a:pt x="7184" y="221"/>
                  </a:cubicBezTo>
                  <a:cubicBezTo>
                    <a:pt x="7184" y="99"/>
                    <a:pt x="7084" y="1"/>
                    <a:pt x="6962"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52"/>
            <p:cNvSpPr/>
            <p:nvPr/>
          </p:nvSpPr>
          <p:spPr>
            <a:xfrm>
              <a:off x="6981875" y="2260125"/>
              <a:ext cx="133925" cy="11100"/>
            </a:xfrm>
            <a:custGeom>
              <a:rect b="b" l="l" r="r" t="t"/>
              <a:pathLst>
                <a:path extrusionOk="0" h="444" w="5357">
                  <a:moveTo>
                    <a:pt x="220" y="1"/>
                  </a:moveTo>
                  <a:cubicBezTo>
                    <a:pt x="98" y="1"/>
                    <a:pt x="0" y="100"/>
                    <a:pt x="0" y="222"/>
                  </a:cubicBezTo>
                  <a:cubicBezTo>
                    <a:pt x="0" y="344"/>
                    <a:pt x="98" y="443"/>
                    <a:pt x="220" y="443"/>
                  </a:cubicBezTo>
                  <a:lnTo>
                    <a:pt x="5135" y="443"/>
                  </a:lnTo>
                  <a:cubicBezTo>
                    <a:pt x="5259" y="443"/>
                    <a:pt x="5357" y="344"/>
                    <a:pt x="5357" y="222"/>
                  </a:cubicBezTo>
                  <a:cubicBezTo>
                    <a:pt x="5357" y="100"/>
                    <a:pt x="5257" y="1"/>
                    <a:pt x="5135"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11" name="Google Shape;911;p52"/>
          <p:cNvCxnSpPr/>
          <p:nvPr/>
        </p:nvCxnSpPr>
        <p:spPr>
          <a:xfrm flipH="1" rot="10800000">
            <a:off x="414963" y="2907996"/>
            <a:ext cx="2657700" cy="5400"/>
          </a:xfrm>
          <a:prstGeom prst="straightConnector1">
            <a:avLst/>
          </a:prstGeom>
          <a:noFill/>
          <a:ln cap="flat" cmpd="sng" w="20500">
            <a:solidFill>
              <a:schemeClr val="accent4"/>
            </a:solidFill>
            <a:prstDash val="solid"/>
            <a:round/>
            <a:headEnd len="med" w="med" type="none"/>
            <a:tailEnd len="med" w="med" type="none"/>
          </a:ln>
        </p:spPr>
      </p:cxnSp>
      <p:cxnSp>
        <p:nvCxnSpPr>
          <p:cNvPr id="912" name="Google Shape;912;p52"/>
          <p:cNvCxnSpPr/>
          <p:nvPr/>
        </p:nvCxnSpPr>
        <p:spPr>
          <a:xfrm flipH="1" rot="10800000">
            <a:off x="3243152" y="2907996"/>
            <a:ext cx="2657700" cy="5400"/>
          </a:xfrm>
          <a:prstGeom prst="straightConnector1">
            <a:avLst/>
          </a:prstGeom>
          <a:noFill/>
          <a:ln cap="flat" cmpd="sng" w="20500">
            <a:solidFill>
              <a:schemeClr val="accent4"/>
            </a:solidFill>
            <a:prstDash val="solid"/>
            <a:round/>
            <a:headEnd len="med" w="med" type="none"/>
            <a:tailEnd len="med" w="med" type="none"/>
          </a:ln>
        </p:spPr>
      </p:cxnSp>
      <p:cxnSp>
        <p:nvCxnSpPr>
          <p:cNvPr id="913" name="Google Shape;913;p52"/>
          <p:cNvCxnSpPr/>
          <p:nvPr/>
        </p:nvCxnSpPr>
        <p:spPr>
          <a:xfrm flipH="1" rot="10800000">
            <a:off x="6071342" y="2907996"/>
            <a:ext cx="2657700" cy="5400"/>
          </a:xfrm>
          <a:prstGeom prst="straightConnector1">
            <a:avLst/>
          </a:prstGeom>
          <a:noFill/>
          <a:ln cap="flat" cmpd="sng" w="20500">
            <a:solidFill>
              <a:schemeClr val="accent4"/>
            </a:solidFill>
            <a:prstDash val="solid"/>
            <a:round/>
            <a:headEnd len="med" w="med" type="none"/>
            <a:tailEnd len="med" w="med" type="none"/>
          </a:ln>
        </p:spPr>
      </p:cxnSp>
      <p:sp>
        <p:nvSpPr>
          <p:cNvPr id="914" name="Google Shape;914;p52"/>
          <p:cNvSpPr txBox="1"/>
          <p:nvPr>
            <p:ph idx="1" type="subTitle"/>
          </p:nvPr>
        </p:nvSpPr>
        <p:spPr>
          <a:xfrm>
            <a:off x="429000" y="2338650"/>
            <a:ext cx="2629800" cy="466200"/>
          </a:xfrm>
          <a:prstGeom prst="rect">
            <a:avLst/>
          </a:prstGeom>
        </p:spPr>
        <p:txBody>
          <a:bodyPr anchorCtr="0" anchor="b" bIns="91425" lIns="91425" spcFirstLastPara="1" rIns="91425" wrap="square" tIns="91425">
            <a:noAutofit/>
          </a:bodyPr>
          <a:lstStyle/>
          <a:p>
            <a:pPr indent="0" lvl="0" marL="0" rtl="0" algn="ctr">
              <a:lnSpc>
                <a:spcPct val="80000"/>
              </a:lnSpc>
              <a:spcBef>
                <a:spcPts val="0"/>
              </a:spcBef>
              <a:spcAft>
                <a:spcPts val="0"/>
              </a:spcAft>
              <a:buSzPts val="770"/>
              <a:buNone/>
            </a:pPr>
            <a:r>
              <a:rPr lang="en" sz="2000"/>
              <a:t>SCOPE</a:t>
            </a:r>
            <a:endParaRPr sz="2000"/>
          </a:p>
        </p:txBody>
      </p:sp>
      <p:sp>
        <p:nvSpPr>
          <p:cNvPr id="915" name="Google Shape;915;p52"/>
          <p:cNvSpPr txBox="1"/>
          <p:nvPr>
            <p:ph idx="2" type="subTitle"/>
          </p:nvPr>
        </p:nvSpPr>
        <p:spPr>
          <a:xfrm>
            <a:off x="3257188" y="2434175"/>
            <a:ext cx="2629800" cy="4662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LIMITS</a:t>
            </a:r>
            <a:endParaRPr sz="2000"/>
          </a:p>
        </p:txBody>
      </p:sp>
      <p:sp>
        <p:nvSpPr>
          <p:cNvPr id="916" name="Google Shape;916;p52"/>
          <p:cNvSpPr txBox="1"/>
          <p:nvPr>
            <p:ph idx="3" type="subTitle"/>
          </p:nvPr>
        </p:nvSpPr>
        <p:spPr>
          <a:xfrm>
            <a:off x="6085388" y="2434175"/>
            <a:ext cx="2629800" cy="4662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APPROVAL</a:t>
            </a:r>
            <a:endParaRPr sz="2000"/>
          </a:p>
        </p:txBody>
      </p:sp>
      <p:sp>
        <p:nvSpPr>
          <p:cNvPr id="917" name="Google Shape;917;p52"/>
          <p:cNvSpPr txBox="1"/>
          <p:nvPr>
            <p:ph idx="4" type="subTitle"/>
          </p:nvPr>
        </p:nvSpPr>
        <p:spPr>
          <a:xfrm>
            <a:off x="6085400" y="2913400"/>
            <a:ext cx="2629800" cy="17499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700"/>
              <a:t>Require review for destructive or unexpected changes.</a:t>
            </a:r>
            <a:endParaRPr sz="1700">
              <a:solidFill>
                <a:srgbClr val="D9D9D9"/>
              </a:solidFill>
            </a:endParaRPr>
          </a:p>
        </p:txBody>
      </p:sp>
      <p:sp>
        <p:nvSpPr>
          <p:cNvPr id="918" name="Google Shape;918;p52"/>
          <p:cNvSpPr txBox="1"/>
          <p:nvPr>
            <p:ph idx="5" type="subTitle"/>
          </p:nvPr>
        </p:nvSpPr>
        <p:spPr>
          <a:xfrm>
            <a:off x="3257200" y="2913400"/>
            <a:ext cx="2629800" cy="17499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700"/>
              <a:t>Restrict VM count, size and total running hours.</a:t>
            </a:r>
            <a:endParaRPr sz="1700"/>
          </a:p>
        </p:txBody>
      </p:sp>
      <p:sp>
        <p:nvSpPr>
          <p:cNvPr id="919" name="Google Shape;919;p52"/>
          <p:cNvSpPr txBox="1"/>
          <p:nvPr>
            <p:ph idx="6" type="subTitle"/>
          </p:nvPr>
        </p:nvSpPr>
        <p:spPr>
          <a:xfrm>
            <a:off x="429000" y="2913325"/>
            <a:ext cx="2629800" cy="17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Allow only this course and its sandbox resources.</a:t>
            </a:r>
            <a:endParaRPr sz="17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53"/>
          <p:cNvSpPr txBox="1"/>
          <p:nvPr>
            <p:ph type="title"/>
          </p:nvPr>
        </p:nvSpPr>
        <p:spPr>
          <a:xfrm>
            <a:off x="866675" y="360750"/>
            <a:ext cx="60423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800"/>
              <a:t>Failure handling and recovery</a:t>
            </a:r>
            <a:endParaRPr sz="2800"/>
          </a:p>
        </p:txBody>
      </p:sp>
      <p:grpSp>
        <p:nvGrpSpPr>
          <p:cNvPr id="924" name="Google Shape;924;p53"/>
          <p:cNvGrpSpPr/>
          <p:nvPr/>
        </p:nvGrpSpPr>
        <p:grpSpPr>
          <a:xfrm>
            <a:off x="1464131" y="1786503"/>
            <a:ext cx="420539" cy="401186"/>
            <a:chOff x="1757388" y="1858738"/>
            <a:chExt cx="370225" cy="353250"/>
          </a:xfrm>
        </p:grpSpPr>
        <p:sp>
          <p:nvSpPr>
            <p:cNvPr id="925" name="Google Shape;925;p53"/>
            <p:cNvSpPr/>
            <p:nvPr/>
          </p:nvSpPr>
          <p:spPr>
            <a:xfrm>
              <a:off x="1771388" y="1937063"/>
              <a:ext cx="339975" cy="255050"/>
            </a:xfrm>
            <a:custGeom>
              <a:rect b="b" l="l" r="r" t="t"/>
              <a:pathLst>
                <a:path extrusionOk="0" h="10202" w="13599">
                  <a:moveTo>
                    <a:pt x="1066" y="1"/>
                  </a:moveTo>
                  <a:cubicBezTo>
                    <a:pt x="478" y="1"/>
                    <a:pt x="0" y="478"/>
                    <a:pt x="0" y="1066"/>
                  </a:cubicBezTo>
                  <a:lnTo>
                    <a:pt x="0" y="9405"/>
                  </a:lnTo>
                  <a:lnTo>
                    <a:pt x="6799" y="10201"/>
                  </a:lnTo>
                  <a:lnTo>
                    <a:pt x="13599" y="9405"/>
                  </a:lnTo>
                  <a:lnTo>
                    <a:pt x="13599" y="1067"/>
                  </a:lnTo>
                  <a:cubicBezTo>
                    <a:pt x="13599" y="478"/>
                    <a:pt x="13121" y="1"/>
                    <a:pt x="1253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53"/>
            <p:cNvSpPr/>
            <p:nvPr/>
          </p:nvSpPr>
          <p:spPr>
            <a:xfrm>
              <a:off x="1757388" y="2172163"/>
              <a:ext cx="367950" cy="39825"/>
            </a:xfrm>
            <a:custGeom>
              <a:rect b="b" l="l" r="r" t="t"/>
              <a:pathLst>
                <a:path extrusionOk="0" h="1593" w="14718">
                  <a:moveTo>
                    <a:pt x="416" y="1"/>
                  </a:moveTo>
                  <a:cubicBezTo>
                    <a:pt x="175" y="1"/>
                    <a:pt x="0" y="232"/>
                    <a:pt x="66" y="464"/>
                  </a:cubicBezTo>
                  <a:lnTo>
                    <a:pt x="130" y="692"/>
                  </a:lnTo>
                  <a:cubicBezTo>
                    <a:pt x="280" y="1224"/>
                    <a:pt x="766" y="1593"/>
                    <a:pt x="1319" y="1593"/>
                  </a:cubicBezTo>
                  <a:lnTo>
                    <a:pt x="13400" y="1593"/>
                  </a:lnTo>
                  <a:cubicBezTo>
                    <a:pt x="13953" y="1593"/>
                    <a:pt x="14439" y="1224"/>
                    <a:pt x="14587" y="692"/>
                  </a:cubicBezTo>
                  <a:lnTo>
                    <a:pt x="14652" y="464"/>
                  </a:lnTo>
                  <a:cubicBezTo>
                    <a:pt x="14717" y="232"/>
                    <a:pt x="14542" y="1"/>
                    <a:pt x="1430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53"/>
            <p:cNvSpPr/>
            <p:nvPr/>
          </p:nvSpPr>
          <p:spPr>
            <a:xfrm>
              <a:off x="1771338" y="1937063"/>
              <a:ext cx="354000" cy="274925"/>
            </a:xfrm>
            <a:custGeom>
              <a:rect b="b" l="l" r="r" t="t"/>
              <a:pathLst>
                <a:path extrusionOk="0" h="10997" w="14160">
                  <a:moveTo>
                    <a:pt x="11072" y="1"/>
                  </a:moveTo>
                  <a:cubicBezTo>
                    <a:pt x="11660" y="1"/>
                    <a:pt x="12139" y="478"/>
                    <a:pt x="12139" y="1067"/>
                  </a:cubicBezTo>
                  <a:lnTo>
                    <a:pt x="12139" y="8661"/>
                  </a:lnTo>
                  <a:cubicBezTo>
                    <a:pt x="12139" y="8848"/>
                    <a:pt x="11988" y="9000"/>
                    <a:pt x="11800" y="9000"/>
                  </a:cubicBezTo>
                  <a:lnTo>
                    <a:pt x="1" y="9000"/>
                  </a:lnTo>
                  <a:lnTo>
                    <a:pt x="1" y="9405"/>
                  </a:lnTo>
                  <a:lnTo>
                    <a:pt x="12355" y="9405"/>
                  </a:lnTo>
                  <a:cubicBezTo>
                    <a:pt x="12596" y="9405"/>
                    <a:pt x="12771" y="9636"/>
                    <a:pt x="12705" y="9868"/>
                  </a:cubicBezTo>
                  <a:lnTo>
                    <a:pt x="12640" y="10096"/>
                  </a:lnTo>
                  <a:cubicBezTo>
                    <a:pt x="12491" y="10628"/>
                    <a:pt x="12005" y="10997"/>
                    <a:pt x="11453" y="10997"/>
                  </a:cubicBezTo>
                  <a:lnTo>
                    <a:pt x="12842" y="10997"/>
                  </a:lnTo>
                  <a:cubicBezTo>
                    <a:pt x="13395" y="10997"/>
                    <a:pt x="13881" y="10628"/>
                    <a:pt x="14029" y="10096"/>
                  </a:cubicBezTo>
                  <a:lnTo>
                    <a:pt x="14094" y="9868"/>
                  </a:lnTo>
                  <a:cubicBezTo>
                    <a:pt x="14159" y="9636"/>
                    <a:pt x="13986" y="9405"/>
                    <a:pt x="13744" y="9405"/>
                  </a:cubicBezTo>
                  <a:lnTo>
                    <a:pt x="13601" y="9405"/>
                  </a:lnTo>
                  <a:lnTo>
                    <a:pt x="13601" y="1067"/>
                  </a:lnTo>
                  <a:cubicBezTo>
                    <a:pt x="13601" y="478"/>
                    <a:pt x="13123" y="1"/>
                    <a:pt x="1253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53"/>
            <p:cNvSpPr/>
            <p:nvPr/>
          </p:nvSpPr>
          <p:spPr>
            <a:xfrm>
              <a:off x="1890388" y="2172163"/>
              <a:ext cx="101950" cy="19950"/>
            </a:xfrm>
            <a:custGeom>
              <a:rect b="b" l="l" r="r" t="t"/>
              <a:pathLst>
                <a:path extrusionOk="0" h="798" w="4078">
                  <a:moveTo>
                    <a:pt x="0" y="1"/>
                  </a:moveTo>
                  <a:lnTo>
                    <a:pt x="0" y="299"/>
                  </a:lnTo>
                  <a:cubicBezTo>
                    <a:pt x="0" y="573"/>
                    <a:pt x="223" y="797"/>
                    <a:pt x="499" y="797"/>
                  </a:cubicBezTo>
                  <a:lnTo>
                    <a:pt x="3580" y="797"/>
                  </a:lnTo>
                  <a:cubicBezTo>
                    <a:pt x="3855" y="797"/>
                    <a:pt x="4077" y="573"/>
                    <a:pt x="4077" y="299"/>
                  </a:cubicBezTo>
                  <a:lnTo>
                    <a:pt x="4077" y="1"/>
                  </a:ln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53"/>
            <p:cNvSpPr/>
            <p:nvPr/>
          </p:nvSpPr>
          <p:spPr>
            <a:xfrm>
              <a:off x="1793388" y="1959113"/>
              <a:ext cx="295925" cy="191025"/>
            </a:xfrm>
            <a:custGeom>
              <a:rect b="b" l="l" r="r" t="t"/>
              <a:pathLst>
                <a:path extrusionOk="0" h="7641" w="11837">
                  <a:moveTo>
                    <a:pt x="769" y="1"/>
                  </a:moveTo>
                  <a:cubicBezTo>
                    <a:pt x="345" y="1"/>
                    <a:pt x="1" y="344"/>
                    <a:pt x="1" y="768"/>
                  </a:cubicBezTo>
                  <a:lnTo>
                    <a:pt x="1" y="6874"/>
                  </a:lnTo>
                  <a:cubicBezTo>
                    <a:pt x="1" y="7298"/>
                    <a:pt x="345" y="7641"/>
                    <a:pt x="769" y="7641"/>
                  </a:cubicBezTo>
                  <a:lnTo>
                    <a:pt x="11070" y="7641"/>
                  </a:lnTo>
                  <a:cubicBezTo>
                    <a:pt x="11134" y="7641"/>
                    <a:pt x="11197" y="7632"/>
                    <a:pt x="11257" y="7618"/>
                  </a:cubicBezTo>
                  <a:cubicBezTo>
                    <a:pt x="11334" y="7599"/>
                    <a:pt x="11407" y="7568"/>
                    <a:pt x="11473" y="7526"/>
                  </a:cubicBezTo>
                  <a:cubicBezTo>
                    <a:pt x="11691" y="7392"/>
                    <a:pt x="11837" y="7149"/>
                    <a:pt x="11837" y="6874"/>
                  </a:cubicBezTo>
                  <a:lnTo>
                    <a:pt x="11837" y="768"/>
                  </a:lnTo>
                  <a:cubicBezTo>
                    <a:pt x="11837" y="491"/>
                    <a:pt x="11690" y="248"/>
                    <a:pt x="11470" y="114"/>
                  </a:cubicBezTo>
                  <a:cubicBezTo>
                    <a:pt x="11401" y="72"/>
                    <a:pt x="11324" y="40"/>
                    <a:pt x="11245" y="20"/>
                  </a:cubicBezTo>
                  <a:cubicBezTo>
                    <a:pt x="11187" y="8"/>
                    <a:pt x="11130" y="1"/>
                    <a:pt x="110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53"/>
            <p:cNvSpPr/>
            <p:nvPr/>
          </p:nvSpPr>
          <p:spPr>
            <a:xfrm>
              <a:off x="2074488" y="1959613"/>
              <a:ext cx="14825" cy="189975"/>
            </a:xfrm>
            <a:custGeom>
              <a:rect b="b" l="l" r="r" t="t"/>
              <a:pathLst>
                <a:path extrusionOk="0" h="7599" w="593">
                  <a:moveTo>
                    <a:pt x="1" y="0"/>
                  </a:moveTo>
                  <a:lnTo>
                    <a:pt x="1" y="0"/>
                  </a:lnTo>
                  <a:cubicBezTo>
                    <a:pt x="8" y="53"/>
                    <a:pt x="13" y="109"/>
                    <a:pt x="13" y="164"/>
                  </a:cubicBezTo>
                  <a:lnTo>
                    <a:pt x="13" y="7598"/>
                  </a:lnTo>
                  <a:cubicBezTo>
                    <a:pt x="90" y="7579"/>
                    <a:pt x="163" y="7548"/>
                    <a:pt x="229" y="7506"/>
                  </a:cubicBezTo>
                  <a:cubicBezTo>
                    <a:pt x="447" y="7372"/>
                    <a:pt x="593" y="7129"/>
                    <a:pt x="593" y="6854"/>
                  </a:cubicBezTo>
                  <a:lnTo>
                    <a:pt x="593" y="748"/>
                  </a:lnTo>
                  <a:cubicBezTo>
                    <a:pt x="593" y="471"/>
                    <a:pt x="446" y="228"/>
                    <a:pt x="226" y="94"/>
                  </a:cubicBezTo>
                  <a:cubicBezTo>
                    <a:pt x="157" y="51"/>
                    <a:pt x="80" y="20"/>
                    <a:pt x="1" y="0"/>
                  </a:cubicBezTo>
                  <a:close/>
                </a:path>
              </a:pathLst>
            </a:custGeom>
            <a:solidFill>
              <a:srgbClr val="878787">
                <a:alpha val="13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53"/>
            <p:cNvSpPr/>
            <p:nvPr/>
          </p:nvSpPr>
          <p:spPr>
            <a:xfrm>
              <a:off x="1825063" y="1996763"/>
              <a:ext cx="232600" cy="153375"/>
            </a:xfrm>
            <a:custGeom>
              <a:rect b="b" l="l" r="r" t="t"/>
              <a:pathLst>
                <a:path extrusionOk="0" h="6135" w="9304">
                  <a:moveTo>
                    <a:pt x="4652" y="1"/>
                  </a:moveTo>
                  <a:cubicBezTo>
                    <a:pt x="4383" y="1"/>
                    <a:pt x="4114" y="142"/>
                    <a:pt x="3978" y="424"/>
                  </a:cubicBezTo>
                  <a:lnTo>
                    <a:pt x="2370" y="3777"/>
                  </a:lnTo>
                  <a:lnTo>
                    <a:pt x="909" y="2822"/>
                  </a:lnTo>
                  <a:cubicBezTo>
                    <a:pt x="813" y="2759"/>
                    <a:pt x="709" y="2731"/>
                    <a:pt x="608" y="2731"/>
                  </a:cubicBezTo>
                  <a:cubicBezTo>
                    <a:pt x="289" y="2731"/>
                    <a:pt x="0" y="3015"/>
                    <a:pt x="61" y="3377"/>
                  </a:cubicBezTo>
                  <a:lnTo>
                    <a:pt x="519" y="6135"/>
                  </a:lnTo>
                  <a:lnTo>
                    <a:pt x="8785" y="6135"/>
                  </a:lnTo>
                  <a:lnTo>
                    <a:pt x="9244" y="3377"/>
                  </a:lnTo>
                  <a:cubicBezTo>
                    <a:pt x="9304" y="3015"/>
                    <a:pt x="9015" y="2731"/>
                    <a:pt x="8696" y="2731"/>
                  </a:cubicBezTo>
                  <a:cubicBezTo>
                    <a:pt x="8595" y="2731"/>
                    <a:pt x="8491" y="2759"/>
                    <a:pt x="8394" y="2822"/>
                  </a:cubicBezTo>
                  <a:lnTo>
                    <a:pt x="6935" y="3777"/>
                  </a:lnTo>
                  <a:lnTo>
                    <a:pt x="5325" y="424"/>
                  </a:lnTo>
                  <a:cubicBezTo>
                    <a:pt x="5190" y="142"/>
                    <a:pt x="4921" y="1"/>
                    <a:pt x="4652" y="1"/>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53"/>
            <p:cNvSpPr/>
            <p:nvPr/>
          </p:nvSpPr>
          <p:spPr>
            <a:xfrm>
              <a:off x="1880963" y="2070463"/>
              <a:ext cx="120800" cy="79675"/>
            </a:xfrm>
            <a:custGeom>
              <a:rect b="b" l="l" r="r" t="t"/>
              <a:pathLst>
                <a:path extrusionOk="0" h="3187" w="4832">
                  <a:moveTo>
                    <a:pt x="2416" y="1"/>
                  </a:moveTo>
                  <a:cubicBezTo>
                    <a:pt x="2276" y="1"/>
                    <a:pt x="2136" y="74"/>
                    <a:pt x="2066" y="221"/>
                  </a:cubicBezTo>
                  <a:lnTo>
                    <a:pt x="1231" y="1963"/>
                  </a:lnTo>
                  <a:lnTo>
                    <a:pt x="473" y="1467"/>
                  </a:lnTo>
                  <a:cubicBezTo>
                    <a:pt x="422" y="1434"/>
                    <a:pt x="368" y="1419"/>
                    <a:pt x="315" y="1419"/>
                  </a:cubicBezTo>
                  <a:cubicBezTo>
                    <a:pt x="150" y="1419"/>
                    <a:pt x="1" y="1567"/>
                    <a:pt x="31" y="1755"/>
                  </a:cubicBezTo>
                  <a:lnTo>
                    <a:pt x="270" y="3187"/>
                  </a:lnTo>
                  <a:lnTo>
                    <a:pt x="4562" y="3187"/>
                  </a:lnTo>
                  <a:lnTo>
                    <a:pt x="4800" y="1755"/>
                  </a:lnTo>
                  <a:cubicBezTo>
                    <a:pt x="4832" y="1567"/>
                    <a:pt x="4682" y="1419"/>
                    <a:pt x="4517" y="1419"/>
                  </a:cubicBezTo>
                  <a:cubicBezTo>
                    <a:pt x="4464" y="1419"/>
                    <a:pt x="4410" y="1434"/>
                    <a:pt x="4359" y="1467"/>
                  </a:cubicBezTo>
                  <a:lnTo>
                    <a:pt x="3602" y="1963"/>
                  </a:lnTo>
                  <a:lnTo>
                    <a:pt x="2766" y="221"/>
                  </a:lnTo>
                  <a:cubicBezTo>
                    <a:pt x="2696" y="74"/>
                    <a:pt x="2556" y="1"/>
                    <a:pt x="2416" y="1"/>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53"/>
            <p:cNvSpPr/>
            <p:nvPr/>
          </p:nvSpPr>
          <p:spPr>
            <a:xfrm>
              <a:off x="1978863" y="1858738"/>
              <a:ext cx="148750" cy="126400"/>
            </a:xfrm>
            <a:custGeom>
              <a:rect b="b" l="l" r="r" t="t"/>
              <a:pathLst>
                <a:path extrusionOk="0" h="5056" w="5950">
                  <a:moveTo>
                    <a:pt x="2975" y="0"/>
                  </a:moveTo>
                  <a:cubicBezTo>
                    <a:pt x="2784" y="0"/>
                    <a:pt x="2592" y="95"/>
                    <a:pt x="2483" y="285"/>
                  </a:cubicBezTo>
                  <a:lnTo>
                    <a:pt x="219" y="4203"/>
                  </a:lnTo>
                  <a:cubicBezTo>
                    <a:pt x="1" y="4583"/>
                    <a:pt x="274" y="5056"/>
                    <a:pt x="712" y="5056"/>
                  </a:cubicBezTo>
                  <a:lnTo>
                    <a:pt x="5238" y="5056"/>
                  </a:lnTo>
                  <a:cubicBezTo>
                    <a:pt x="5675" y="5056"/>
                    <a:pt x="5949" y="4583"/>
                    <a:pt x="5730" y="4203"/>
                  </a:cubicBezTo>
                  <a:lnTo>
                    <a:pt x="3467" y="285"/>
                  </a:lnTo>
                  <a:cubicBezTo>
                    <a:pt x="3358" y="95"/>
                    <a:pt x="3167" y="0"/>
                    <a:pt x="2975" y="0"/>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53"/>
            <p:cNvSpPr/>
            <p:nvPr/>
          </p:nvSpPr>
          <p:spPr>
            <a:xfrm>
              <a:off x="2042313" y="1858738"/>
              <a:ext cx="85300" cy="126400"/>
            </a:xfrm>
            <a:custGeom>
              <a:rect b="b" l="l" r="r" t="t"/>
              <a:pathLst>
                <a:path extrusionOk="0" h="5056" w="3412">
                  <a:moveTo>
                    <a:pt x="437" y="0"/>
                  </a:moveTo>
                  <a:cubicBezTo>
                    <a:pt x="275" y="0"/>
                    <a:pt x="113" y="68"/>
                    <a:pt x="1" y="203"/>
                  </a:cubicBezTo>
                  <a:cubicBezTo>
                    <a:pt x="21" y="229"/>
                    <a:pt x="40" y="255"/>
                    <a:pt x="57" y="285"/>
                  </a:cubicBezTo>
                  <a:lnTo>
                    <a:pt x="2319" y="4203"/>
                  </a:lnTo>
                  <a:cubicBezTo>
                    <a:pt x="2539" y="4583"/>
                    <a:pt x="2265" y="5056"/>
                    <a:pt x="1828" y="5056"/>
                  </a:cubicBezTo>
                  <a:lnTo>
                    <a:pt x="2700" y="5056"/>
                  </a:lnTo>
                  <a:cubicBezTo>
                    <a:pt x="3137" y="5056"/>
                    <a:pt x="3411" y="4583"/>
                    <a:pt x="3192" y="4203"/>
                  </a:cubicBezTo>
                  <a:lnTo>
                    <a:pt x="929" y="285"/>
                  </a:lnTo>
                  <a:cubicBezTo>
                    <a:pt x="819" y="95"/>
                    <a:pt x="628" y="0"/>
                    <a:pt x="437"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53"/>
            <p:cNvSpPr/>
            <p:nvPr/>
          </p:nvSpPr>
          <p:spPr>
            <a:xfrm>
              <a:off x="2041163" y="1887513"/>
              <a:ext cx="24150" cy="53675"/>
            </a:xfrm>
            <a:custGeom>
              <a:rect b="b" l="l" r="r" t="t"/>
              <a:pathLst>
                <a:path extrusionOk="0" h="2147" w="966">
                  <a:moveTo>
                    <a:pt x="482" y="0"/>
                  </a:moveTo>
                  <a:cubicBezTo>
                    <a:pt x="216" y="0"/>
                    <a:pt x="1" y="217"/>
                    <a:pt x="1" y="483"/>
                  </a:cubicBezTo>
                  <a:lnTo>
                    <a:pt x="1" y="1663"/>
                  </a:lnTo>
                  <a:cubicBezTo>
                    <a:pt x="1" y="1931"/>
                    <a:pt x="216" y="2146"/>
                    <a:pt x="482" y="2146"/>
                  </a:cubicBezTo>
                  <a:cubicBezTo>
                    <a:pt x="750" y="2146"/>
                    <a:pt x="965" y="1931"/>
                    <a:pt x="965" y="1663"/>
                  </a:cubicBezTo>
                  <a:lnTo>
                    <a:pt x="965" y="483"/>
                  </a:ln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53"/>
            <p:cNvSpPr/>
            <p:nvPr/>
          </p:nvSpPr>
          <p:spPr>
            <a:xfrm>
              <a:off x="2041163" y="1948513"/>
              <a:ext cx="24150" cy="24150"/>
            </a:xfrm>
            <a:custGeom>
              <a:rect b="b" l="l" r="r" t="t"/>
              <a:pathLst>
                <a:path extrusionOk="0" h="966" w="966">
                  <a:moveTo>
                    <a:pt x="482" y="0"/>
                  </a:moveTo>
                  <a:cubicBezTo>
                    <a:pt x="216" y="0"/>
                    <a:pt x="1" y="217"/>
                    <a:pt x="1" y="483"/>
                  </a:cubicBezTo>
                  <a:lnTo>
                    <a:pt x="1" y="531"/>
                  </a:lnTo>
                  <a:cubicBezTo>
                    <a:pt x="1" y="772"/>
                    <a:pt x="194" y="965"/>
                    <a:pt x="435" y="965"/>
                  </a:cubicBezTo>
                  <a:lnTo>
                    <a:pt x="482" y="965"/>
                  </a:lnTo>
                  <a:cubicBezTo>
                    <a:pt x="750" y="965"/>
                    <a:pt x="965" y="750"/>
                    <a:pt x="965" y="483"/>
                  </a:cubicBez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7" name="Google Shape;937;p53"/>
          <p:cNvGrpSpPr/>
          <p:nvPr/>
        </p:nvGrpSpPr>
        <p:grpSpPr>
          <a:xfrm>
            <a:off x="4369781" y="1779636"/>
            <a:ext cx="404437" cy="414928"/>
            <a:chOff x="4393975" y="1891863"/>
            <a:chExt cx="356050" cy="365350"/>
          </a:xfrm>
        </p:grpSpPr>
        <p:sp>
          <p:nvSpPr>
            <p:cNvPr id="938" name="Google Shape;938;p53"/>
            <p:cNvSpPr/>
            <p:nvPr/>
          </p:nvSpPr>
          <p:spPr>
            <a:xfrm>
              <a:off x="4393975" y="1891863"/>
              <a:ext cx="226075" cy="217200"/>
            </a:xfrm>
            <a:custGeom>
              <a:rect b="b" l="l" r="r" t="t"/>
              <a:pathLst>
                <a:path extrusionOk="0" h="8688" w="9043">
                  <a:moveTo>
                    <a:pt x="4156" y="0"/>
                  </a:moveTo>
                  <a:cubicBezTo>
                    <a:pt x="4101" y="0"/>
                    <a:pt x="4047" y="2"/>
                    <a:pt x="3992" y="4"/>
                  </a:cubicBezTo>
                  <a:cubicBezTo>
                    <a:pt x="3480" y="26"/>
                    <a:pt x="2963" y="158"/>
                    <a:pt x="2476" y="409"/>
                  </a:cubicBezTo>
                  <a:cubicBezTo>
                    <a:pt x="685" y="1334"/>
                    <a:pt x="1" y="3552"/>
                    <a:pt x="898" y="5358"/>
                  </a:cubicBezTo>
                  <a:lnTo>
                    <a:pt x="2553" y="8687"/>
                  </a:lnTo>
                  <a:lnTo>
                    <a:pt x="3984" y="7976"/>
                  </a:lnTo>
                  <a:lnTo>
                    <a:pt x="2304" y="4596"/>
                  </a:lnTo>
                  <a:cubicBezTo>
                    <a:pt x="1787" y="3557"/>
                    <a:pt x="2227" y="2288"/>
                    <a:pt x="3284" y="1793"/>
                  </a:cubicBezTo>
                  <a:cubicBezTo>
                    <a:pt x="3513" y="1686"/>
                    <a:pt x="3753" y="1625"/>
                    <a:pt x="3992" y="1607"/>
                  </a:cubicBezTo>
                  <a:cubicBezTo>
                    <a:pt x="4042" y="1603"/>
                    <a:pt x="4093" y="1602"/>
                    <a:pt x="4143" y="1602"/>
                  </a:cubicBezTo>
                  <a:cubicBezTo>
                    <a:pt x="4920" y="1602"/>
                    <a:pt x="5669" y="2044"/>
                    <a:pt x="6038" y="2785"/>
                  </a:cubicBezTo>
                  <a:lnTo>
                    <a:pt x="7501" y="5730"/>
                  </a:lnTo>
                  <a:cubicBezTo>
                    <a:pt x="7579" y="5888"/>
                    <a:pt x="7737" y="5978"/>
                    <a:pt x="7901" y="5978"/>
                  </a:cubicBezTo>
                  <a:cubicBezTo>
                    <a:pt x="7968" y="5978"/>
                    <a:pt x="8035" y="5963"/>
                    <a:pt x="8098" y="5932"/>
                  </a:cubicBezTo>
                  <a:lnTo>
                    <a:pt x="8733" y="5617"/>
                  </a:lnTo>
                  <a:cubicBezTo>
                    <a:pt x="8952" y="5508"/>
                    <a:pt x="9042" y="5240"/>
                    <a:pt x="8933" y="5019"/>
                  </a:cubicBezTo>
                  <a:lnTo>
                    <a:pt x="7450" y="2037"/>
                  </a:lnTo>
                  <a:cubicBezTo>
                    <a:pt x="6810" y="748"/>
                    <a:pt x="5507" y="0"/>
                    <a:pt x="4156" y="0"/>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53"/>
            <p:cNvSpPr/>
            <p:nvPr/>
          </p:nvSpPr>
          <p:spPr>
            <a:xfrm>
              <a:off x="4493775" y="1891863"/>
              <a:ext cx="126275" cy="149475"/>
            </a:xfrm>
            <a:custGeom>
              <a:rect b="b" l="l" r="r" t="t"/>
              <a:pathLst>
                <a:path extrusionOk="0" h="5979" w="5051">
                  <a:moveTo>
                    <a:pt x="164" y="0"/>
                  </a:moveTo>
                  <a:cubicBezTo>
                    <a:pt x="109" y="0"/>
                    <a:pt x="55" y="2"/>
                    <a:pt x="0" y="4"/>
                  </a:cubicBezTo>
                  <a:cubicBezTo>
                    <a:pt x="24" y="28"/>
                    <a:pt x="626" y="672"/>
                    <a:pt x="0" y="1607"/>
                  </a:cubicBezTo>
                  <a:cubicBezTo>
                    <a:pt x="50" y="1603"/>
                    <a:pt x="101" y="1602"/>
                    <a:pt x="151" y="1602"/>
                  </a:cubicBezTo>
                  <a:cubicBezTo>
                    <a:pt x="928" y="1602"/>
                    <a:pt x="1677" y="2044"/>
                    <a:pt x="2046" y="2785"/>
                  </a:cubicBezTo>
                  <a:lnTo>
                    <a:pt x="3509" y="5730"/>
                  </a:lnTo>
                  <a:cubicBezTo>
                    <a:pt x="3587" y="5888"/>
                    <a:pt x="3745" y="5978"/>
                    <a:pt x="3909" y="5978"/>
                  </a:cubicBezTo>
                  <a:cubicBezTo>
                    <a:pt x="3976" y="5978"/>
                    <a:pt x="4043" y="5963"/>
                    <a:pt x="4106" y="5932"/>
                  </a:cubicBezTo>
                  <a:lnTo>
                    <a:pt x="4741" y="5617"/>
                  </a:lnTo>
                  <a:cubicBezTo>
                    <a:pt x="4960" y="5508"/>
                    <a:pt x="5050" y="5240"/>
                    <a:pt x="4941" y="5019"/>
                  </a:cubicBezTo>
                  <a:lnTo>
                    <a:pt x="3458" y="2037"/>
                  </a:lnTo>
                  <a:cubicBezTo>
                    <a:pt x="2818" y="748"/>
                    <a:pt x="1515" y="0"/>
                    <a:pt x="164" y="0"/>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53"/>
            <p:cNvSpPr/>
            <p:nvPr/>
          </p:nvSpPr>
          <p:spPr>
            <a:xfrm>
              <a:off x="4425400" y="2084913"/>
              <a:ext cx="229150" cy="172300"/>
            </a:xfrm>
            <a:custGeom>
              <a:rect b="b" l="l" r="r" t="t"/>
              <a:pathLst>
                <a:path extrusionOk="0" h="6892" w="9166">
                  <a:moveTo>
                    <a:pt x="1297" y="1"/>
                  </a:moveTo>
                  <a:cubicBezTo>
                    <a:pt x="582" y="1"/>
                    <a:pt x="1" y="582"/>
                    <a:pt x="1" y="1297"/>
                  </a:cubicBezTo>
                  <a:lnTo>
                    <a:pt x="1" y="5597"/>
                  </a:lnTo>
                  <a:cubicBezTo>
                    <a:pt x="1" y="6312"/>
                    <a:pt x="580" y="6892"/>
                    <a:pt x="1297" y="6892"/>
                  </a:cubicBezTo>
                  <a:lnTo>
                    <a:pt x="7871" y="6892"/>
                  </a:lnTo>
                  <a:cubicBezTo>
                    <a:pt x="8586" y="6892"/>
                    <a:pt x="9166" y="6312"/>
                    <a:pt x="9166" y="5597"/>
                  </a:cubicBezTo>
                  <a:lnTo>
                    <a:pt x="9166" y="1297"/>
                  </a:lnTo>
                  <a:cubicBezTo>
                    <a:pt x="9166" y="582"/>
                    <a:pt x="8586" y="1"/>
                    <a:pt x="7871" y="1"/>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53"/>
            <p:cNvSpPr/>
            <p:nvPr/>
          </p:nvSpPr>
          <p:spPr>
            <a:xfrm>
              <a:off x="4583900" y="2084913"/>
              <a:ext cx="70650" cy="172300"/>
            </a:xfrm>
            <a:custGeom>
              <a:rect b="b" l="l" r="r" t="t"/>
              <a:pathLst>
                <a:path extrusionOk="0" h="6892" w="2826">
                  <a:moveTo>
                    <a:pt x="0" y="1"/>
                  </a:moveTo>
                  <a:cubicBezTo>
                    <a:pt x="716" y="1"/>
                    <a:pt x="1295" y="580"/>
                    <a:pt x="1295" y="1297"/>
                  </a:cubicBezTo>
                  <a:lnTo>
                    <a:pt x="1295" y="5595"/>
                  </a:lnTo>
                  <a:cubicBezTo>
                    <a:pt x="1295" y="6312"/>
                    <a:pt x="716" y="6892"/>
                    <a:pt x="0" y="6892"/>
                  </a:cubicBezTo>
                  <a:lnTo>
                    <a:pt x="1531" y="6892"/>
                  </a:lnTo>
                  <a:cubicBezTo>
                    <a:pt x="2246" y="6892"/>
                    <a:pt x="2826" y="6312"/>
                    <a:pt x="2826" y="5595"/>
                  </a:cubicBezTo>
                  <a:lnTo>
                    <a:pt x="2826" y="1297"/>
                  </a:lnTo>
                  <a:cubicBezTo>
                    <a:pt x="2826" y="580"/>
                    <a:pt x="2246" y="1"/>
                    <a:pt x="1531" y="1"/>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53"/>
            <p:cNvSpPr/>
            <p:nvPr/>
          </p:nvSpPr>
          <p:spPr>
            <a:xfrm>
              <a:off x="4508300" y="2120238"/>
              <a:ext cx="64775" cy="102675"/>
            </a:xfrm>
            <a:custGeom>
              <a:rect b="b" l="l" r="r" t="t"/>
              <a:pathLst>
                <a:path extrusionOk="0" h="4107" w="2591">
                  <a:moveTo>
                    <a:pt x="1267" y="0"/>
                  </a:moveTo>
                  <a:cubicBezTo>
                    <a:pt x="762" y="0"/>
                    <a:pt x="321" y="284"/>
                    <a:pt x="98" y="703"/>
                  </a:cubicBezTo>
                  <a:cubicBezTo>
                    <a:pt x="0" y="888"/>
                    <a:pt x="926" y="1099"/>
                    <a:pt x="926" y="1323"/>
                  </a:cubicBezTo>
                  <a:cubicBezTo>
                    <a:pt x="926" y="1756"/>
                    <a:pt x="1115" y="2138"/>
                    <a:pt x="1435" y="2380"/>
                  </a:cubicBezTo>
                  <a:lnTo>
                    <a:pt x="473" y="3313"/>
                  </a:lnTo>
                  <a:cubicBezTo>
                    <a:pt x="473" y="3362"/>
                    <a:pt x="479" y="3409"/>
                    <a:pt x="487" y="3456"/>
                  </a:cubicBezTo>
                  <a:cubicBezTo>
                    <a:pt x="555" y="3825"/>
                    <a:pt x="878" y="4107"/>
                    <a:pt x="1267" y="4107"/>
                  </a:cubicBezTo>
                  <a:cubicBezTo>
                    <a:pt x="1487" y="4107"/>
                    <a:pt x="1686" y="4017"/>
                    <a:pt x="1829" y="3874"/>
                  </a:cubicBezTo>
                  <a:cubicBezTo>
                    <a:pt x="1939" y="3764"/>
                    <a:pt x="2016" y="3621"/>
                    <a:pt x="2047" y="3463"/>
                  </a:cubicBezTo>
                  <a:cubicBezTo>
                    <a:pt x="2057" y="3414"/>
                    <a:pt x="2061" y="3363"/>
                    <a:pt x="2061" y="3313"/>
                  </a:cubicBezTo>
                  <a:lnTo>
                    <a:pt x="2061" y="2380"/>
                  </a:lnTo>
                  <a:cubicBezTo>
                    <a:pt x="2382" y="2138"/>
                    <a:pt x="2590" y="1756"/>
                    <a:pt x="2590" y="1323"/>
                  </a:cubicBezTo>
                  <a:cubicBezTo>
                    <a:pt x="2590" y="1059"/>
                    <a:pt x="2513" y="811"/>
                    <a:pt x="2379" y="604"/>
                  </a:cubicBezTo>
                  <a:cubicBezTo>
                    <a:pt x="2142" y="241"/>
                    <a:pt x="1733" y="0"/>
                    <a:pt x="1267" y="0"/>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53"/>
            <p:cNvSpPr/>
            <p:nvPr/>
          </p:nvSpPr>
          <p:spPr>
            <a:xfrm>
              <a:off x="4506900" y="2135313"/>
              <a:ext cx="243125" cy="71500"/>
            </a:xfrm>
            <a:custGeom>
              <a:rect b="b" l="l" r="r" t="t"/>
              <a:pathLst>
                <a:path extrusionOk="0" h="2860" w="9725">
                  <a:moveTo>
                    <a:pt x="678" y="1"/>
                  </a:moveTo>
                  <a:cubicBezTo>
                    <a:pt x="493" y="1"/>
                    <a:pt x="317" y="36"/>
                    <a:pt x="154" y="100"/>
                  </a:cubicBezTo>
                  <a:cubicBezTo>
                    <a:pt x="56" y="285"/>
                    <a:pt x="0" y="496"/>
                    <a:pt x="0" y="720"/>
                  </a:cubicBezTo>
                  <a:cubicBezTo>
                    <a:pt x="0" y="1153"/>
                    <a:pt x="209" y="1535"/>
                    <a:pt x="529" y="1777"/>
                  </a:cubicBezTo>
                  <a:lnTo>
                    <a:pt x="529" y="2710"/>
                  </a:lnTo>
                  <a:cubicBezTo>
                    <a:pt x="529" y="2759"/>
                    <a:pt x="535" y="2806"/>
                    <a:pt x="543" y="2853"/>
                  </a:cubicBezTo>
                  <a:cubicBezTo>
                    <a:pt x="587" y="2857"/>
                    <a:pt x="633" y="2860"/>
                    <a:pt x="678" y="2860"/>
                  </a:cubicBezTo>
                  <a:lnTo>
                    <a:pt x="8295" y="2860"/>
                  </a:lnTo>
                  <a:cubicBezTo>
                    <a:pt x="8690" y="2860"/>
                    <a:pt x="9047" y="2700"/>
                    <a:pt x="9306" y="2441"/>
                  </a:cubicBezTo>
                  <a:cubicBezTo>
                    <a:pt x="9565" y="2182"/>
                    <a:pt x="9725" y="1825"/>
                    <a:pt x="9725" y="1430"/>
                  </a:cubicBezTo>
                  <a:cubicBezTo>
                    <a:pt x="9725" y="640"/>
                    <a:pt x="9085" y="2"/>
                    <a:pt x="8295" y="1"/>
                  </a:cubicBezTo>
                  <a:close/>
                </a:path>
              </a:pathLst>
            </a:custGeom>
            <a:solidFill>
              <a:srgbClr val="4DC8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53"/>
            <p:cNvSpPr/>
            <p:nvPr/>
          </p:nvSpPr>
          <p:spPr>
            <a:xfrm>
              <a:off x="4506900" y="2135313"/>
              <a:ext cx="37250" cy="71500"/>
            </a:xfrm>
            <a:custGeom>
              <a:rect b="b" l="l" r="r" t="t"/>
              <a:pathLst>
                <a:path extrusionOk="0" h="2860" w="1490">
                  <a:moveTo>
                    <a:pt x="678" y="1"/>
                  </a:moveTo>
                  <a:cubicBezTo>
                    <a:pt x="493" y="1"/>
                    <a:pt x="317" y="36"/>
                    <a:pt x="154" y="100"/>
                  </a:cubicBezTo>
                  <a:cubicBezTo>
                    <a:pt x="56" y="285"/>
                    <a:pt x="0" y="496"/>
                    <a:pt x="0" y="720"/>
                  </a:cubicBezTo>
                  <a:cubicBezTo>
                    <a:pt x="0" y="1153"/>
                    <a:pt x="209" y="1535"/>
                    <a:pt x="529" y="1777"/>
                  </a:cubicBezTo>
                  <a:lnTo>
                    <a:pt x="529" y="2710"/>
                  </a:lnTo>
                  <a:cubicBezTo>
                    <a:pt x="529" y="2759"/>
                    <a:pt x="535" y="2806"/>
                    <a:pt x="543" y="2853"/>
                  </a:cubicBezTo>
                  <a:cubicBezTo>
                    <a:pt x="587" y="2857"/>
                    <a:pt x="633" y="2860"/>
                    <a:pt x="678" y="2860"/>
                  </a:cubicBezTo>
                  <a:lnTo>
                    <a:pt x="1490" y="2860"/>
                  </a:lnTo>
                  <a:cubicBezTo>
                    <a:pt x="1481" y="2811"/>
                    <a:pt x="1476" y="2760"/>
                    <a:pt x="1476" y="2710"/>
                  </a:cubicBezTo>
                  <a:lnTo>
                    <a:pt x="1476" y="1777"/>
                  </a:lnTo>
                  <a:cubicBezTo>
                    <a:pt x="1155" y="1535"/>
                    <a:pt x="947" y="1153"/>
                    <a:pt x="947" y="720"/>
                  </a:cubicBezTo>
                  <a:cubicBezTo>
                    <a:pt x="947" y="456"/>
                    <a:pt x="1025" y="208"/>
                    <a:pt x="1159" y="1"/>
                  </a:cubicBezTo>
                  <a:close/>
                </a:path>
              </a:pathLst>
            </a:custGeom>
            <a:solidFill>
              <a:srgbClr val="375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53"/>
            <p:cNvSpPr/>
            <p:nvPr/>
          </p:nvSpPr>
          <p:spPr>
            <a:xfrm>
              <a:off x="4671600" y="2135313"/>
              <a:ext cx="78425" cy="71500"/>
            </a:xfrm>
            <a:custGeom>
              <a:rect b="b" l="l" r="r" t="t"/>
              <a:pathLst>
                <a:path extrusionOk="0" h="2860" w="3137">
                  <a:moveTo>
                    <a:pt x="1" y="1"/>
                  </a:moveTo>
                  <a:cubicBezTo>
                    <a:pt x="789" y="1"/>
                    <a:pt x="1429" y="640"/>
                    <a:pt x="1429" y="1430"/>
                  </a:cubicBezTo>
                  <a:cubicBezTo>
                    <a:pt x="1429" y="1825"/>
                    <a:pt x="1269" y="2182"/>
                    <a:pt x="1010" y="2441"/>
                  </a:cubicBezTo>
                  <a:cubicBezTo>
                    <a:pt x="753" y="2699"/>
                    <a:pt x="396" y="2860"/>
                    <a:pt x="1" y="2860"/>
                  </a:cubicBezTo>
                  <a:lnTo>
                    <a:pt x="1707" y="2860"/>
                  </a:lnTo>
                  <a:cubicBezTo>
                    <a:pt x="2102" y="2860"/>
                    <a:pt x="2459" y="2700"/>
                    <a:pt x="2718" y="2441"/>
                  </a:cubicBezTo>
                  <a:cubicBezTo>
                    <a:pt x="2977" y="2182"/>
                    <a:pt x="3137" y="1825"/>
                    <a:pt x="3137" y="1430"/>
                  </a:cubicBezTo>
                  <a:cubicBezTo>
                    <a:pt x="3137" y="640"/>
                    <a:pt x="2497" y="2"/>
                    <a:pt x="1707" y="1"/>
                  </a:cubicBezTo>
                  <a:close/>
                </a:path>
              </a:pathLst>
            </a:custGeom>
            <a:solidFill>
              <a:srgbClr val="375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53"/>
            <p:cNvSpPr/>
            <p:nvPr/>
          </p:nvSpPr>
          <p:spPr>
            <a:xfrm>
              <a:off x="4528475" y="2152013"/>
              <a:ext cx="39200" cy="38100"/>
            </a:xfrm>
            <a:custGeom>
              <a:rect b="b" l="l" r="r" t="t"/>
              <a:pathLst>
                <a:path extrusionOk="0" h="1524" w="1568">
                  <a:moveTo>
                    <a:pt x="243" y="1"/>
                  </a:moveTo>
                  <a:cubicBezTo>
                    <a:pt x="186" y="1"/>
                    <a:pt x="130" y="22"/>
                    <a:pt x="86" y="65"/>
                  </a:cubicBezTo>
                  <a:cubicBezTo>
                    <a:pt x="1" y="152"/>
                    <a:pt x="1" y="292"/>
                    <a:pt x="86" y="377"/>
                  </a:cubicBezTo>
                  <a:lnTo>
                    <a:pt x="473" y="762"/>
                  </a:lnTo>
                  <a:lnTo>
                    <a:pt x="86" y="1147"/>
                  </a:lnTo>
                  <a:cubicBezTo>
                    <a:pt x="1" y="1234"/>
                    <a:pt x="1" y="1374"/>
                    <a:pt x="86" y="1459"/>
                  </a:cubicBezTo>
                  <a:cubicBezTo>
                    <a:pt x="130" y="1503"/>
                    <a:pt x="187" y="1524"/>
                    <a:pt x="243" y="1524"/>
                  </a:cubicBezTo>
                  <a:cubicBezTo>
                    <a:pt x="299" y="1524"/>
                    <a:pt x="355" y="1503"/>
                    <a:pt x="399" y="1459"/>
                  </a:cubicBezTo>
                  <a:lnTo>
                    <a:pt x="784" y="1074"/>
                  </a:lnTo>
                  <a:lnTo>
                    <a:pt x="1169" y="1459"/>
                  </a:lnTo>
                  <a:cubicBezTo>
                    <a:pt x="1212" y="1503"/>
                    <a:pt x="1269" y="1524"/>
                    <a:pt x="1325" y="1524"/>
                  </a:cubicBezTo>
                  <a:cubicBezTo>
                    <a:pt x="1381" y="1524"/>
                    <a:pt x="1437" y="1503"/>
                    <a:pt x="1481" y="1459"/>
                  </a:cubicBezTo>
                  <a:cubicBezTo>
                    <a:pt x="1568" y="1374"/>
                    <a:pt x="1568" y="1234"/>
                    <a:pt x="1481" y="1147"/>
                  </a:cubicBezTo>
                  <a:lnTo>
                    <a:pt x="1096" y="762"/>
                  </a:lnTo>
                  <a:lnTo>
                    <a:pt x="1481" y="377"/>
                  </a:lnTo>
                  <a:cubicBezTo>
                    <a:pt x="1568" y="292"/>
                    <a:pt x="1568" y="152"/>
                    <a:pt x="1481" y="65"/>
                  </a:cubicBezTo>
                  <a:cubicBezTo>
                    <a:pt x="1438" y="22"/>
                    <a:pt x="1382" y="1"/>
                    <a:pt x="1325" y="1"/>
                  </a:cubicBezTo>
                  <a:cubicBezTo>
                    <a:pt x="1269" y="1"/>
                    <a:pt x="1213" y="22"/>
                    <a:pt x="1170" y="65"/>
                  </a:cubicBezTo>
                  <a:lnTo>
                    <a:pt x="784" y="450"/>
                  </a:lnTo>
                  <a:lnTo>
                    <a:pt x="399" y="65"/>
                  </a:lnTo>
                  <a:cubicBezTo>
                    <a:pt x="356" y="22"/>
                    <a:pt x="300" y="1"/>
                    <a:pt x="2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53"/>
            <p:cNvSpPr/>
            <p:nvPr/>
          </p:nvSpPr>
          <p:spPr>
            <a:xfrm>
              <a:off x="4576800" y="2152013"/>
              <a:ext cx="39175" cy="38100"/>
            </a:xfrm>
            <a:custGeom>
              <a:rect b="b" l="l" r="r" t="t"/>
              <a:pathLst>
                <a:path extrusionOk="0" h="1524" w="1567">
                  <a:moveTo>
                    <a:pt x="242" y="1"/>
                  </a:moveTo>
                  <a:cubicBezTo>
                    <a:pt x="186" y="1"/>
                    <a:pt x="130" y="22"/>
                    <a:pt x="87" y="65"/>
                  </a:cubicBezTo>
                  <a:cubicBezTo>
                    <a:pt x="0" y="152"/>
                    <a:pt x="0" y="292"/>
                    <a:pt x="87" y="377"/>
                  </a:cubicBezTo>
                  <a:lnTo>
                    <a:pt x="472" y="762"/>
                  </a:lnTo>
                  <a:lnTo>
                    <a:pt x="87" y="1147"/>
                  </a:lnTo>
                  <a:cubicBezTo>
                    <a:pt x="0" y="1234"/>
                    <a:pt x="0" y="1374"/>
                    <a:pt x="87" y="1459"/>
                  </a:cubicBezTo>
                  <a:cubicBezTo>
                    <a:pt x="130" y="1503"/>
                    <a:pt x="186" y="1524"/>
                    <a:pt x="242" y="1524"/>
                  </a:cubicBezTo>
                  <a:cubicBezTo>
                    <a:pt x="300" y="1524"/>
                    <a:pt x="356" y="1503"/>
                    <a:pt x="399" y="1459"/>
                  </a:cubicBezTo>
                  <a:lnTo>
                    <a:pt x="784" y="1074"/>
                  </a:lnTo>
                  <a:lnTo>
                    <a:pt x="1169" y="1459"/>
                  </a:lnTo>
                  <a:cubicBezTo>
                    <a:pt x="1212" y="1503"/>
                    <a:pt x="1268" y="1524"/>
                    <a:pt x="1324" y="1524"/>
                  </a:cubicBezTo>
                  <a:cubicBezTo>
                    <a:pt x="1382" y="1524"/>
                    <a:pt x="1438" y="1503"/>
                    <a:pt x="1481" y="1459"/>
                  </a:cubicBezTo>
                  <a:cubicBezTo>
                    <a:pt x="1567" y="1374"/>
                    <a:pt x="1567" y="1234"/>
                    <a:pt x="1481" y="1147"/>
                  </a:cubicBezTo>
                  <a:lnTo>
                    <a:pt x="1096" y="762"/>
                  </a:lnTo>
                  <a:lnTo>
                    <a:pt x="1481" y="377"/>
                  </a:lnTo>
                  <a:cubicBezTo>
                    <a:pt x="1567" y="292"/>
                    <a:pt x="1567" y="152"/>
                    <a:pt x="1481" y="65"/>
                  </a:cubicBezTo>
                  <a:cubicBezTo>
                    <a:pt x="1438" y="22"/>
                    <a:pt x="1382" y="1"/>
                    <a:pt x="1325" y="1"/>
                  </a:cubicBezTo>
                  <a:cubicBezTo>
                    <a:pt x="1269" y="1"/>
                    <a:pt x="1212" y="22"/>
                    <a:pt x="1169" y="65"/>
                  </a:cubicBezTo>
                  <a:lnTo>
                    <a:pt x="784" y="450"/>
                  </a:lnTo>
                  <a:lnTo>
                    <a:pt x="399" y="65"/>
                  </a:lnTo>
                  <a:cubicBezTo>
                    <a:pt x="356" y="22"/>
                    <a:pt x="299" y="1"/>
                    <a:pt x="2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53"/>
            <p:cNvSpPr/>
            <p:nvPr/>
          </p:nvSpPr>
          <p:spPr>
            <a:xfrm>
              <a:off x="4625125" y="2152013"/>
              <a:ext cx="39200" cy="38100"/>
            </a:xfrm>
            <a:custGeom>
              <a:rect b="b" l="l" r="r" t="t"/>
              <a:pathLst>
                <a:path extrusionOk="0" h="1524" w="1568">
                  <a:moveTo>
                    <a:pt x="243" y="1"/>
                  </a:moveTo>
                  <a:cubicBezTo>
                    <a:pt x="186" y="1"/>
                    <a:pt x="130" y="22"/>
                    <a:pt x="87" y="65"/>
                  </a:cubicBezTo>
                  <a:cubicBezTo>
                    <a:pt x="1" y="152"/>
                    <a:pt x="1" y="292"/>
                    <a:pt x="87" y="377"/>
                  </a:cubicBezTo>
                  <a:lnTo>
                    <a:pt x="472" y="762"/>
                  </a:lnTo>
                  <a:lnTo>
                    <a:pt x="87" y="1147"/>
                  </a:lnTo>
                  <a:cubicBezTo>
                    <a:pt x="1" y="1234"/>
                    <a:pt x="1" y="1374"/>
                    <a:pt x="87" y="1459"/>
                  </a:cubicBezTo>
                  <a:cubicBezTo>
                    <a:pt x="129" y="1503"/>
                    <a:pt x="187" y="1524"/>
                    <a:pt x="243" y="1524"/>
                  </a:cubicBezTo>
                  <a:cubicBezTo>
                    <a:pt x="299" y="1524"/>
                    <a:pt x="356" y="1503"/>
                    <a:pt x="398" y="1459"/>
                  </a:cubicBezTo>
                  <a:lnTo>
                    <a:pt x="783" y="1074"/>
                  </a:lnTo>
                  <a:lnTo>
                    <a:pt x="1170" y="1459"/>
                  </a:lnTo>
                  <a:cubicBezTo>
                    <a:pt x="1212" y="1503"/>
                    <a:pt x="1269" y="1524"/>
                    <a:pt x="1325" y="1524"/>
                  </a:cubicBezTo>
                  <a:cubicBezTo>
                    <a:pt x="1381" y="1524"/>
                    <a:pt x="1438" y="1503"/>
                    <a:pt x="1480" y="1459"/>
                  </a:cubicBezTo>
                  <a:cubicBezTo>
                    <a:pt x="1567" y="1374"/>
                    <a:pt x="1567" y="1234"/>
                    <a:pt x="1480" y="1147"/>
                  </a:cubicBezTo>
                  <a:lnTo>
                    <a:pt x="1095" y="762"/>
                  </a:lnTo>
                  <a:lnTo>
                    <a:pt x="1480" y="377"/>
                  </a:lnTo>
                  <a:cubicBezTo>
                    <a:pt x="1567" y="292"/>
                    <a:pt x="1567" y="152"/>
                    <a:pt x="1480" y="65"/>
                  </a:cubicBezTo>
                  <a:cubicBezTo>
                    <a:pt x="1438" y="22"/>
                    <a:pt x="1381" y="1"/>
                    <a:pt x="1325" y="1"/>
                  </a:cubicBezTo>
                  <a:cubicBezTo>
                    <a:pt x="1269" y="1"/>
                    <a:pt x="1212" y="22"/>
                    <a:pt x="1170" y="65"/>
                  </a:cubicBezTo>
                  <a:lnTo>
                    <a:pt x="785" y="450"/>
                  </a:lnTo>
                  <a:lnTo>
                    <a:pt x="398" y="65"/>
                  </a:lnTo>
                  <a:cubicBezTo>
                    <a:pt x="355" y="22"/>
                    <a:pt x="299" y="1"/>
                    <a:pt x="2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53"/>
            <p:cNvSpPr/>
            <p:nvPr/>
          </p:nvSpPr>
          <p:spPr>
            <a:xfrm>
              <a:off x="4673450" y="2152013"/>
              <a:ext cx="39200" cy="38100"/>
            </a:xfrm>
            <a:custGeom>
              <a:rect b="b" l="l" r="r" t="t"/>
              <a:pathLst>
                <a:path extrusionOk="0" h="1524" w="1568">
                  <a:moveTo>
                    <a:pt x="242" y="1"/>
                  </a:moveTo>
                  <a:cubicBezTo>
                    <a:pt x="186" y="1"/>
                    <a:pt x="130" y="22"/>
                    <a:pt x="86" y="65"/>
                  </a:cubicBezTo>
                  <a:cubicBezTo>
                    <a:pt x="1" y="152"/>
                    <a:pt x="1" y="292"/>
                    <a:pt x="86" y="377"/>
                  </a:cubicBezTo>
                  <a:lnTo>
                    <a:pt x="471" y="762"/>
                  </a:lnTo>
                  <a:lnTo>
                    <a:pt x="86" y="1147"/>
                  </a:lnTo>
                  <a:cubicBezTo>
                    <a:pt x="1" y="1234"/>
                    <a:pt x="1" y="1374"/>
                    <a:pt x="86" y="1459"/>
                  </a:cubicBezTo>
                  <a:cubicBezTo>
                    <a:pt x="130" y="1503"/>
                    <a:pt x="186" y="1524"/>
                    <a:pt x="243" y="1524"/>
                  </a:cubicBezTo>
                  <a:cubicBezTo>
                    <a:pt x="299" y="1524"/>
                    <a:pt x="355" y="1503"/>
                    <a:pt x="399" y="1459"/>
                  </a:cubicBezTo>
                  <a:lnTo>
                    <a:pt x="784" y="1074"/>
                  </a:lnTo>
                  <a:lnTo>
                    <a:pt x="1169" y="1459"/>
                  </a:lnTo>
                  <a:cubicBezTo>
                    <a:pt x="1212" y="1503"/>
                    <a:pt x="1268" y="1524"/>
                    <a:pt x="1325" y="1524"/>
                  </a:cubicBezTo>
                  <a:cubicBezTo>
                    <a:pt x="1381" y="1524"/>
                    <a:pt x="1437" y="1503"/>
                    <a:pt x="1481" y="1459"/>
                  </a:cubicBezTo>
                  <a:cubicBezTo>
                    <a:pt x="1566" y="1374"/>
                    <a:pt x="1566" y="1234"/>
                    <a:pt x="1481" y="1147"/>
                  </a:cubicBezTo>
                  <a:lnTo>
                    <a:pt x="1096" y="762"/>
                  </a:lnTo>
                  <a:lnTo>
                    <a:pt x="1481" y="377"/>
                  </a:lnTo>
                  <a:cubicBezTo>
                    <a:pt x="1568" y="292"/>
                    <a:pt x="1568" y="152"/>
                    <a:pt x="1481" y="65"/>
                  </a:cubicBezTo>
                  <a:cubicBezTo>
                    <a:pt x="1438" y="22"/>
                    <a:pt x="1382" y="1"/>
                    <a:pt x="1325" y="1"/>
                  </a:cubicBezTo>
                  <a:cubicBezTo>
                    <a:pt x="1269" y="1"/>
                    <a:pt x="1212" y="22"/>
                    <a:pt x="1169" y="65"/>
                  </a:cubicBezTo>
                  <a:lnTo>
                    <a:pt x="784" y="450"/>
                  </a:lnTo>
                  <a:lnTo>
                    <a:pt x="399" y="65"/>
                  </a:lnTo>
                  <a:cubicBezTo>
                    <a:pt x="355" y="22"/>
                    <a:pt x="299" y="1"/>
                    <a:pt x="2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53"/>
            <p:cNvSpPr/>
            <p:nvPr/>
          </p:nvSpPr>
          <p:spPr>
            <a:xfrm>
              <a:off x="4657850" y="2034088"/>
              <a:ext cx="34050" cy="18325"/>
            </a:xfrm>
            <a:custGeom>
              <a:rect b="b" l="l" r="r" t="t"/>
              <a:pathLst>
                <a:path extrusionOk="0" h="733" w="1362">
                  <a:moveTo>
                    <a:pt x="1114" y="0"/>
                  </a:moveTo>
                  <a:cubicBezTo>
                    <a:pt x="1091" y="0"/>
                    <a:pt x="1067" y="4"/>
                    <a:pt x="1044" y="12"/>
                  </a:cubicBezTo>
                  <a:lnTo>
                    <a:pt x="177" y="304"/>
                  </a:lnTo>
                  <a:cubicBezTo>
                    <a:pt x="62" y="342"/>
                    <a:pt x="1" y="468"/>
                    <a:pt x="38" y="583"/>
                  </a:cubicBezTo>
                  <a:cubicBezTo>
                    <a:pt x="71" y="676"/>
                    <a:pt x="156" y="733"/>
                    <a:pt x="248" y="733"/>
                  </a:cubicBezTo>
                  <a:cubicBezTo>
                    <a:pt x="271" y="733"/>
                    <a:pt x="295" y="730"/>
                    <a:pt x="318" y="722"/>
                  </a:cubicBezTo>
                  <a:lnTo>
                    <a:pt x="1184" y="429"/>
                  </a:lnTo>
                  <a:cubicBezTo>
                    <a:pt x="1300" y="391"/>
                    <a:pt x="1361" y="265"/>
                    <a:pt x="1322" y="150"/>
                  </a:cubicBezTo>
                  <a:cubicBezTo>
                    <a:pt x="1291" y="58"/>
                    <a:pt x="1206" y="0"/>
                    <a:pt x="1114"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53"/>
            <p:cNvSpPr/>
            <p:nvPr/>
          </p:nvSpPr>
          <p:spPr>
            <a:xfrm>
              <a:off x="4657300" y="2062513"/>
              <a:ext cx="30925" cy="18725"/>
            </a:xfrm>
            <a:custGeom>
              <a:rect b="b" l="l" r="r" t="t"/>
              <a:pathLst>
                <a:path extrusionOk="0" h="749" w="1237">
                  <a:moveTo>
                    <a:pt x="251" y="1"/>
                  </a:moveTo>
                  <a:cubicBezTo>
                    <a:pt x="165" y="1"/>
                    <a:pt x="82" y="52"/>
                    <a:pt x="46" y="136"/>
                  </a:cubicBezTo>
                  <a:cubicBezTo>
                    <a:pt x="0" y="250"/>
                    <a:pt x="53" y="379"/>
                    <a:pt x="165" y="425"/>
                  </a:cubicBezTo>
                  <a:lnTo>
                    <a:pt x="900" y="731"/>
                  </a:lnTo>
                  <a:cubicBezTo>
                    <a:pt x="928" y="743"/>
                    <a:pt x="958" y="748"/>
                    <a:pt x="986" y="748"/>
                  </a:cubicBezTo>
                  <a:cubicBezTo>
                    <a:pt x="1073" y="748"/>
                    <a:pt x="1154" y="696"/>
                    <a:pt x="1189" y="612"/>
                  </a:cubicBezTo>
                  <a:cubicBezTo>
                    <a:pt x="1236" y="499"/>
                    <a:pt x="1183" y="370"/>
                    <a:pt x="1070" y="324"/>
                  </a:cubicBezTo>
                  <a:lnTo>
                    <a:pt x="335" y="17"/>
                  </a:lnTo>
                  <a:cubicBezTo>
                    <a:pt x="307" y="6"/>
                    <a:pt x="279" y="1"/>
                    <a:pt x="251" y="1"/>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53"/>
            <p:cNvSpPr/>
            <p:nvPr/>
          </p:nvSpPr>
          <p:spPr>
            <a:xfrm>
              <a:off x="4644550" y="2007663"/>
              <a:ext cx="22600" cy="28275"/>
            </a:xfrm>
            <a:custGeom>
              <a:rect b="b" l="l" r="r" t="t"/>
              <a:pathLst>
                <a:path extrusionOk="0" h="1131" w="904">
                  <a:moveTo>
                    <a:pt x="651" y="0"/>
                  </a:moveTo>
                  <a:cubicBezTo>
                    <a:pt x="575" y="0"/>
                    <a:pt x="501" y="40"/>
                    <a:pt x="460" y="110"/>
                  </a:cubicBezTo>
                  <a:lnTo>
                    <a:pt x="61" y="799"/>
                  </a:lnTo>
                  <a:cubicBezTo>
                    <a:pt x="1" y="905"/>
                    <a:pt x="36" y="1039"/>
                    <a:pt x="142" y="1101"/>
                  </a:cubicBezTo>
                  <a:cubicBezTo>
                    <a:pt x="176" y="1121"/>
                    <a:pt x="215" y="1130"/>
                    <a:pt x="251" y="1130"/>
                  </a:cubicBezTo>
                  <a:cubicBezTo>
                    <a:pt x="328" y="1130"/>
                    <a:pt x="402" y="1091"/>
                    <a:pt x="443" y="1020"/>
                  </a:cubicBezTo>
                  <a:lnTo>
                    <a:pt x="842" y="331"/>
                  </a:lnTo>
                  <a:cubicBezTo>
                    <a:pt x="904" y="226"/>
                    <a:pt x="867" y="92"/>
                    <a:pt x="762" y="30"/>
                  </a:cubicBezTo>
                  <a:cubicBezTo>
                    <a:pt x="727" y="10"/>
                    <a:pt x="689" y="0"/>
                    <a:pt x="651"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3" name="Google Shape;953;p53"/>
          <p:cNvGrpSpPr/>
          <p:nvPr/>
        </p:nvGrpSpPr>
        <p:grpSpPr>
          <a:xfrm>
            <a:off x="7164205" y="1779626"/>
            <a:ext cx="412190" cy="414956"/>
            <a:chOff x="6954600" y="1927625"/>
            <a:chExt cx="362875" cy="365375"/>
          </a:xfrm>
        </p:grpSpPr>
        <p:sp>
          <p:nvSpPr>
            <p:cNvPr id="954" name="Google Shape;954;p53"/>
            <p:cNvSpPr/>
            <p:nvPr/>
          </p:nvSpPr>
          <p:spPr>
            <a:xfrm>
              <a:off x="6954600" y="2048600"/>
              <a:ext cx="339425" cy="244400"/>
            </a:xfrm>
            <a:custGeom>
              <a:rect b="b" l="l" r="r" t="t"/>
              <a:pathLst>
                <a:path extrusionOk="0" h="9776" w="13577">
                  <a:moveTo>
                    <a:pt x="817" y="0"/>
                  </a:moveTo>
                  <a:cubicBezTo>
                    <a:pt x="366" y="0"/>
                    <a:pt x="2" y="365"/>
                    <a:pt x="2" y="815"/>
                  </a:cubicBezTo>
                  <a:lnTo>
                    <a:pt x="2" y="1624"/>
                  </a:lnTo>
                  <a:lnTo>
                    <a:pt x="1311" y="2468"/>
                  </a:lnTo>
                  <a:lnTo>
                    <a:pt x="0" y="3782"/>
                  </a:lnTo>
                  <a:lnTo>
                    <a:pt x="0" y="8960"/>
                  </a:lnTo>
                  <a:cubicBezTo>
                    <a:pt x="0" y="9411"/>
                    <a:pt x="366" y="9775"/>
                    <a:pt x="817" y="9775"/>
                  </a:cubicBezTo>
                  <a:lnTo>
                    <a:pt x="12762" y="9775"/>
                  </a:lnTo>
                  <a:cubicBezTo>
                    <a:pt x="13211" y="9775"/>
                    <a:pt x="13577" y="9411"/>
                    <a:pt x="13577" y="8960"/>
                  </a:cubicBezTo>
                  <a:lnTo>
                    <a:pt x="13577" y="3782"/>
                  </a:lnTo>
                  <a:lnTo>
                    <a:pt x="12811" y="3079"/>
                  </a:lnTo>
                  <a:lnTo>
                    <a:pt x="13577" y="1920"/>
                  </a:lnTo>
                  <a:lnTo>
                    <a:pt x="13577" y="815"/>
                  </a:lnTo>
                  <a:cubicBezTo>
                    <a:pt x="13577" y="365"/>
                    <a:pt x="13211" y="0"/>
                    <a:pt x="12762" y="0"/>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53"/>
            <p:cNvSpPr/>
            <p:nvPr/>
          </p:nvSpPr>
          <p:spPr>
            <a:xfrm>
              <a:off x="7251550" y="2048600"/>
              <a:ext cx="42475" cy="244400"/>
            </a:xfrm>
            <a:custGeom>
              <a:rect b="b" l="l" r="r" t="t"/>
              <a:pathLst>
                <a:path extrusionOk="0" h="9776" w="1699">
                  <a:moveTo>
                    <a:pt x="0" y="0"/>
                  </a:moveTo>
                  <a:cubicBezTo>
                    <a:pt x="450" y="0"/>
                    <a:pt x="815" y="365"/>
                    <a:pt x="815" y="815"/>
                  </a:cubicBezTo>
                  <a:lnTo>
                    <a:pt x="815" y="1920"/>
                  </a:lnTo>
                  <a:lnTo>
                    <a:pt x="49" y="3079"/>
                  </a:lnTo>
                  <a:lnTo>
                    <a:pt x="815" y="3782"/>
                  </a:lnTo>
                  <a:lnTo>
                    <a:pt x="815" y="8960"/>
                  </a:lnTo>
                  <a:cubicBezTo>
                    <a:pt x="815" y="9410"/>
                    <a:pt x="450" y="9775"/>
                    <a:pt x="0" y="9775"/>
                  </a:cubicBezTo>
                  <a:lnTo>
                    <a:pt x="884" y="9775"/>
                  </a:lnTo>
                  <a:cubicBezTo>
                    <a:pt x="1333" y="9775"/>
                    <a:pt x="1699" y="9411"/>
                    <a:pt x="1699" y="8960"/>
                  </a:cubicBezTo>
                  <a:lnTo>
                    <a:pt x="1699" y="3782"/>
                  </a:lnTo>
                  <a:lnTo>
                    <a:pt x="933" y="3079"/>
                  </a:lnTo>
                  <a:lnTo>
                    <a:pt x="1699" y="1920"/>
                  </a:lnTo>
                  <a:lnTo>
                    <a:pt x="1699" y="815"/>
                  </a:lnTo>
                  <a:cubicBezTo>
                    <a:pt x="1699" y="365"/>
                    <a:pt x="1333" y="0"/>
                    <a:pt x="884"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53"/>
            <p:cNvSpPr/>
            <p:nvPr/>
          </p:nvSpPr>
          <p:spPr>
            <a:xfrm>
              <a:off x="6954625" y="2089200"/>
              <a:ext cx="339400" cy="53950"/>
            </a:xfrm>
            <a:custGeom>
              <a:rect b="b" l="l" r="r" t="t"/>
              <a:pathLst>
                <a:path extrusionOk="0" h="2158" w="13576">
                  <a:moveTo>
                    <a:pt x="1" y="0"/>
                  </a:moveTo>
                  <a:lnTo>
                    <a:pt x="1" y="2158"/>
                  </a:lnTo>
                  <a:lnTo>
                    <a:pt x="13576" y="2158"/>
                  </a:lnTo>
                  <a:lnTo>
                    <a:pt x="13576" y="0"/>
                  </a:ln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53"/>
            <p:cNvSpPr/>
            <p:nvPr/>
          </p:nvSpPr>
          <p:spPr>
            <a:xfrm>
              <a:off x="7272750" y="2089200"/>
              <a:ext cx="21275" cy="53950"/>
            </a:xfrm>
            <a:custGeom>
              <a:rect b="b" l="l" r="r" t="t"/>
              <a:pathLst>
                <a:path extrusionOk="0" h="2158" w="851">
                  <a:moveTo>
                    <a:pt x="1" y="0"/>
                  </a:moveTo>
                  <a:lnTo>
                    <a:pt x="1" y="2158"/>
                  </a:lnTo>
                  <a:lnTo>
                    <a:pt x="851" y="2158"/>
                  </a:lnTo>
                  <a:lnTo>
                    <a:pt x="851" y="0"/>
                  </a:lnTo>
                  <a:close/>
                </a:path>
              </a:pathLst>
            </a:custGeom>
            <a:solidFill>
              <a:srgbClr val="596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53"/>
            <p:cNvSpPr/>
            <p:nvPr/>
          </p:nvSpPr>
          <p:spPr>
            <a:xfrm>
              <a:off x="7203525" y="1927625"/>
              <a:ext cx="101400" cy="102800"/>
            </a:xfrm>
            <a:custGeom>
              <a:rect b="b" l="l" r="r" t="t"/>
              <a:pathLst>
                <a:path extrusionOk="0" h="4112" w="4056">
                  <a:moveTo>
                    <a:pt x="2028" y="1"/>
                  </a:moveTo>
                  <a:cubicBezTo>
                    <a:pt x="911" y="1"/>
                    <a:pt x="1" y="911"/>
                    <a:pt x="1" y="2028"/>
                  </a:cubicBezTo>
                  <a:lnTo>
                    <a:pt x="1" y="4111"/>
                  </a:lnTo>
                  <a:lnTo>
                    <a:pt x="883" y="4111"/>
                  </a:lnTo>
                  <a:lnTo>
                    <a:pt x="883" y="2028"/>
                  </a:lnTo>
                  <a:cubicBezTo>
                    <a:pt x="883" y="1396"/>
                    <a:pt x="1396" y="883"/>
                    <a:pt x="2028" y="883"/>
                  </a:cubicBezTo>
                  <a:cubicBezTo>
                    <a:pt x="2249" y="883"/>
                    <a:pt x="2455" y="946"/>
                    <a:pt x="2630" y="1055"/>
                  </a:cubicBezTo>
                  <a:cubicBezTo>
                    <a:pt x="2956" y="1256"/>
                    <a:pt x="3173" y="1618"/>
                    <a:pt x="3173" y="2028"/>
                  </a:cubicBezTo>
                  <a:lnTo>
                    <a:pt x="3173" y="4111"/>
                  </a:lnTo>
                  <a:lnTo>
                    <a:pt x="4055" y="4111"/>
                  </a:lnTo>
                  <a:lnTo>
                    <a:pt x="4055" y="2028"/>
                  </a:lnTo>
                  <a:cubicBezTo>
                    <a:pt x="4055" y="1276"/>
                    <a:pt x="3644" y="618"/>
                    <a:pt x="3033" y="268"/>
                  </a:cubicBezTo>
                  <a:cubicBezTo>
                    <a:pt x="2736" y="97"/>
                    <a:pt x="2393" y="1"/>
                    <a:pt x="2028"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53"/>
            <p:cNvSpPr/>
            <p:nvPr/>
          </p:nvSpPr>
          <p:spPr>
            <a:xfrm>
              <a:off x="7269250" y="1934300"/>
              <a:ext cx="35675" cy="96125"/>
            </a:xfrm>
            <a:custGeom>
              <a:rect b="b" l="l" r="r" t="t"/>
              <a:pathLst>
                <a:path extrusionOk="0" h="3845" w="1427">
                  <a:moveTo>
                    <a:pt x="404" y="1"/>
                  </a:moveTo>
                  <a:cubicBezTo>
                    <a:pt x="408" y="18"/>
                    <a:pt x="569" y="597"/>
                    <a:pt x="1" y="788"/>
                  </a:cubicBezTo>
                  <a:cubicBezTo>
                    <a:pt x="327" y="989"/>
                    <a:pt x="544" y="1351"/>
                    <a:pt x="544" y="1761"/>
                  </a:cubicBezTo>
                  <a:lnTo>
                    <a:pt x="544" y="3844"/>
                  </a:lnTo>
                  <a:lnTo>
                    <a:pt x="1426" y="3844"/>
                  </a:lnTo>
                  <a:lnTo>
                    <a:pt x="1426" y="1761"/>
                  </a:lnTo>
                  <a:cubicBezTo>
                    <a:pt x="1426" y="1009"/>
                    <a:pt x="1015" y="351"/>
                    <a:pt x="40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53"/>
            <p:cNvSpPr/>
            <p:nvPr/>
          </p:nvSpPr>
          <p:spPr>
            <a:xfrm>
              <a:off x="7191000" y="2021075"/>
              <a:ext cx="126475" cy="95125"/>
            </a:xfrm>
            <a:custGeom>
              <a:rect b="b" l="l" r="r" t="t"/>
              <a:pathLst>
                <a:path extrusionOk="0" h="3805" w="5059">
                  <a:moveTo>
                    <a:pt x="716" y="1"/>
                  </a:moveTo>
                  <a:cubicBezTo>
                    <a:pt x="321" y="1"/>
                    <a:pt x="0" y="321"/>
                    <a:pt x="0" y="716"/>
                  </a:cubicBezTo>
                  <a:lnTo>
                    <a:pt x="0" y="3089"/>
                  </a:lnTo>
                  <a:cubicBezTo>
                    <a:pt x="0" y="3484"/>
                    <a:pt x="321" y="3805"/>
                    <a:pt x="716" y="3805"/>
                  </a:cubicBezTo>
                  <a:lnTo>
                    <a:pt x="4343" y="3805"/>
                  </a:lnTo>
                  <a:cubicBezTo>
                    <a:pt x="4738" y="3805"/>
                    <a:pt x="5059" y="3484"/>
                    <a:pt x="5059" y="3089"/>
                  </a:cubicBezTo>
                  <a:lnTo>
                    <a:pt x="5059" y="716"/>
                  </a:lnTo>
                  <a:cubicBezTo>
                    <a:pt x="5059" y="321"/>
                    <a:pt x="4738" y="1"/>
                    <a:pt x="4343" y="1"/>
                  </a:cubicBezTo>
                  <a:close/>
                </a:path>
              </a:pathLst>
            </a:custGeom>
            <a:solidFill>
              <a:srgbClr val="0E50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53"/>
            <p:cNvSpPr/>
            <p:nvPr/>
          </p:nvSpPr>
          <p:spPr>
            <a:xfrm>
              <a:off x="7278475" y="2021075"/>
              <a:ext cx="39000" cy="95125"/>
            </a:xfrm>
            <a:custGeom>
              <a:rect b="b" l="l" r="r" t="t"/>
              <a:pathLst>
                <a:path extrusionOk="0" h="3805" w="1560">
                  <a:moveTo>
                    <a:pt x="0" y="1"/>
                  </a:moveTo>
                  <a:cubicBezTo>
                    <a:pt x="395" y="1"/>
                    <a:pt x="716" y="321"/>
                    <a:pt x="716" y="716"/>
                  </a:cubicBezTo>
                  <a:lnTo>
                    <a:pt x="716" y="3089"/>
                  </a:lnTo>
                  <a:cubicBezTo>
                    <a:pt x="716" y="3484"/>
                    <a:pt x="395" y="3805"/>
                    <a:pt x="0" y="3805"/>
                  </a:cubicBezTo>
                  <a:lnTo>
                    <a:pt x="844" y="3805"/>
                  </a:lnTo>
                  <a:cubicBezTo>
                    <a:pt x="1239" y="3805"/>
                    <a:pt x="1560" y="3484"/>
                    <a:pt x="1560" y="3089"/>
                  </a:cubicBezTo>
                  <a:lnTo>
                    <a:pt x="1560" y="716"/>
                  </a:lnTo>
                  <a:cubicBezTo>
                    <a:pt x="1560" y="321"/>
                    <a:pt x="1239" y="1"/>
                    <a:pt x="8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962" name="Google Shape;962;p53"/>
            <p:cNvSpPr/>
            <p:nvPr/>
          </p:nvSpPr>
          <p:spPr>
            <a:xfrm>
              <a:off x="7239150" y="2045275"/>
              <a:ext cx="30125" cy="46700"/>
            </a:xfrm>
            <a:custGeom>
              <a:rect b="b" l="l" r="r" t="t"/>
              <a:pathLst>
                <a:path extrusionOk="0" h="1868" w="1205">
                  <a:moveTo>
                    <a:pt x="603" y="0"/>
                  </a:moveTo>
                  <a:cubicBezTo>
                    <a:pt x="271" y="0"/>
                    <a:pt x="1" y="270"/>
                    <a:pt x="1" y="602"/>
                  </a:cubicBezTo>
                  <a:cubicBezTo>
                    <a:pt x="1" y="800"/>
                    <a:pt x="96" y="973"/>
                    <a:pt x="242" y="1084"/>
                  </a:cubicBezTo>
                  <a:lnTo>
                    <a:pt x="242" y="1507"/>
                  </a:lnTo>
                  <a:cubicBezTo>
                    <a:pt x="242" y="1707"/>
                    <a:pt x="404" y="1868"/>
                    <a:pt x="603" y="1868"/>
                  </a:cubicBezTo>
                  <a:cubicBezTo>
                    <a:pt x="803" y="1868"/>
                    <a:pt x="964" y="1707"/>
                    <a:pt x="964" y="1507"/>
                  </a:cubicBezTo>
                  <a:lnTo>
                    <a:pt x="964" y="1084"/>
                  </a:lnTo>
                  <a:cubicBezTo>
                    <a:pt x="1111" y="973"/>
                    <a:pt x="1205" y="800"/>
                    <a:pt x="1205" y="602"/>
                  </a:cubicBezTo>
                  <a:cubicBezTo>
                    <a:pt x="1205" y="270"/>
                    <a:pt x="936" y="0"/>
                    <a:pt x="603" y="0"/>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53"/>
            <p:cNvSpPr/>
            <p:nvPr/>
          </p:nvSpPr>
          <p:spPr>
            <a:xfrm>
              <a:off x="6987350" y="2167550"/>
              <a:ext cx="54325" cy="20975"/>
            </a:xfrm>
            <a:custGeom>
              <a:rect b="b" l="l" r="r" t="t"/>
              <a:pathLst>
                <a:path extrusionOk="0" h="839" w="2173">
                  <a:moveTo>
                    <a:pt x="419" y="1"/>
                  </a:moveTo>
                  <a:cubicBezTo>
                    <a:pt x="188" y="1"/>
                    <a:pt x="1" y="188"/>
                    <a:pt x="1" y="419"/>
                  </a:cubicBezTo>
                  <a:cubicBezTo>
                    <a:pt x="1" y="650"/>
                    <a:pt x="188" y="838"/>
                    <a:pt x="419" y="838"/>
                  </a:cubicBezTo>
                  <a:lnTo>
                    <a:pt x="1754" y="838"/>
                  </a:lnTo>
                  <a:cubicBezTo>
                    <a:pt x="1985" y="838"/>
                    <a:pt x="2172" y="650"/>
                    <a:pt x="2172" y="419"/>
                  </a:cubicBezTo>
                  <a:cubicBezTo>
                    <a:pt x="2172" y="187"/>
                    <a:pt x="1985" y="1"/>
                    <a:pt x="175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53"/>
            <p:cNvSpPr/>
            <p:nvPr/>
          </p:nvSpPr>
          <p:spPr>
            <a:xfrm>
              <a:off x="7060550" y="2167550"/>
              <a:ext cx="54300" cy="20975"/>
            </a:xfrm>
            <a:custGeom>
              <a:rect b="b" l="l" r="r" t="t"/>
              <a:pathLst>
                <a:path extrusionOk="0" h="839" w="2172">
                  <a:moveTo>
                    <a:pt x="420" y="1"/>
                  </a:moveTo>
                  <a:cubicBezTo>
                    <a:pt x="188" y="1"/>
                    <a:pt x="0" y="188"/>
                    <a:pt x="0" y="419"/>
                  </a:cubicBezTo>
                  <a:cubicBezTo>
                    <a:pt x="0" y="650"/>
                    <a:pt x="188" y="838"/>
                    <a:pt x="420" y="838"/>
                  </a:cubicBezTo>
                  <a:lnTo>
                    <a:pt x="1753" y="838"/>
                  </a:lnTo>
                  <a:cubicBezTo>
                    <a:pt x="1984" y="838"/>
                    <a:pt x="2172" y="650"/>
                    <a:pt x="2172" y="419"/>
                  </a:cubicBezTo>
                  <a:cubicBezTo>
                    <a:pt x="2172" y="187"/>
                    <a:pt x="1984" y="1"/>
                    <a:pt x="1753"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53"/>
            <p:cNvSpPr/>
            <p:nvPr/>
          </p:nvSpPr>
          <p:spPr>
            <a:xfrm>
              <a:off x="7133775" y="2167550"/>
              <a:ext cx="54300" cy="20975"/>
            </a:xfrm>
            <a:custGeom>
              <a:rect b="b" l="l" r="r" t="t"/>
              <a:pathLst>
                <a:path extrusionOk="0" h="839" w="2172">
                  <a:moveTo>
                    <a:pt x="419" y="1"/>
                  </a:moveTo>
                  <a:cubicBezTo>
                    <a:pt x="188" y="1"/>
                    <a:pt x="0" y="188"/>
                    <a:pt x="0" y="419"/>
                  </a:cubicBezTo>
                  <a:cubicBezTo>
                    <a:pt x="0" y="650"/>
                    <a:pt x="188" y="838"/>
                    <a:pt x="419" y="838"/>
                  </a:cubicBezTo>
                  <a:lnTo>
                    <a:pt x="1753" y="838"/>
                  </a:lnTo>
                  <a:cubicBezTo>
                    <a:pt x="1984" y="838"/>
                    <a:pt x="2172" y="650"/>
                    <a:pt x="2172" y="419"/>
                  </a:cubicBezTo>
                  <a:cubicBezTo>
                    <a:pt x="2172" y="187"/>
                    <a:pt x="1984" y="1"/>
                    <a:pt x="1753"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53"/>
            <p:cNvSpPr/>
            <p:nvPr/>
          </p:nvSpPr>
          <p:spPr>
            <a:xfrm>
              <a:off x="7206950" y="2167550"/>
              <a:ext cx="54325" cy="20975"/>
            </a:xfrm>
            <a:custGeom>
              <a:rect b="b" l="l" r="r" t="t"/>
              <a:pathLst>
                <a:path extrusionOk="0" h="839" w="2173">
                  <a:moveTo>
                    <a:pt x="419" y="1"/>
                  </a:moveTo>
                  <a:cubicBezTo>
                    <a:pt x="188" y="1"/>
                    <a:pt x="1" y="188"/>
                    <a:pt x="1" y="419"/>
                  </a:cubicBezTo>
                  <a:cubicBezTo>
                    <a:pt x="1" y="650"/>
                    <a:pt x="188" y="838"/>
                    <a:pt x="419" y="838"/>
                  </a:cubicBezTo>
                  <a:lnTo>
                    <a:pt x="1754" y="838"/>
                  </a:lnTo>
                  <a:cubicBezTo>
                    <a:pt x="1985" y="838"/>
                    <a:pt x="2172" y="650"/>
                    <a:pt x="2172" y="419"/>
                  </a:cubicBezTo>
                  <a:cubicBezTo>
                    <a:pt x="2172" y="187"/>
                    <a:pt x="1985" y="1"/>
                    <a:pt x="175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53"/>
            <p:cNvSpPr/>
            <p:nvPr/>
          </p:nvSpPr>
          <p:spPr>
            <a:xfrm>
              <a:off x="6981875" y="2235100"/>
              <a:ext cx="179600" cy="11050"/>
            </a:xfrm>
            <a:custGeom>
              <a:rect b="b" l="l" r="r" t="t"/>
              <a:pathLst>
                <a:path extrusionOk="0" h="442" w="7184">
                  <a:moveTo>
                    <a:pt x="220" y="1"/>
                  </a:moveTo>
                  <a:cubicBezTo>
                    <a:pt x="98" y="1"/>
                    <a:pt x="0" y="99"/>
                    <a:pt x="0" y="221"/>
                  </a:cubicBezTo>
                  <a:cubicBezTo>
                    <a:pt x="0" y="343"/>
                    <a:pt x="98" y="442"/>
                    <a:pt x="220" y="442"/>
                  </a:cubicBezTo>
                  <a:lnTo>
                    <a:pt x="6962" y="442"/>
                  </a:lnTo>
                  <a:cubicBezTo>
                    <a:pt x="7084" y="442"/>
                    <a:pt x="7184" y="343"/>
                    <a:pt x="7184" y="221"/>
                  </a:cubicBezTo>
                  <a:cubicBezTo>
                    <a:pt x="7184" y="99"/>
                    <a:pt x="7084" y="1"/>
                    <a:pt x="6962"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53"/>
            <p:cNvSpPr/>
            <p:nvPr/>
          </p:nvSpPr>
          <p:spPr>
            <a:xfrm>
              <a:off x="6981875" y="2260125"/>
              <a:ext cx="133925" cy="11100"/>
            </a:xfrm>
            <a:custGeom>
              <a:rect b="b" l="l" r="r" t="t"/>
              <a:pathLst>
                <a:path extrusionOk="0" h="444" w="5357">
                  <a:moveTo>
                    <a:pt x="220" y="1"/>
                  </a:moveTo>
                  <a:cubicBezTo>
                    <a:pt x="98" y="1"/>
                    <a:pt x="0" y="100"/>
                    <a:pt x="0" y="222"/>
                  </a:cubicBezTo>
                  <a:cubicBezTo>
                    <a:pt x="0" y="344"/>
                    <a:pt x="98" y="443"/>
                    <a:pt x="220" y="443"/>
                  </a:cubicBezTo>
                  <a:lnTo>
                    <a:pt x="5135" y="443"/>
                  </a:lnTo>
                  <a:cubicBezTo>
                    <a:pt x="5259" y="443"/>
                    <a:pt x="5357" y="344"/>
                    <a:pt x="5357" y="222"/>
                  </a:cubicBezTo>
                  <a:cubicBezTo>
                    <a:pt x="5357" y="100"/>
                    <a:pt x="5257" y="1"/>
                    <a:pt x="5135"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69" name="Google Shape;969;p53"/>
          <p:cNvCxnSpPr/>
          <p:nvPr/>
        </p:nvCxnSpPr>
        <p:spPr>
          <a:xfrm flipH="1" rot="10800000">
            <a:off x="414963" y="2907996"/>
            <a:ext cx="2657700" cy="5400"/>
          </a:xfrm>
          <a:prstGeom prst="straightConnector1">
            <a:avLst/>
          </a:prstGeom>
          <a:noFill/>
          <a:ln cap="flat" cmpd="sng" w="20500">
            <a:solidFill>
              <a:schemeClr val="accent4"/>
            </a:solidFill>
            <a:prstDash val="solid"/>
            <a:round/>
            <a:headEnd len="med" w="med" type="none"/>
            <a:tailEnd len="med" w="med" type="none"/>
          </a:ln>
        </p:spPr>
      </p:cxnSp>
      <p:cxnSp>
        <p:nvCxnSpPr>
          <p:cNvPr id="970" name="Google Shape;970;p53"/>
          <p:cNvCxnSpPr/>
          <p:nvPr/>
        </p:nvCxnSpPr>
        <p:spPr>
          <a:xfrm flipH="1" rot="10800000">
            <a:off x="3243152" y="2907996"/>
            <a:ext cx="2657700" cy="5400"/>
          </a:xfrm>
          <a:prstGeom prst="straightConnector1">
            <a:avLst/>
          </a:prstGeom>
          <a:noFill/>
          <a:ln cap="flat" cmpd="sng" w="20500">
            <a:solidFill>
              <a:schemeClr val="accent4"/>
            </a:solidFill>
            <a:prstDash val="solid"/>
            <a:round/>
            <a:headEnd len="med" w="med" type="none"/>
            <a:tailEnd len="med" w="med" type="none"/>
          </a:ln>
        </p:spPr>
      </p:cxnSp>
      <p:cxnSp>
        <p:nvCxnSpPr>
          <p:cNvPr id="971" name="Google Shape;971;p53"/>
          <p:cNvCxnSpPr/>
          <p:nvPr/>
        </p:nvCxnSpPr>
        <p:spPr>
          <a:xfrm flipH="1" rot="10800000">
            <a:off x="6071342" y="2907996"/>
            <a:ext cx="2657700" cy="5400"/>
          </a:xfrm>
          <a:prstGeom prst="straightConnector1">
            <a:avLst/>
          </a:prstGeom>
          <a:noFill/>
          <a:ln cap="flat" cmpd="sng" w="20500">
            <a:solidFill>
              <a:schemeClr val="accent4"/>
            </a:solidFill>
            <a:prstDash val="solid"/>
            <a:round/>
            <a:headEnd len="med" w="med" type="none"/>
            <a:tailEnd len="med" w="med" type="none"/>
          </a:ln>
        </p:spPr>
      </p:cxnSp>
      <p:sp>
        <p:nvSpPr>
          <p:cNvPr id="972" name="Google Shape;972;p53"/>
          <p:cNvSpPr txBox="1"/>
          <p:nvPr>
            <p:ph idx="1" type="subTitle"/>
          </p:nvPr>
        </p:nvSpPr>
        <p:spPr>
          <a:xfrm>
            <a:off x="429000" y="2338650"/>
            <a:ext cx="2629800" cy="466200"/>
          </a:xfrm>
          <a:prstGeom prst="rect">
            <a:avLst/>
          </a:prstGeom>
        </p:spPr>
        <p:txBody>
          <a:bodyPr anchorCtr="0" anchor="b" bIns="91425" lIns="91425" spcFirstLastPara="1" rIns="91425" wrap="square" tIns="91425">
            <a:noAutofit/>
          </a:bodyPr>
          <a:lstStyle/>
          <a:p>
            <a:pPr indent="0" lvl="0" marL="0" rtl="0" algn="ctr">
              <a:lnSpc>
                <a:spcPct val="80000"/>
              </a:lnSpc>
              <a:spcBef>
                <a:spcPts val="0"/>
              </a:spcBef>
              <a:spcAft>
                <a:spcPts val="0"/>
              </a:spcAft>
              <a:buSzPts val="770"/>
              <a:buNone/>
            </a:pPr>
            <a:r>
              <a:rPr lang="en" sz="2000"/>
              <a:t>STOP</a:t>
            </a:r>
            <a:endParaRPr sz="2000"/>
          </a:p>
        </p:txBody>
      </p:sp>
      <p:sp>
        <p:nvSpPr>
          <p:cNvPr id="973" name="Google Shape;973;p53"/>
          <p:cNvSpPr txBox="1"/>
          <p:nvPr>
            <p:ph idx="2" type="subTitle"/>
          </p:nvPr>
        </p:nvSpPr>
        <p:spPr>
          <a:xfrm>
            <a:off x="3257188" y="2434175"/>
            <a:ext cx="2629800" cy="4662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REPORT</a:t>
            </a:r>
            <a:endParaRPr sz="2000"/>
          </a:p>
        </p:txBody>
      </p:sp>
      <p:sp>
        <p:nvSpPr>
          <p:cNvPr id="974" name="Google Shape;974;p53"/>
          <p:cNvSpPr txBox="1"/>
          <p:nvPr>
            <p:ph idx="3" type="subTitle"/>
          </p:nvPr>
        </p:nvSpPr>
        <p:spPr>
          <a:xfrm>
            <a:off x="6085388" y="2434175"/>
            <a:ext cx="2629800" cy="4662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RECOVER</a:t>
            </a:r>
            <a:endParaRPr sz="2000"/>
          </a:p>
        </p:txBody>
      </p:sp>
      <p:sp>
        <p:nvSpPr>
          <p:cNvPr id="975" name="Google Shape;975;p53"/>
          <p:cNvSpPr txBox="1"/>
          <p:nvPr>
            <p:ph idx="4" type="subTitle"/>
          </p:nvPr>
        </p:nvSpPr>
        <p:spPr>
          <a:xfrm>
            <a:off x="6085400" y="2913400"/>
            <a:ext cx="2629800" cy="17499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700"/>
              <a:t>Use a tested recovery plan before retrying writes.</a:t>
            </a:r>
            <a:endParaRPr sz="1700">
              <a:solidFill>
                <a:srgbClr val="D9D9D9"/>
              </a:solidFill>
            </a:endParaRPr>
          </a:p>
        </p:txBody>
      </p:sp>
      <p:sp>
        <p:nvSpPr>
          <p:cNvPr id="976" name="Google Shape;976;p53"/>
          <p:cNvSpPr txBox="1"/>
          <p:nvPr>
            <p:ph idx="5" type="subTitle"/>
          </p:nvPr>
        </p:nvSpPr>
        <p:spPr>
          <a:xfrm>
            <a:off x="3257200" y="2913400"/>
            <a:ext cx="2629800" cy="17499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700"/>
              <a:t>Log the target and error, then notify the owner.</a:t>
            </a:r>
            <a:endParaRPr sz="1700"/>
          </a:p>
        </p:txBody>
      </p:sp>
      <p:sp>
        <p:nvSpPr>
          <p:cNvPr id="977" name="Google Shape;977;p53"/>
          <p:cNvSpPr txBox="1"/>
          <p:nvPr>
            <p:ph idx="6" type="subTitle"/>
          </p:nvPr>
        </p:nvSpPr>
        <p:spPr>
          <a:xfrm>
            <a:off x="429000" y="2913325"/>
            <a:ext cx="2629800" cy="17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t>Stop later steps when an operation fails.</a:t>
            </a:r>
            <a:endParaRPr sz="17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54"/>
          <p:cNvSpPr txBox="1"/>
          <p:nvPr>
            <p:ph type="title"/>
          </p:nvPr>
        </p:nvSpPr>
        <p:spPr>
          <a:xfrm>
            <a:off x="2153100" y="1048950"/>
            <a:ext cx="4837800" cy="3045600"/>
          </a:xfrm>
          <a:prstGeom prst="rect">
            <a:avLst/>
          </a:prstGeom>
          <a:effectLst>
            <a:outerShdw rotWithShape="0" algn="bl" dir="2700000" dist="38100">
              <a:schemeClr val="accent4"/>
            </a:outerShdw>
          </a:effectLst>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4400"/>
              <a:t>AI agents</a:t>
            </a:r>
            <a:endParaRPr sz="4400"/>
          </a:p>
          <a:p>
            <a:pPr indent="0" lvl="0" marL="0" rtl="0" algn="ctr">
              <a:spcBef>
                <a:spcPts val="0"/>
              </a:spcBef>
              <a:spcAft>
                <a:spcPts val="0"/>
              </a:spcAft>
              <a:buSzPts val="990"/>
              <a:buNone/>
            </a:pPr>
            <a:r>
              <a:rPr lang="en" sz="4400"/>
              <a:t>and Automation</a:t>
            </a:r>
            <a:endParaRPr sz="44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55"/>
          <p:cNvSpPr txBox="1"/>
          <p:nvPr>
            <p:ph type="title"/>
          </p:nvPr>
        </p:nvSpPr>
        <p:spPr>
          <a:xfrm>
            <a:off x="866675" y="360750"/>
            <a:ext cx="60423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800"/>
              <a:t>AI agents with guardrails</a:t>
            </a:r>
            <a:endParaRPr sz="2800"/>
          </a:p>
        </p:txBody>
      </p:sp>
      <p:grpSp>
        <p:nvGrpSpPr>
          <p:cNvPr id="986" name="Google Shape;986;p55"/>
          <p:cNvGrpSpPr/>
          <p:nvPr/>
        </p:nvGrpSpPr>
        <p:grpSpPr>
          <a:xfrm>
            <a:off x="1464131" y="1786503"/>
            <a:ext cx="420539" cy="401186"/>
            <a:chOff x="1757388" y="1858738"/>
            <a:chExt cx="370225" cy="353250"/>
          </a:xfrm>
        </p:grpSpPr>
        <p:sp>
          <p:nvSpPr>
            <p:cNvPr id="987" name="Google Shape;987;p55"/>
            <p:cNvSpPr/>
            <p:nvPr/>
          </p:nvSpPr>
          <p:spPr>
            <a:xfrm>
              <a:off x="1771388" y="1937063"/>
              <a:ext cx="339975" cy="255050"/>
            </a:xfrm>
            <a:custGeom>
              <a:rect b="b" l="l" r="r" t="t"/>
              <a:pathLst>
                <a:path extrusionOk="0" h="10202" w="13599">
                  <a:moveTo>
                    <a:pt x="1066" y="1"/>
                  </a:moveTo>
                  <a:cubicBezTo>
                    <a:pt x="478" y="1"/>
                    <a:pt x="0" y="478"/>
                    <a:pt x="0" y="1066"/>
                  </a:cubicBezTo>
                  <a:lnTo>
                    <a:pt x="0" y="9405"/>
                  </a:lnTo>
                  <a:lnTo>
                    <a:pt x="6799" y="10201"/>
                  </a:lnTo>
                  <a:lnTo>
                    <a:pt x="13599" y="9405"/>
                  </a:lnTo>
                  <a:lnTo>
                    <a:pt x="13599" y="1067"/>
                  </a:lnTo>
                  <a:cubicBezTo>
                    <a:pt x="13599" y="478"/>
                    <a:pt x="13121" y="1"/>
                    <a:pt x="1253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55"/>
            <p:cNvSpPr/>
            <p:nvPr/>
          </p:nvSpPr>
          <p:spPr>
            <a:xfrm>
              <a:off x="1757388" y="2172163"/>
              <a:ext cx="367950" cy="39825"/>
            </a:xfrm>
            <a:custGeom>
              <a:rect b="b" l="l" r="r" t="t"/>
              <a:pathLst>
                <a:path extrusionOk="0" h="1593" w="14718">
                  <a:moveTo>
                    <a:pt x="416" y="1"/>
                  </a:moveTo>
                  <a:cubicBezTo>
                    <a:pt x="175" y="1"/>
                    <a:pt x="0" y="232"/>
                    <a:pt x="66" y="464"/>
                  </a:cubicBezTo>
                  <a:lnTo>
                    <a:pt x="130" y="692"/>
                  </a:lnTo>
                  <a:cubicBezTo>
                    <a:pt x="280" y="1224"/>
                    <a:pt x="766" y="1593"/>
                    <a:pt x="1319" y="1593"/>
                  </a:cubicBezTo>
                  <a:lnTo>
                    <a:pt x="13400" y="1593"/>
                  </a:lnTo>
                  <a:cubicBezTo>
                    <a:pt x="13953" y="1593"/>
                    <a:pt x="14439" y="1224"/>
                    <a:pt x="14587" y="692"/>
                  </a:cubicBezTo>
                  <a:lnTo>
                    <a:pt x="14652" y="464"/>
                  </a:lnTo>
                  <a:cubicBezTo>
                    <a:pt x="14717" y="232"/>
                    <a:pt x="14542" y="1"/>
                    <a:pt x="14302"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55"/>
            <p:cNvSpPr/>
            <p:nvPr/>
          </p:nvSpPr>
          <p:spPr>
            <a:xfrm>
              <a:off x="1771338" y="1937063"/>
              <a:ext cx="354000" cy="274925"/>
            </a:xfrm>
            <a:custGeom>
              <a:rect b="b" l="l" r="r" t="t"/>
              <a:pathLst>
                <a:path extrusionOk="0" h="10997" w="14160">
                  <a:moveTo>
                    <a:pt x="11072" y="1"/>
                  </a:moveTo>
                  <a:cubicBezTo>
                    <a:pt x="11660" y="1"/>
                    <a:pt x="12139" y="478"/>
                    <a:pt x="12139" y="1067"/>
                  </a:cubicBezTo>
                  <a:lnTo>
                    <a:pt x="12139" y="8661"/>
                  </a:lnTo>
                  <a:cubicBezTo>
                    <a:pt x="12139" y="8848"/>
                    <a:pt x="11988" y="9000"/>
                    <a:pt x="11800" y="9000"/>
                  </a:cubicBezTo>
                  <a:lnTo>
                    <a:pt x="1" y="9000"/>
                  </a:lnTo>
                  <a:lnTo>
                    <a:pt x="1" y="9405"/>
                  </a:lnTo>
                  <a:lnTo>
                    <a:pt x="12355" y="9405"/>
                  </a:lnTo>
                  <a:cubicBezTo>
                    <a:pt x="12596" y="9405"/>
                    <a:pt x="12771" y="9636"/>
                    <a:pt x="12705" y="9868"/>
                  </a:cubicBezTo>
                  <a:lnTo>
                    <a:pt x="12640" y="10096"/>
                  </a:lnTo>
                  <a:cubicBezTo>
                    <a:pt x="12491" y="10628"/>
                    <a:pt x="12005" y="10997"/>
                    <a:pt x="11453" y="10997"/>
                  </a:cubicBezTo>
                  <a:lnTo>
                    <a:pt x="12842" y="10997"/>
                  </a:lnTo>
                  <a:cubicBezTo>
                    <a:pt x="13395" y="10997"/>
                    <a:pt x="13881" y="10628"/>
                    <a:pt x="14029" y="10096"/>
                  </a:cubicBezTo>
                  <a:lnTo>
                    <a:pt x="14094" y="9868"/>
                  </a:lnTo>
                  <a:cubicBezTo>
                    <a:pt x="14159" y="9636"/>
                    <a:pt x="13986" y="9405"/>
                    <a:pt x="13744" y="9405"/>
                  </a:cubicBezTo>
                  <a:lnTo>
                    <a:pt x="13601" y="9405"/>
                  </a:lnTo>
                  <a:lnTo>
                    <a:pt x="13601" y="1067"/>
                  </a:lnTo>
                  <a:cubicBezTo>
                    <a:pt x="13601" y="478"/>
                    <a:pt x="13123" y="1"/>
                    <a:pt x="1253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55"/>
            <p:cNvSpPr/>
            <p:nvPr/>
          </p:nvSpPr>
          <p:spPr>
            <a:xfrm>
              <a:off x="1890388" y="2172163"/>
              <a:ext cx="101950" cy="19950"/>
            </a:xfrm>
            <a:custGeom>
              <a:rect b="b" l="l" r="r" t="t"/>
              <a:pathLst>
                <a:path extrusionOk="0" h="798" w="4078">
                  <a:moveTo>
                    <a:pt x="0" y="1"/>
                  </a:moveTo>
                  <a:lnTo>
                    <a:pt x="0" y="299"/>
                  </a:lnTo>
                  <a:cubicBezTo>
                    <a:pt x="0" y="573"/>
                    <a:pt x="223" y="797"/>
                    <a:pt x="499" y="797"/>
                  </a:cubicBezTo>
                  <a:lnTo>
                    <a:pt x="3580" y="797"/>
                  </a:lnTo>
                  <a:cubicBezTo>
                    <a:pt x="3855" y="797"/>
                    <a:pt x="4077" y="573"/>
                    <a:pt x="4077" y="299"/>
                  </a:cubicBezTo>
                  <a:lnTo>
                    <a:pt x="4077" y="1"/>
                  </a:ln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55"/>
            <p:cNvSpPr/>
            <p:nvPr/>
          </p:nvSpPr>
          <p:spPr>
            <a:xfrm>
              <a:off x="1793388" y="1959113"/>
              <a:ext cx="295925" cy="191025"/>
            </a:xfrm>
            <a:custGeom>
              <a:rect b="b" l="l" r="r" t="t"/>
              <a:pathLst>
                <a:path extrusionOk="0" h="7641" w="11837">
                  <a:moveTo>
                    <a:pt x="769" y="1"/>
                  </a:moveTo>
                  <a:cubicBezTo>
                    <a:pt x="345" y="1"/>
                    <a:pt x="1" y="344"/>
                    <a:pt x="1" y="768"/>
                  </a:cubicBezTo>
                  <a:lnTo>
                    <a:pt x="1" y="6874"/>
                  </a:lnTo>
                  <a:cubicBezTo>
                    <a:pt x="1" y="7298"/>
                    <a:pt x="345" y="7641"/>
                    <a:pt x="769" y="7641"/>
                  </a:cubicBezTo>
                  <a:lnTo>
                    <a:pt x="11070" y="7641"/>
                  </a:lnTo>
                  <a:cubicBezTo>
                    <a:pt x="11134" y="7641"/>
                    <a:pt x="11197" y="7632"/>
                    <a:pt x="11257" y="7618"/>
                  </a:cubicBezTo>
                  <a:cubicBezTo>
                    <a:pt x="11334" y="7599"/>
                    <a:pt x="11407" y="7568"/>
                    <a:pt x="11473" y="7526"/>
                  </a:cubicBezTo>
                  <a:cubicBezTo>
                    <a:pt x="11691" y="7392"/>
                    <a:pt x="11837" y="7149"/>
                    <a:pt x="11837" y="6874"/>
                  </a:cubicBezTo>
                  <a:lnTo>
                    <a:pt x="11837" y="768"/>
                  </a:lnTo>
                  <a:cubicBezTo>
                    <a:pt x="11837" y="491"/>
                    <a:pt x="11690" y="248"/>
                    <a:pt x="11470" y="114"/>
                  </a:cubicBezTo>
                  <a:cubicBezTo>
                    <a:pt x="11401" y="72"/>
                    <a:pt x="11324" y="40"/>
                    <a:pt x="11245" y="20"/>
                  </a:cubicBezTo>
                  <a:cubicBezTo>
                    <a:pt x="11187" y="8"/>
                    <a:pt x="11130" y="1"/>
                    <a:pt x="110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55"/>
            <p:cNvSpPr/>
            <p:nvPr/>
          </p:nvSpPr>
          <p:spPr>
            <a:xfrm>
              <a:off x="2074488" y="1959613"/>
              <a:ext cx="14825" cy="189975"/>
            </a:xfrm>
            <a:custGeom>
              <a:rect b="b" l="l" r="r" t="t"/>
              <a:pathLst>
                <a:path extrusionOk="0" h="7599" w="593">
                  <a:moveTo>
                    <a:pt x="1" y="0"/>
                  </a:moveTo>
                  <a:lnTo>
                    <a:pt x="1" y="0"/>
                  </a:lnTo>
                  <a:cubicBezTo>
                    <a:pt x="8" y="53"/>
                    <a:pt x="13" y="109"/>
                    <a:pt x="13" y="164"/>
                  </a:cubicBezTo>
                  <a:lnTo>
                    <a:pt x="13" y="7598"/>
                  </a:lnTo>
                  <a:cubicBezTo>
                    <a:pt x="90" y="7579"/>
                    <a:pt x="163" y="7548"/>
                    <a:pt x="229" y="7506"/>
                  </a:cubicBezTo>
                  <a:cubicBezTo>
                    <a:pt x="447" y="7372"/>
                    <a:pt x="593" y="7129"/>
                    <a:pt x="593" y="6854"/>
                  </a:cubicBezTo>
                  <a:lnTo>
                    <a:pt x="593" y="748"/>
                  </a:lnTo>
                  <a:cubicBezTo>
                    <a:pt x="593" y="471"/>
                    <a:pt x="446" y="228"/>
                    <a:pt x="226" y="94"/>
                  </a:cubicBezTo>
                  <a:cubicBezTo>
                    <a:pt x="157" y="51"/>
                    <a:pt x="80" y="20"/>
                    <a:pt x="1" y="0"/>
                  </a:cubicBezTo>
                  <a:close/>
                </a:path>
              </a:pathLst>
            </a:custGeom>
            <a:solidFill>
              <a:srgbClr val="878787">
                <a:alpha val="13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55"/>
            <p:cNvSpPr/>
            <p:nvPr/>
          </p:nvSpPr>
          <p:spPr>
            <a:xfrm>
              <a:off x="1825063" y="1996763"/>
              <a:ext cx="232600" cy="153375"/>
            </a:xfrm>
            <a:custGeom>
              <a:rect b="b" l="l" r="r" t="t"/>
              <a:pathLst>
                <a:path extrusionOk="0" h="6135" w="9304">
                  <a:moveTo>
                    <a:pt x="4652" y="1"/>
                  </a:moveTo>
                  <a:cubicBezTo>
                    <a:pt x="4383" y="1"/>
                    <a:pt x="4114" y="142"/>
                    <a:pt x="3978" y="424"/>
                  </a:cubicBezTo>
                  <a:lnTo>
                    <a:pt x="2370" y="3777"/>
                  </a:lnTo>
                  <a:lnTo>
                    <a:pt x="909" y="2822"/>
                  </a:lnTo>
                  <a:cubicBezTo>
                    <a:pt x="813" y="2759"/>
                    <a:pt x="709" y="2731"/>
                    <a:pt x="608" y="2731"/>
                  </a:cubicBezTo>
                  <a:cubicBezTo>
                    <a:pt x="289" y="2731"/>
                    <a:pt x="0" y="3015"/>
                    <a:pt x="61" y="3377"/>
                  </a:cubicBezTo>
                  <a:lnTo>
                    <a:pt x="519" y="6135"/>
                  </a:lnTo>
                  <a:lnTo>
                    <a:pt x="8785" y="6135"/>
                  </a:lnTo>
                  <a:lnTo>
                    <a:pt x="9244" y="3377"/>
                  </a:lnTo>
                  <a:cubicBezTo>
                    <a:pt x="9304" y="3015"/>
                    <a:pt x="9015" y="2731"/>
                    <a:pt x="8696" y="2731"/>
                  </a:cubicBezTo>
                  <a:cubicBezTo>
                    <a:pt x="8595" y="2731"/>
                    <a:pt x="8491" y="2759"/>
                    <a:pt x="8394" y="2822"/>
                  </a:cubicBezTo>
                  <a:lnTo>
                    <a:pt x="6935" y="3777"/>
                  </a:lnTo>
                  <a:lnTo>
                    <a:pt x="5325" y="424"/>
                  </a:lnTo>
                  <a:cubicBezTo>
                    <a:pt x="5190" y="142"/>
                    <a:pt x="4921" y="1"/>
                    <a:pt x="4652" y="1"/>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55"/>
            <p:cNvSpPr/>
            <p:nvPr/>
          </p:nvSpPr>
          <p:spPr>
            <a:xfrm>
              <a:off x="1880963" y="2070463"/>
              <a:ext cx="120800" cy="79675"/>
            </a:xfrm>
            <a:custGeom>
              <a:rect b="b" l="l" r="r" t="t"/>
              <a:pathLst>
                <a:path extrusionOk="0" h="3187" w="4832">
                  <a:moveTo>
                    <a:pt x="2416" y="1"/>
                  </a:moveTo>
                  <a:cubicBezTo>
                    <a:pt x="2276" y="1"/>
                    <a:pt x="2136" y="74"/>
                    <a:pt x="2066" y="221"/>
                  </a:cubicBezTo>
                  <a:lnTo>
                    <a:pt x="1231" y="1963"/>
                  </a:lnTo>
                  <a:lnTo>
                    <a:pt x="473" y="1467"/>
                  </a:lnTo>
                  <a:cubicBezTo>
                    <a:pt x="422" y="1434"/>
                    <a:pt x="368" y="1419"/>
                    <a:pt x="315" y="1419"/>
                  </a:cubicBezTo>
                  <a:cubicBezTo>
                    <a:pt x="150" y="1419"/>
                    <a:pt x="1" y="1567"/>
                    <a:pt x="31" y="1755"/>
                  </a:cubicBezTo>
                  <a:lnTo>
                    <a:pt x="270" y="3187"/>
                  </a:lnTo>
                  <a:lnTo>
                    <a:pt x="4562" y="3187"/>
                  </a:lnTo>
                  <a:lnTo>
                    <a:pt x="4800" y="1755"/>
                  </a:lnTo>
                  <a:cubicBezTo>
                    <a:pt x="4832" y="1567"/>
                    <a:pt x="4682" y="1419"/>
                    <a:pt x="4517" y="1419"/>
                  </a:cubicBezTo>
                  <a:cubicBezTo>
                    <a:pt x="4464" y="1419"/>
                    <a:pt x="4410" y="1434"/>
                    <a:pt x="4359" y="1467"/>
                  </a:cubicBezTo>
                  <a:lnTo>
                    <a:pt x="3602" y="1963"/>
                  </a:lnTo>
                  <a:lnTo>
                    <a:pt x="2766" y="221"/>
                  </a:lnTo>
                  <a:cubicBezTo>
                    <a:pt x="2696" y="74"/>
                    <a:pt x="2556" y="1"/>
                    <a:pt x="2416" y="1"/>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55"/>
            <p:cNvSpPr/>
            <p:nvPr/>
          </p:nvSpPr>
          <p:spPr>
            <a:xfrm>
              <a:off x="1978863" y="1858738"/>
              <a:ext cx="148750" cy="126400"/>
            </a:xfrm>
            <a:custGeom>
              <a:rect b="b" l="l" r="r" t="t"/>
              <a:pathLst>
                <a:path extrusionOk="0" h="5056" w="5950">
                  <a:moveTo>
                    <a:pt x="2975" y="0"/>
                  </a:moveTo>
                  <a:cubicBezTo>
                    <a:pt x="2784" y="0"/>
                    <a:pt x="2592" y="95"/>
                    <a:pt x="2483" y="285"/>
                  </a:cubicBezTo>
                  <a:lnTo>
                    <a:pt x="219" y="4203"/>
                  </a:lnTo>
                  <a:cubicBezTo>
                    <a:pt x="1" y="4583"/>
                    <a:pt x="274" y="5056"/>
                    <a:pt x="712" y="5056"/>
                  </a:cubicBezTo>
                  <a:lnTo>
                    <a:pt x="5238" y="5056"/>
                  </a:lnTo>
                  <a:cubicBezTo>
                    <a:pt x="5675" y="5056"/>
                    <a:pt x="5949" y="4583"/>
                    <a:pt x="5730" y="4203"/>
                  </a:cubicBezTo>
                  <a:lnTo>
                    <a:pt x="3467" y="285"/>
                  </a:lnTo>
                  <a:cubicBezTo>
                    <a:pt x="3358" y="95"/>
                    <a:pt x="3167" y="0"/>
                    <a:pt x="2975" y="0"/>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55"/>
            <p:cNvSpPr/>
            <p:nvPr/>
          </p:nvSpPr>
          <p:spPr>
            <a:xfrm>
              <a:off x="2042313" y="1858738"/>
              <a:ext cx="85300" cy="126400"/>
            </a:xfrm>
            <a:custGeom>
              <a:rect b="b" l="l" r="r" t="t"/>
              <a:pathLst>
                <a:path extrusionOk="0" h="5056" w="3412">
                  <a:moveTo>
                    <a:pt x="437" y="0"/>
                  </a:moveTo>
                  <a:cubicBezTo>
                    <a:pt x="275" y="0"/>
                    <a:pt x="113" y="68"/>
                    <a:pt x="1" y="203"/>
                  </a:cubicBezTo>
                  <a:cubicBezTo>
                    <a:pt x="21" y="229"/>
                    <a:pt x="40" y="255"/>
                    <a:pt x="57" y="285"/>
                  </a:cubicBezTo>
                  <a:lnTo>
                    <a:pt x="2319" y="4203"/>
                  </a:lnTo>
                  <a:cubicBezTo>
                    <a:pt x="2539" y="4583"/>
                    <a:pt x="2265" y="5056"/>
                    <a:pt x="1828" y="5056"/>
                  </a:cubicBezTo>
                  <a:lnTo>
                    <a:pt x="2700" y="5056"/>
                  </a:lnTo>
                  <a:cubicBezTo>
                    <a:pt x="3137" y="5056"/>
                    <a:pt x="3411" y="4583"/>
                    <a:pt x="3192" y="4203"/>
                  </a:cubicBezTo>
                  <a:lnTo>
                    <a:pt x="929" y="285"/>
                  </a:lnTo>
                  <a:cubicBezTo>
                    <a:pt x="819" y="95"/>
                    <a:pt x="628" y="0"/>
                    <a:pt x="437"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55"/>
            <p:cNvSpPr/>
            <p:nvPr/>
          </p:nvSpPr>
          <p:spPr>
            <a:xfrm>
              <a:off x="2041163" y="1887513"/>
              <a:ext cx="24150" cy="53675"/>
            </a:xfrm>
            <a:custGeom>
              <a:rect b="b" l="l" r="r" t="t"/>
              <a:pathLst>
                <a:path extrusionOk="0" h="2147" w="966">
                  <a:moveTo>
                    <a:pt x="482" y="0"/>
                  </a:moveTo>
                  <a:cubicBezTo>
                    <a:pt x="216" y="0"/>
                    <a:pt x="1" y="217"/>
                    <a:pt x="1" y="483"/>
                  </a:cubicBezTo>
                  <a:lnTo>
                    <a:pt x="1" y="1663"/>
                  </a:lnTo>
                  <a:cubicBezTo>
                    <a:pt x="1" y="1931"/>
                    <a:pt x="216" y="2146"/>
                    <a:pt x="482" y="2146"/>
                  </a:cubicBezTo>
                  <a:cubicBezTo>
                    <a:pt x="750" y="2146"/>
                    <a:pt x="965" y="1931"/>
                    <a:pt x="965" y="1663"/>
                  </a:cubicBezTo>
                  <a:lnTo>
                    <a:pt x="965" y="483"/>
                  </a:ln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55"/>
            <p:cNvSpPr/>
            <p:nvPr/>
          </p:nvSpPr>
          <p:spPr>
            <a:xfrm>
              <a:off x="2041163" y="1948513"/>
              <a:ext cx="24150" cy="24150"/>
            </a:xfrm>
            <a:custGeom>
              <a:rect b="b" l="l" r="r" t="t"/>
              <a:pathLst>
                <a:path extrusionOk="0" h="966" w="966">
                  <a:moveTo>
                    <a:pt x="482" y="0"/>
                  </a:moveTo>
                  <a:cubicBezTo>
                    <a:pt x="216" y="0"/>
                    <a:pt x="1" y="217"/>
                    <a:pt x="1" y="483"/>
                  </a:cubicBezTo>
                  <a:lnTo>
                    <a:pt x="1" y="531"/>
                  </a:lnTo>
                  <a:cubicBezTo>
                    <a:pt x="1" y="772"/>
                    <a:pt x="194" y="965"/>
                    <a:pt x="435" y="965"/>
                  </a:cubicBezTo>
                  <a:lnTo>
                    <a:pt x="482" y="965"/>
                  </a:lnTo>
                  <a:cubicBezTo>
                    <a:pt x="750" y="965"/>
                    <a:pt x="965" y="750"/>
                    <a:pt x="965" y="483"/>
                  </a:cubicBezTo>
                  <a:cubicBezTo>
                    <a:pt x="965" y="217"/>
                    <a:pt x="750" y="0"/>
                    <a:pt x="482" y="0"/>
                  </a:cubicBezTo>
                  <a:close/>
                </a:path>
              </a:pathLst>
            </a:custGeom>
            <a:solidFill>
              <a:srgbClr val="E833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9" name="Google Shape;999;p55"/>
          <p:cNvGrpSpPr/>
          <p:nvPr/>
        </p:nvGrpSpPr>
        <p:grpSpPr>
          <a:xfrm>
            <a:off x="4369781" y="1779636"/>
            <a:ext cx="404437" cy="414928"/>
            <a:chOff x="4393975" y="1891863"/>
            <a:chExt cx="356050" cy="365350"/>
          </a:xfrm>
        </p:grpSpPr>
        <p:sp>
          <p:nvSpPr>
            <p:cNvPr id="1000" name="Google Shape;1000;p55"/>
            <p:cNvSpPr/>
            <p:nvPr/>
          </p:nvSpPr>
          <p:spPr>
            <a:xfrm>
              <a:off x="4393975" y="1891863"/>
              <a:ext cx="226075" cy="217200"/>
            </a:xfrm>
            <a:custGeom>
              <a:rect b="b" l="l" r="r" t="t"/>
              <a:pathLst>
                <a:path extrusionOk="0" h="8688" w="9043">
                  <a:moveTo>
                    <a:pt x="4156" y="0"/>
                  </a:moveTo>
                  <a:cubicBezTo>
                    <a:pt x="4101" y="0"/>
                    <a:pt x="4047" y="2"/>
                    <a:pt x="3992" y="4"/>
                  </a:cubicBezTo>
                  <a:cubicBezTo>
                    <a:pt x="3480" y="26"/>
                    <a:pt x="2963" y="158"/>
                    <a:pt x="2476" y="409"/>
                  </a:cubicBezTo>
                  <a:cubicBezTo>
                    <a:pt x="685" y="1334"/>
                    <a:pt x="1" y="3552"/>
                    <a:pt x="898" y="5358"/>
                  </a:cubicBezTo>
                  <a:lnTo>
                    <a:pt x="2553" y="8687"/>
                  </a:lnTo>
                  <a:lnTo>
                    <a:pt x="3984" y="7976"/>
                  </a:lnTo>
                  <a:lnTo>
                    <a:pt x="2304" y="4596"/>
                  </a:lnTo>
                  <a:cubicBezTo>
                    <a:pt x="1787" y="3557"/>
                    <a:pt x="2227" y="2288"/>
                    <a:pt x="3284" y="1793"/>
                  </a:cubicBezTo>
                  <a:cubicBezTo>
                    <a:pt x="3513" y="1686"/>
                    <a:pt x="3753" y="1625"/>
                    <a:pt x="3992" y="1607"/>
                  </a:cubicBezTo>
                  <a:cubicBezTo>
                    <a:pt x="4042" y="1603"/>
                    <a:pt x="4093" y="1602"/>
                    <a:pt x="4143" y="1602"/>
                  </a:cubicBezTo>
                  <a:cubicBezTo>
                    <a:pt x="4920" y="1602"/>
                    <a:pt x="5669" y="2044"/>
                    <a:pt x="6038" y="2785"/>
                  </a:cubicBezTo>
                  <a:lnTo>
                    <a:pt x="7501" y="5730"/>
                  </a:lnTo>
                  <a:cubicBezTo>
                    <a:pt x="7579" y="5888"/>
                    <a:pt x="7737" y="5978"/>
                    <a:pt x="7901" y="5978"/>
                  </a:cubicBezTo>
                  <a:cubicBezTo>
                    <a:pt x="7968" y="5978"/>
                    <a:pt x="8035" y="5963"/>
                    <a:pt x="8098" y="5932"/>
                  </a:cubicBezTo>
                  <a:lnTo>
                    <a:pt x="8733" y="5617"/>
                  </a:lnTo>
                  <a:cubicBezTo>
                    <a:pt x="8952" y="5508"/>
                    <a:pt x="9042" y="5240"/>
                    <a:pt x="8933" y="5019"/>
                  </a:cubicBezTo>
                  <a:lnTo>
                    <a:pt x="7450" y="2037"/>
                  </a:lnTo>
                  <a:cubicBezTo>
                    <a:pt x="6810" y="748"/>
                    <a:pt x="5507" y="0"/>
                    <a:pt x="4156" y="0"/>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55"/>
            <p:cNvSpPr/>
            <p:nvPr/>
          </p:nvSpPr>
          <p:spPr>
            <a:xfrm>
              <a:off x="4493775" y="1891863"/>
              <a:ext cx="126275" cy="149475"/>
            </a:xfrm>
            <a:custGeom>
              <a:rect b="b" l="l" r="r" t="t"/>
              <a:pathLst>
                <a:path extrusionOk="0" h="5979" w="5051">
                  <a:moveTo>
                    <a:pt x="164" y="0"/>
                  </a:moveTo>
                  <a:cubicBezTo>
                    <a:pt x="109" y="0"/>
                    <a:pt x="55" y="2"/>
                    <a:pt x="0" y="4"/>
                  </a:cubicBezTo>
                  <a:cubicBezTo>
                    <a:pt x="24" y="28"/>
                    <a:pt x="626" y="672"/>
                    <a:pt x="0" y="1607"/>
                  </a:cubicBezTo>
                  <a:cubicBezTo>
                    <a:pt x="50" y="1603"/>
                    <a:pt x="101" y="1602"/>
                    <a:pt x="151" y="1602"/>
                  </a:cubicBezTo>
                  <a:cubicBezTo>
                    <a:pt x="928" y="1602"/>
                    <a:pt x="1677" y="2044"/>
                    <a:pt x="2046" y="2785"/>
                  </a:cubicBezTo>
                  <a:lnTo>
                    <a:pt x="3509" y="5730"/>
                  </a:lnTo>
                  <a:cubicBezTo>
                    <a:pt x="3587" y="5888"/>
                    <a:pt x="3745" y="5978"/>
                    <a:pt x="3909" y="5978"/>
                  </a:cubicBezTo>
                  <a:cubicBezTo>
                    <a:pt x="3976" y="5978"/>
                    <a:pt x="4043" y="5963"/>
                    <a:pt x="4106" y="5932"/>
                  </a:cubicBezTo>
                  <a:lnTo>
                    <a:pt x="4741" y="5617"/>
                  </a:lnTo>
                  <a:cubicBezTo>
                    <a:pt x="4960" y="5508"/>
                    <a:pt x="5050" y="5240"/>
                    <a:pt x="4941" y="5019"/>
                  </a:cubicBezTo>
                  <a:lnTo>
                    <a:pt x="3458" y="2037"/>
                  </a:lnTo>
                  <a:cubicBezTo>
                    <a:pt x="2818" y="748"/>
                    <a:pt x="1515" y="0"/>
                    <a:pt x="164" y="0"/>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55"/>
            <p:cNvSpPr/>
            <p:nvPr/>
          </p:nvSpPr>
          <p:spPr>
            <a:xfrm>
              <a:off x="4425400" y="2084913"/>
              <a:ext cx="229150" cy="172300"/>
            </a:xfrm>
            <a:custGeom>
              <a:rect b="b" l="l" r="r" t="t"/>
              <a:pathLst>
                <a:path extrusionOk="0" h="6892" w="9166">
                  <a:moveTo>
                    <a:pt x="1297" y="1"/>
                  </a:moveTo>
                  <a:cubicBezTo>
                    <a:pt x="582" y="1"/>
                    <a:pt x="1" y="582"/>
                    <a:pt x="1" y="1297"/>
                  </a:cubicBezTo>
                  <a:lnTo>
                    <a:pt x="1" y="5597"/>
                  </a:lnTo>
                  <a:cubicBezTo>
                    <a:pt x="1" y="6312"/>
                    <a:pt x="580" y="6892"/>
                    <a:pt x="1297" y="6892"/>
                  </a:cubicBezTo>
                  <a:lnTo>
                    <a:pt x="7871" y="6892"/>
                  </a:lnTo>
                  <a:cubicBezTo>
                    <a:pt x="8586" y="6892"/>
                    <a:pt x="9166" y="6312"/>
                    <a:pt x="9166" y="5597"/>
                  </a:cubicBezTo>
                  <a:lnTo>
                    <a:pt x="9166" y="1297"/>
                  </a:lnTo>
                  <a:cubicBezTo>
                    <a:pt x="9166" y="582"/>
                    <a:pt x="8586" y="1"/>
                    <a:pt x="7871" y="1"/>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55"/>
            <p:cNvSpPr/>
            <p:nvPr/>
          </p:nvSpPr>
          <p:spPr>
            <a:xfrm>
              <a:off x="4583900" y="2084913"/>
              <a:ext cx="70650" cy="172300"/>
            </a:xfrm>
            <a:custGeom>
              <a:rect b="b" l="l" r="r" t="t"/>
              <a:pathLst>
                <a:path extrusionOk="0" h="6892" w="2826">
                  <a:moveTo>
                    <a:pt x="0" y="1"/>
                  </a:moveTo>
                  <a:cubicBezTo>
                    <a:pt x="716" y="1"/>
                    <a:pt x="1295" y="580"/>
                    <a:pt x="1295" y="1297"/>
                  </a:cubicBezTo>
                  <a:lnTo>
                    <a:pt x="1295" y="5595"/>
                  </a:lnTo>
                  <a:cubicBezTo>
                    <a:pt x="1295" y="6312"/>
                    <a:pt x="716" y="6892"/>
                    <a:pt x="0" y="6892"/>
                  </a:cubicBezTo>
                  <a:lnTo>
                    <a:pt x="1531" y="6892"/>
                  </a:lnTo>
                  <a:cubicBezTo>
                    <a:pt x="2246" y="6892"/>
                    <a:pt x="2826" y="6312"/>
                    <a:pt x="2826" y="5595"/>
                  </a:cubicBezTo>
                  <a:lnTo>
                    <a:pt x="2826" y="1297"/>
                  </a:lnTo>
                  <a:cubicBezTo>
                    <a:pt x="2826" y="580"/>
                    <a:pt x="2246" y="1"/>
                    <a:pt x="1531" y="1"/>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55"/>
            <p:cNvSpPr/>
            <p:nvPr/>
          </p:nvSpPr>
          <p:spPr>
            <a:xfrm>
              <a:off x="4508300" y="2120238"/>
              <a:ext cx="64775" cy="102675"/>
            </a:xfrm>
            <a:custGeom>
              <a:rect b="b" l="l" r="r" t="t"/>
              <a:pathLst>
                <a:path extrusionOk="0" h="4107" w="2591">
                  <a:moveTo>
                    <a:pt x="1267" y="0"/>
                  </a:moveTo>
                  <a:cubicBezTo>
                    <a:pt x="762" y="0"/>
                    <a:pt x="321" y="284"/>
                    <a:pt x="98" y="703"/>
                  </a:cubicBezTo>
                  <a:cubicBezTo>
                    <a:pt x="0" y="888"/>
                    <a:pt x="926" y="1099"/>
                    <a:pt x="926" y="1323"/>
                  </a:cubicBezTo>
                  <a:cubicBezTo>
                    <a:pt x="926" y="1756"/>
                    <a:pt x="1115" y="2138"/>
                    <a:pt x="1435" y="2380"/>
                  </a:cubicBezTo>
                  <a:lnTo>
                    <a:pt x="473" y="3313"/>
                  </a:lnTo>
                  <a:cubicBezTo>
                    <a:pt x="473" y="3362"/>
                    <a:pt x="479" y="3409"/>
                    <a:pt x="487" y="3456"/>
                  </a:cubicBezTo>
                  <a:cubicBezTo>
                    <a:pt x="555" y="3825"/>
                    <a:pt x="878" y="4107"/>
                    <a:pt x="1267" y="4107"/>
                  </a:cubicBezTo>
                  <a:cubicBezTo>
                    <a:pt x="1487" y="4107"/>
                    <a:pt x="1686" y="4017"/>
                    <a:pt x="1829" y="3874"/>
                  </a:cubicBezTo>
                  <a:cubicBezTo>
                    <a:pt x="1939" y="3764"/>
                    <a:pt x="2016" y="3621"/>
                    <a:pt x="2047" y="3463"/>
                  </a:cubicBezTo>
                  <a:cubicBezTo>
                    <a:pt x="2057" y="3414"/>
                    <a:pt x="2061" y="3363"/>
                    <a:pt x="2061" y="3313"/>
                  </a:cubicBezTo>
                  <a:lnTo>
                    <a:pt x="2061" y="2380"/>
                  </a:lnTo>
                  <a:cubicBezTo>
                    <a:pt x="2382" y="2138"/>
                    <a:pt x="2590" y="1756"/>
                    <a:pt x="2590" y="1323"/>
                  </a:cubicBezTo>
                  <a:cubicBezTo>
                    <a:pt x="2590" y="1059"/>
                    <a:pt x="2513" y="811"/>
                    <a:pt x="2379" y="604"/>
                  </a:cubicBezTo>
                  <a:cubicBezTo>
                    <a:pt x="2142" y="241"/>
                    <a:pt x="1733" y="0"/>
                    <a:pt x="1267" y="0"/>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55"/>
            <p:cNvSpPr/>
            <p:nvPr/>
          </p:nvSpPr>
          <p:spPr>
            <a:xfrm>
              <a:off x="4506900" y="2135313"/>
              <a:ext cx="243125" cy="71500"/>
            </a:xfrm>
            <a:custGeom>
              <a:rect b="b" l="l" r="r" t="t"/>
              <a:pathLst>
                <a:path extrusionOk="0" h="2860" w="9725">
                  <a:moveTo>
                    <a:pt x="678" y="1"/>
                  </a:moveTo>
                  <a:cubicBezTo>
                    <a:pt x="493" y="1"/>
                    <a:pt x="317" y="36"/>
                    <a:pt x="154" y="100"/>
                  </a:cubicBezTo>
                  <a:cubicBezTo>
                    <a:pt x="56" y="285"/>
                    <a:pt x="0" y="496"/>
                    <a:pt x="0" y="720"/>
                  </a:cubicBezTo>
                  <a:cubicBezTo>
                    <a:pt x="0" y="1153"/>
                    <a:pt x="209" y="1535"/>
                    <a:pt x="529" y="1777"/>
                  </a:cubicBezTo>
                  <a:lnTo>
                    <a:pt x="529" y="2710"/>
                  </a:lnTo>
                  <a:cubicBezTo>
                    <a:pt x="529" y="2759"/>
                    <a:pt x="535" y="2806"/>
                    <a:pt x="543" y="2853"/>
                  </a:cubicBezTo>
                  <a:cubicBezTo>
                    <a:pt x="587" y="2857"/>
                    <a:pt x="633" y="2860"/>
                    <a:pt x="678" y="2860"/>
                  </a:cubicBezTo>
                  <a:lnTo>
                    <a:pt x="8295" y="2860"/>
                  </a:lnTo>
                  <a:cubicBezTo>
                    <a:pt x="8690" y="2860"/>
                    <a:pt x="9047" y="2700"/>
                    <a:pt x="9306" y="2441"/>
                  </a:cubicBezTo>
                  <a:cubicBezTo>
                    <a:pt x="9565" y="2182"/>
                    <a:pt x="9725" y="1825"/>
                    <a:pt x="9725" y="1430"/>
                  </a:cubicBezTo>
                  <a:cubicBezTo>
                    <a:pt x="9725" y="640"/>
                    <a:pt x="9085" y="2"/>
                    <a:pt x="8295" y="1"/>
                  </a:cubicBezTo>
                  <a:close/>
                </a:path>
              </a:pathLst>
            </a:custGeom>
            <a:solidFill>
              <a:srgbClr val="4DC8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55"/>
            <p:cNvSpPr/>
            <p:nvPr/>
          </p:nvSpPr>
          <p:spPr>
            <a:xfrm>
              <a:off x="4506900" y="2135313"/>
              <a:ext cx="37250" cy="71500"/>
            </a:xfrm>
            <a:custGeom>
              <a:rect b="b" l="l" r="r" t="t"/>
              <a:pathLst>
                <a:path extrusionOk="0" h="2860" w="1490">
                  <a:moveTo>
                    <a:pt x="678" y="1"/>
                  </a:moveTo>
                  <a:cubicBezTo>
                    <a:pt x="493" y="1"/>
                    <a:pt x="317" y="36"/>
                    <a:pt x="154" y="100"/>
                  </a:cubicBezTo>
                  <a:cubicBezTo>
                    <a:pt x="56" y="285"/>
                    <a:pt x="0" y="496"/>
                    <a:pt x="0" y="720"/>
                  </a:cubicBezTo>
                  <a:cubicBezTo>
                    <a:pt x="0" y="1153"/>
                    <a:pt x="209" y="1535"/>
                    <a:pt x="529" y="1777"/>
                  </a:cubicBezTo>
                  <a:lnTo>
                    <a:pt x="529" y="2710"/>
                  </a:lnTo>
                  <a:cubicBezTo>
                    <a:pt x="529" y="2759"/>
                    <a:pt x="535" y="2806"/>
                    <a:pt x="543" y="2853"/>
                  </a:cubicBezTo>
                  <a:cubicBezTo>
                    <a:pt x="587" y="2857"/>
                    <a:pt x="633" y="2860"/>
                    <a:pt x="678" y="2860"/>
                  </a:cubicBezTo>
                  <a:lnTo>
                    <a:pt x="1490" y="2860"/>
                  </a:lnTo>
                  <a:cubicBezTo>
                    <a:pt x="1481" y="2811"/>
                    <a:pt x="1476" y="2760"/>
                    <a:pt x="1476" y="2710"/>
                  </a:cubicBezTo>
                  <a:lnTo>
                    <a:pt x="1476" y="1777"/>
                  </a:lnTo>
                  <a:cubicBezTo>
                    <a:pt x="1155" y="1535"/>
                    <a:pt x="947" y="1153"/>
                    <a:pt x="947" y="720"/>
                  </a:cubicBezTo>
                  <a:cubicBezTo>
                    <a:pt x="947" y="456"/>
                    <a:pt x="1025" y="208"/>
                    <a:pt x="1159" y="1"/>
                  </a:cubicBezTo>
                  <a:close/>
                </a:path>
              </a:pathLst>
            </a:custGeom>
            <a:solidFill>
              <a:srgbClr val="375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55"/>
            <p:cNvSpPr/>
            <p:nvPr/>
          </p:nvSpPr>
          <p:spPr>
            <a:xfrm>
              <a:off x="4671600" y="2135313"/>
              <a:ext cx="78425" cy="71500"/>
            </a:xfrm>
            <a:custGeom>
              <a:rect b="b" l="l" r="r" t="t"/>
              <a:pathLst>
                <a:path extrusionOk="0" h="2860" w="3137">
                  <a:moveTo>
                    <a:pt x="1" y="1"/>
                  </a:moveTo>
                  <a:cubicBezTo>
                    <a:pt x="789" y="1"/>
                    <a:pt x="1429" y="640"/>
                    <a:pt x="1429" y="1430"/>
                  </a:cubicBezTo>
                  <a:cubicBezTo>
                    <a:pt x="1429" y="1825"/>
                    <a:pt x="1269" y="2182"/>
                    <a:pt x="1010" y="2441"/>
                  </a:cubicBezTo>
                  <a:cubicBezTo>
                    <a:pt x="753" y="2699"/>
                    <a:pt x="396" y="2860"/>
                    <a:pt x="1" y="2860"/>
                  </a:cubicBezTo>
                  <a:lnTo>
                    <a:pt x="1707" y="2860"/>
                  </a:lnTo>
                  <a:cubicBezTo>
                    <a:pt x="2102" y="2860"/>
                    <a:pt x="2459" y="2700"/>
                    <a:pt x="2718" y="2441"/>
                  </a:cubicBezTo>
                  <a:cubicBezTo>
                    <a:pt x="2977" y="2182"/>
                    <a:pt x="3137" y="1825"/>
                    <a:pt x="3137" y="1430"/>
                  </a:cubicBezTo>
                  <a:cubicBezTo>
                    <a:pt x="3137" y="640"/>
                    <a:pt x="2497" y="2"/>
                    <a:pt x="1707" y="1"/>
                  </a:cubicBezTo>
                  <a:close/>
                </a:path>
              </a:pathLst>
            </a:custGeom>
            <a:solidFill>
              <a:srgbClr val="375D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55"/>
            <p:cNvSpPr/>
            <p:nvPr/>
          </p:nvSpPr>
          <p:spPr>
            <a:xfrm>
              <a:off x="4528475" y="2152013"/>
              <a:ext cx="39200" cy="38100"/>
            </a:xfrm>
            <a:custGeom>
              <a:rect b="b" l="l" r="r" t="t"/>
              <a:pathLst>
                <a:path extrusionOk="0" h="1524" w="1568">
                  <a:moveTo>
                    <a:pt x="243" y="1"/>
                  </a:moveTo>
                  <a:cubicBezTo>
                    <a:pt x="186" y="1"/>
                    <a:pt x="130" y="22"/>
                    <a:pt x="86" y="65"/>
                  </a:cubicBezTo>
                  <a:cubicBezTo>
                    <a:pt x="1" y="152"/>
                    <a:pt x="1" y="292"/>
                    <a:pt x="86" y="377"/>
                  </a:cubicBezTo>
                  <a:lnTo>
                    <a:pt x="473" y="762"/>
                  </a:lnTo>
                  <a:lnTo>
                    <a:pt x="86" y="1147"/>
                  </a:lnTo>
                  <a:cubicBezTo>
                    <a:pt x="1" y="1234"/>
                    <a:pt x="1" y="1374"/>
                    <a:pt x="86" y="1459"/>
                  </a:cubicBezTo>
                  <a:cubicBezTo>
                    <a:pt x="130" y="1503"/>
                    <a:pt x="187" y="1524"/>
                    <a:pt x="243" y="1524"/>
                  </a:cubicBezTo>
                  <a:cubicBezTo>
                    <a:pt x="299" y="1524"/>
                    <a:pt x="355" y="1503"/>
                    <a:pt x="399" y="1459"/>
                  </a:cubicBezTo>
                  <a:lnTo>
                    <a:pt x="784" y="1074"/>
                  </a:lnTo>
                  <a:lnTo>
                    <a:pt x="1169" y="1459"/>
                  </a:lnTo>
                  <a:cubicBezTo>
                    <a:pt x="1212" y="1503"/>
                    <a:pt x="1269" y="1524"/>
                    <a:pt x="1325" y="1524"/>
                  </a:cubicBezTo>
                  <a:cubicBezTo>
                    <a:pt x="1381" y="1524"/>
                    <a:pt x="1437" y="1503"/>
                    <a:pt x="1481" y="1459"/>
                  </a:cubicBezTo>
                  <a:cubicBezTo>
                    <a:pt x="1568" y="1374"/>
                    <a:pt x="1568" y="1234"/>
                    <a:pt x="1481" y="1147"/>
                  </a:cubicBezTo>
                  <a:lnTo>
                    <a:pt x="1096" y="762"/>
                  </a:lnTo>
                  <a:lnTo>
                    <a:pt x="1481" y="377"/>
                  </a:lnTo>
                  <a:cubicBezTo>
                    <a:pt x="1568" y="292"/>
                    <a:pt x="1568" y="152"/>
                    <a:pt x="1481" y="65"/>
                  </a:cubicBezTo>
                  <a:cubicBezTo>
                    <a:pt x="1438" y="22"/>
                    <a:pt x="1382" y="1"/>
                    <a:pt x="1325" y="1"/>
                  </a:cubicBezTo>
                  <a:cubicBezTo>
                    <a:pt x="1269" y="1"/>
                    <a:pt x="1213" y="22"/>
                    <a:pt x="1170" y="65"/>
                  </a:cubicBezTo>
                  <a:lnTo>
                    <a:pt x="784" y="450"/>
                  </a:lnTo>
                  <a:lnTo>
                    <a:pt x="399" y="65"/>
                  </a:lnTo>
                  <a:cubicBezTo>
                    <a:pt x="356" y="22"/>
                    <a:pt x="300" y="1"/>
                    <a:pt x="2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55"/>
            <p:cNvSpPr/>
            <p:nvPr/>
          </p:nvSpPr>
          <p:spPr>
            <a:xfrm>
              <a:off x="4576800" y="2152013"/>
              <a:ext cx="39175" cy="38100"/>
            </a:xfrm>
            <a:custGeom>
              <a:rect b="b" l="l" r="r" t="t"/>
              <a:pathLst>
                <a:path extrusionOk="0" h="1524" w="1567">
                  <a:moveTo>
                    <a:pt x="242" y="1"/>
                  </a:moveTo>
                  <a:cubicBezTo>
                    <a:pt x="186" y="1"/>
                    <a:pt x="130" y="22"/>
                    <a:pt x="87" y="65"/>
                  </a:cubicBezTo>
                  <a:cubicBezTo>
                    <a:pt x="0" y="152"/>
                    <a:pt x="0" y="292"/>
                    <a:pt x="87" y="377"/>
                  </a:cubicBezTo>
                  <a:lnTo>
                    <a:pt x="472" y="762"/>
                  </a:lnTo>
                  <a:lnTo>
                    <a:pt x="87" y="1147"/>
                  </a:lnTo>
                  <a:cubicBezTo>
                    <a:pt x="0" y="1234"/>
                    <a:pt x="0" y="1374"/>
                    <a:pt x="87" y="1459"/>
                  </a:cubicBezTo>
                  <a:cubicBezTo>
                    <a:pt x="130" y="1503"/>
                    <a:pt x="186" y="1524"/>
                    <a:pt x="242" y="1524"/>
                  </a:cubicBezTo>
                  <a:cubicBezTo>
                    <a:pt x="300" y="1524"/>
                    <a:pt x="356" y="1503"/>
                    <a:pt x="399" y="1459"/>
                  </a:cubicBezTo>
                  <a:lnTo>
                    <a:pt x="784" y="1074"/>
                  </a:lnTo>
                  <a:lnTo>
                    <a:pt x="1169" y="1459"/>
                  </a:lnTo>
                  <a:cubicBezTo>
                    <a:pt x="1212" y="1503"/>
                    <a:pt x="1268" y="1524"/>
                    <a:pt x="1324" y="1524"/>
                  </a:cubicBezTo>
                  <a:cubicBezTo>
                    <a:pt x="1382" y="1524"/>
                    <a:pt x="1438" y="1503"/>
                    <a:pt x="1481" y="1459"/>
                  </a:cubicBezTo>
                  <a:cubicBezTo>
                    <a:pt x="1567" y="1374"/>
                    <a:pt x="1567" y="1234"/>
                    <a:pt x="1481" y="1147"/>
                  </a:cubicBezTo>
                  <a:lnTo>
                    <a:pt x="1096" y="762"/>
                  </a:lnTo>
                  <a:lnTo>
                    <a:pt x="1481" y="377"/>
                  </a:lnTo>
                  <a:cubicBezTo>
                    <a:pt x="1567" y="292"/>
                    <a:pt x="1567" y="152"/>
                    <a:pt x="1481" y="65"/>
                  </a:cubicBezTo>
                  <a:cubicBezTo>
                    <a:pt x="1438" y="22"/>
                    <a:pt x="1382" y="1"/>
                    <a:pt x="1325" y="1"/>
                  </a:cubicBezTo>
                  <a:cubicBezTo>
                    <a:pt x="1269" y="1"/>
                    <a:pt x="1212" y="22"/>
                    <a:pt x="1169" y="65"/>
                  </a:cubicBezTo>
                  <a:lnTo>
                    <a:pt x="784" y="450"/>
                  </a:lnTo>
                  <a:lnTo>
                    <a:pt x="399" y="65"/>
                  </a:lnTo>
                  <a:cubicBezTo>
                    <a:pt x="356" y="22"/>
                    <a:pt x="299" y="1"/>
                    <a:pt x="2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55"/>
            <p:cNvSpPr/>
            <p:nvPr/>
          </p:nvSpPr>
          <p:spPr>
            <a:xfrm>
              <a:off x="4625125" y="2152013"/>
              <a:ext cx="39200" cy="38100"/>
            </a:xfrm>
            <a:custGeom>
              <a:rect b="b" l="l" r="r" t="t"/>
              <a:pathLst>
                <a:path extrusionOk="0" h="1524" w="1568">
                  <a:moveTo>
                    <a:pt x="243" y="1"/>
                  </a:moveTo>
                  <a:cubicBezTo>
                    <a:pt x="186" y="1"/>
                    <a:pt x="130" y="22"/>
                    <a:pt x="87" y="65"/>
                  </a:cubicBezTo>
                  <a:cubicBezTo>
                    <a:pt x="1" y="152"/>
                    <a:pt x="1" y="292"/>
                    <a:pt x="87" y="377"/>
                  </a:cubicBezTo>
                  <a:lnTo>
                    <a:pt x="472" y="762"/>
                  </a:lnTo>
                  <a:lnTo>
                    <a:pt x="87" y="1147"/>
                  </a:lnTo>
                  <a:cubicBezTo>
                    <a:pt x="1" y="1234"/>
                    <a:pt x="1" y="1374"/>
                    <a:pt x="87" y="1459"/>
                  </a:cubicBezTo>
                  <a:cubicBezTo>
                    <a:pt x="129" y="1503"/>
                    <a:pt x="187" y="1524"/>
                    <a:pt x="243" y="1524"/>
                  </a:cubicBezTo>
                  <a:cubicBezTo>
                    <a:pt x="299" y="1524"/>
                    <a:pt x="356" y="1503"/>
                    <a:pt x="398" y="1459"/>
                  </a:cubicBezTo>
                  <a:lnTo>
                    <a:pt x="783" y="1074"/>
                  </a:lnTo>
                  <a:lnTo>
                    <a:pt x="1170" y="1459"/>
                  </a:lnTo>
                  <a:cubicBezTo>
                    <a:pt x="1212" y="1503"/>
                    <a:pt x="1269" y="1524"/>
                    <a:pt x="1325" y="1524"/>
                  </a:cubicBezTo>
                  <a:cubicBezTo>
                    <a:pt x="1381" y="1524"/>
                    <a:pt x="1438" y="1503"/>
                    <a:pt x="1480" y="1459"/>
                  </a:cubicBezTo>
                  <a:cubicBezTo>
                    <a:pt x="1567" y="1374"/>
                    <a:pt x="1567" y="1234"/>
                    <a:pt x="1480" y="1147"/>
                  </a:cubicBezTo>
                  <a:lnTo>
                    <a:pt x="1095" y="762"/>
                  </a:lnTo>
                  <a:lnTo>
                    <a:pt x="1480" y="377"/>
                  </a:lnTo>
                  <a:cubicBezTo>
                    <a:pt x="1567" y="292"/>
                    <a:pt x="1567" y="152"/>
                    <a:pt x="1480" y="65"/>
                  </a:cubicBezTo>
                  <a:cubicBezTo>
                    <a:pt x="1438" y="22"/>
                    <a:pt x="1381" y="1"/>
                    <a:pt x="1325" y="1"/>
                  </a:cubicBezTo>
                  <a:cubicBezTo>
                    <a:pt x="1269" y="1"/>
                    <a:pt x="1212" y="22"/>
                    <a:pt x="1170" y="65"/>
                  </a:cubicBezTo>
                  <a:lnTo>
                    <a:pt x="785" y="450"/>
                  </a:lnTo>
                  <a:lnTo>
                    <a:pt x="398" y="65"/>
                  </a:lnTo>
                  <a:cubicBezTo>
                    <a:pt x="355" y="22"/>
                    <a:pt x="299" y="1"/>
                    <a:pt x="2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55"/>
            <p:cNvSpPr/>
            <p:nvPr/>
          </p:nvSpPr>
          <p:spPr>
            <a:xfrm>
              <a:off x="4673450" y="2152013"/>
              <a:ext cx="39200" cy="38100"/>
            </a:xfrm>
            <a:custGeom>
              <a:rect b="b" l="l" r="r" t="t"/>
              <a:pathLst>
                <a:path extrusionOk="0" h="1524" w="1568">
                  <a:moveTo>
                    <a:pt x="242" y="1"/>
                  </a:moveTo>
                  <a:cubicBezTo>
                    <a:pt x="186" y="1"/>
                    <a:pt x="130" y="22"/>
                    <a:pt x="86" y="65"/>
                  </a:cubicBezTo>
                  <a:cubicBezTo>
                    <a:pt x="1" y="152"/>
                    <a:pt x="1" y="292"/>
                    <a:pt x="86" y="377"/>
                  </a:cubicBezTo>
                  <a:lnTo>
                    <a:pt x="471" y="762"/>
                  </a:lnTo>
                  <a:lnTo>
                    <a:pt x="86" y="1147"/>
                  </a:lnTo>
                  <a:cubicBezTo>
                    <a:pt x="1" y="1234"/>
                    <a:pt x="1" y="1374"/>
                    <a:pt x="86" y="1459"/>
                  </a:cubicBezTo>
                  <a:cubicBezTo>
                    <a:pt x="130" y="1503"/>
                    <a:pt x="186" y="1524"/>
                    <a:pt x="243" y="1524"/>
                  </a:cubicBezTo>
                  <a:cubicBezTo>
                    <a:pt x="299" y="1524"/>
                    <a:pt x="355" y="1503"/>
                    <a:pt x="399" y="1459"/>
                  </a:cubicBezTo>
                  <a:lnTo>
                    <a:pt x="784" y="1074"/>
                  </a:lnTo>
                  <a:lnTo>
                    <a:pt x="1169" y="1459"/>
                  </a:lnTo>
                  <a:cubicBezTo>
                    <a:pt x="1212" y="1503"/>
                    <a:pt x="1268" y="1524"/>
                    <a:pt x="1325" y="1524"/>
                  </a:cubicBezTo>
                  <a:cubicBezTo>
                    <a:pt x="1381" y="1524"/>
                    <a:pt x="1437" y="1503"/>
                    <a:pt x="1481" y="1459"/>
                  </a:cubicBezTo>
                  <a:cubicBezTo>
                    <a:pt x="1566" y="1374"/>
                    <a:pt x="1566" y="1234"/>
                    <a:pt x="1481" y="1147"/>
                  </a:cubicBezTo>
                  <a:lnTo>
                    <a:pt x="1096" y="762"/>
                  </a:lnTo>
                  <a:lnTo>
                    <a:pt x="1481" y="377"/>
                  </a:lnTo>
                  <a:cubicBezTo>
                    <a:pt x="1568" y="292"/>
                    <a:pt x="1568" y="152"/>
                    <a:pt x="1481" y="65"/>
                  </a:cubicBezTo>
                  <a:cubicBezTo>
                    <a:pt x="1438" y="22"/>
                    <a:pt x="1382" y="1"/>
                    <a:pt x="1325" y="1"/>
                  </a:cubicBezTo>
                  <a:cubicBezTo>
                    <a:pt x="1269" y="1"/>
                    <a:pt x="1212" y="22"/>
                    <a:pt x="1169" y="65"/>
                  </a:cubicBezTo>
                  <a:lnTo>
                    <a:pt x="784" y="450"/>
                  </a:lnTo>
                  <a:lnTo>
                    <a:pt x="399" y="65"/>
                  </a:lnTo>
                  <a:cubicBezTo>
                    <a:pt x="355" y="22"/>
                    <a:pt x="299" y="1"/>
                    <a:pt x="2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55"/>
            <p:cNvSpPr/>
            <p:nvPr/>
          </p:nvSpPr>
          <p:spPr>
            <a:xfrm>
              <a:off x="4657850" y="2034088"/>
              <a:ext cx="34050" cy="18325"/>
            </a:xfrm>
            <a:custGeom>
              <a:rect b="b" l="l" r="r" t="t"/>
              <a:pathLst>
                <a:path extrusionOk="0" h="733" w="1362">
                  <a:moveTo>
                    <a:pt x="1114" y="0"/>
                  </a:moveTo>
                  <a:cubicBezTo>
                    <a:pt x="1091" y="0"/>
                    <a:pt x="1067" y="4"/>
                    <a:pt x="1044" y="12"/>
                  </a:cubicBezTo>
                  <a:lnTo>
                    <a:pt x="177" y="304"/>
                  </a:lnTo>
                  <a:cubicBezTo>
                    <a:pt x="62" y="342"/>
                    <a:pt x="1" y="468"/>
                    <a:pt x="38" y="583"/>
                  </a:cubicBezTo>
                  <a:cubicBezTo>
                    <a:pt x="71" y="676"/>
                    <a:pt x="156" y="733"/>
                    <a:pt x="248" y="733"/>
                  </a:cubicBezTo>
                  <a:cubicBezTo>
                    <a:pt x="271" y="733"/>
                    <a:pt x="295" y="730"/>
                    <a:pt x="318" y="722"/>
                  </a:cubicBezTo>
                  <a:lnTo>
                    <a:pt x="1184" y="429"/>
                  </a:lnTo>
                  <a:cubicBezTo>
                    <a:pt x="1300" y="391"/>
                    <a:pt x="1361" y="265"/>
                    <a:pt x="1322" y="150"/>
                  </a:cubicBezTo>
                  <a:cubicBezTo>
                    <a:pt x="1291" y="58"/>
                    <a:pt x="1206" y="0"/>
                    <a:pt x="1114"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55"/>
            <p:cNvSpPr/>
            <p:nvPr/>
          </p:nvSpPr>
          <p:spPr>
            <a:xfrm>
              <a:off x="4657300" y="2062513"/>
              <a:ext cx="30925" cy="18725"/>
            </a:xfrm>
            <a:custGeom>
              <a:rect b="b" l="l" r="r" t="t"/>
              <a:pathLst>
                <a:path extrusionOk="0" h="749" w="1237">
                  <a:moveTo>
                    <a:pt x="251" y="1"/>
                  </a:moveTo>
                  <a:cubicBezTo>
                    <a:pt x="165" y="1"/>
                    <a:pt x="82" y="52"/>
                    <a:pt x="46" y="136"/>
                  </a:cubicBezTo>
                  <a:cubicBezTo>
                    <a:pt x="0" y="250"/>
                    <a:pt x="53" y="379"/>
                    <a:pt x="165" y="425"/>
                  </a:cubicBezTo>
                  <a:lnTo>
                    <a:pt x="900" y="731"/>
                  </a:lnTo>
                  <a:cubicBezTo>
                    <a:pt x="928" y="743"/>
                    <a:pt x="958" y="748"/>
                    <a:pt x="986" y="748"/>
                  </a:cubicBezTo>
                  <a:cubicBezTo>
                    <a:pt x="1073" y="748"/>
                    <a:pt x="1154" y="696"/>
                    <a:pt x="1189" y="612"/>
                  </a:cubicBezTo>
                  <a:cubicBezTo>
                    <a:pt x="1236" y="499"/>
                    <a:pt x="1183" y="370"/>
                    <a:pt x="1070" y="324"/>
                  </a:cubicBezTo>
                  <a:lnTo>
                    <a:pt x="335" y="17"/>
                  </a:lnTo>
                  <a:cubicBezTo>
                    <a:pt x="307" y="6"/>
                    <a:pt x="279" y="1"/>
                    <a:pt x="251" y="1"/>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55"/>
            <p:cNvSpPr/>
            <p:nvPr/>
          </p:nvSpPr>
          <p:spPr>
            <a:xfrm>
              <a:off x="4644550" y="2007663"/>
              <a:ext cx="22600" cy="28275"/>
            </a:xfrm>
            <a:custGeom>
              <a:rect b="b" l="l" r="r" t="t"/>
              <a:pathLst>
                <a:path extrusionOk="0" h="1131" w="904">
                  <a:moveTo>
                    <a:pt x="651" y="0"/>
                  </a:moveTo>
                  <a:cubicBezTo>
                    <a:pt x="575" y="0"/>
                    <a:pt x="501" y="40"/>
                    <a:pt x="460" y="110"/>
                  </a:cubicBezTo>
                  <a:lnTo>
                    <a:pt x="61" y="799"/>
                  </a:lnTo>
                  <a:cubicBezTo>
                    <a:pt x="1" y="905"/>
                    <a:pt x="36" y="1039"/>
                    <a:pt x="142" y="1101"/>
                  </a:cubicBezTo>
                  <a:cubicBezTo>
                    <a:pt x="176" y="1121"/>
                    <a:pt x="215" y="1130"/>
                    <a:pt x="251" y="1130"/>
                  </a:cubicBezTo>
                  <a:cubicBezTo>
                    <a:pt x="328" y="1130"/>
                    <a:pt x="402" y="1091"/>
                    <a:pt x="443" y="1020"/>
                  </a:cubicBezTo>
                  <a:lnTo>
                    <a:pt x="842" y="331"/>
                  </a:lnTo>
                  <a:cubicBezTo>
                    <a:pt x="904" y="226"/>
                    <a:pt x="867" y="92"/>
                    <a:pt x="762" y="30"/>
                  </a:cubicBezTo>
                  <a:cubicBezTo>
                    <a:pt x="727" y="10"/>
                    <a:pt x="689" y="0"/>
                    <a:pt x="651"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5" name="Google Shape;1015;p55"/>
          <p:cNvGrpSpPr/>
          <p:nvPr/>
        </p:nvGrpSpPr>
        <p:grpSpPr>
          <a:xfrm>
            <a:off x="7164205" y="1779626"/>
            <a:ext cx="412190" cy="414956"/>
            <a:chOff x="6954600" y="1927625"/>
            <a:chExt cx="362875" cy="365375"/>
          </a:xfrm>
        </p:grpSpPr>
        <p:sp>
          <p:nvSpPr>
            <p:cNvPr id="1016" name="Google Shape;1016;p55"/>
            <p:cNvSpPr/>
            <p:nvPr/>
          </p:nvSpPr>
          <p:spPr>
            <a:xfrm>
              <a:off x="6954600" y="2048600"/>
              <a:ext cx="339425" cy="244400"/>
            </a:xfrm>
            <a:custGeom>
              <a:rect b="b" l="l" r="r" t="t"/>
              <a:pathLst>
                <a:path extrusionOk="0" h="9776" w="13577">
                  <a:moveTo>
                    <a:pt x="817" y="0"/>
                  </a:moveTo>
                  <a:cubicBezTo>
                    <a:pt x="366" y="0"/>
                    <a:pt x="2" y="365"/>
                    <a:pt x="2" y="815"/>
                  </a:cubicBezTo>
                  <a:lnTo>
                    <a:pt x="2" y="1624"/>
                  </a:lnTo>
                  <a:lnTo>
                    <a:pt x="1311" y="2468"/>
                  </a:lnTo>
                  <a:lnTo>
                    <a:pt x="0" y="3782"/>
                  </a:lnTo>
                  <a:lnTo>
                    <a:pt x="0" y="8960"/>
                  </a:lnTo>
                  <a:cubicBezTo>
                    <a:pt x="0" y="9411"/>
                    <a:pt x="366" y="9775"/>
                    <a:pt x="817" y="9775"/>
                  </a:cubicBezTo>
                  <a:lnTo>
                    <a:pt x="12762" y="9775"/>
                  </a:lnTo>
                  <a:cubicBezTo>
                    <a:pt x="13211" y="9775"/>
                    <a:pt x="13577" y="9411"/>
                    <a:pt x="13577" y="8960"/>
                  </a:cubicBezTo>
                  <a:lnTo>
                    <a:pt x="13577" y="3782"/>
                  </a:lnTo>
                  <a:lnTo>
                    <a:pt x="12811" y="3079"/>
                  </a:lnTo>
                  <a:lnTo>
                    <a:pt x="13577" y="1920"/>
                  </a:lnTo>
                  <a:lnTo>
                    <a:pt x="13577" y="815"/>
                  </a:lnTo>
                  <a:cubicBezTo>
                    <a:pt x="13577" y="365"/>
                    <a:pt x="13211" y="0"/>
                    <a:pt x="12762" y="0"/>
                  </a:cubicBezTo>
                  <a:close/>
                </a:path>
              </a:pathLst>
            </a:custGeom>
            <a:solidFill>
              <a:srgbClr val="F9B2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55"/>
            <p:cNvSpPr/>
            <p:nvPr/>
          </p:nvSpPr>
          <p:spPr>
            <a:xfrm>
              <a:off x="7251550" y="2048600"/>
              <a:ext cx="42475" cy="244400"/>
            </a:xfrm>
            <a:custGeom>
              <a:rect b="b" l="l" r="r" t="t"/>
              <a:pathLst>
                <a:path extrusionOk="0" h="9776" w="1699">
                  <a:moveTo>
                    <a:pt x="0" y="0"/>
                  </a:moveTo>
                  <a:cubicBezTo>
                    <a:pt x="450" y="0"/>
                    <a:pt x="815" y="365"/>
                    <a:pt x="815" y="815"/>
                  </a:cubicBezTo>
                  <a:lnTo>
                    <a:pt x="815" y="1920"/>
                  </a:lnTo>
                  <a:lnTo>
                    <a:pt x="49" y="3079"/>
                  </a:lnTo>
                  <a:lnTo>
                    <a:pt x="815" y="3782"/>
                  </a:lnTo>
                  <a:lnTo>
                    <a:pt x="815" y="8960"/>
                  </a:lnTo>
                  <a:cubicBezTo>
                    <a:pt x="815" y="9410"/>
                    <a:pt x="450" y="9775"/>
                    <a:pt x="0" y="9775"/>
                  </a:cubicBezTo>
                  <a:lnTo>
                    <a:pt x="884" y="9775"/>
                  </a:lnTo>
                  <a:cubicBezTo>
                    <a:pt x="1333" y="9775"/>
                    <a:pt x="1699" y="9411"/>
                    <a:pt x="1699" y="8960"/>
                  </a:cubicBezTo>
                  <a:lnTo>
                    <a:pt x="1699" y="3782"/>
                  </a:lnTo>
                  <a:lnTo>
                    <a:pt x="933" y="3079"/>
                  </a:lnTo>
                  <a:lnTo>
                    <a:pt x="1699" y="1920"/>
                  </a:lnTo>
                  <a:lnTo>
                    <a:pt x="1699" y="815"/>
                  </a:lnTo>
                  <a:cubicBezTo>
                    <a:pt x="1699" y="365"/>
                    <a:pt x="1333" y="0"/>
                    <a:pt x="884" y="0"/>
                  </a:cubicBezTo>
                  <a:close/>
                </a:path>
              </a:pathLst>
            </a:custGeom>
            <a:solidFill>
              <a:srgbClr val="D18E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55"/>
            <p:cNvSpPr/>
            <p:nvPr/>
          </p:nvSpPr>
          <p:spPr>
            <a:xfrm>
              <a:off x="6954625" y="2089200"/>
              <a:ext cx="339400" cy="53950"/>
            </a:xfrm>
            <a:custGeom>
              <a:rect b="b" l="l" r="r" t="t"/>
              <a:pathLst>
                <a:path extrusionOk="0" h="2158" w="13576">
                  <a:moveTo>
                    <a:pt x="1" y="0"/>
                  </a:moveTo>
                  <a:lnTo>
                    <a:pt x="1" y="2158"/>
                  </a:lnTo>
                  <a:lnTo>
                    <a:pt x="13576" y="2158"/>
                  </a:lnTo>
                  <a:lnTo>
                    <a:pt x="13576" y="0"/>
                  </a:ln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55"/>
            <p:cNvSpPr/>
            <p:nvPr/>
          </p:nvSpPr>
          <p:spPr>
            <a:xfrm>
              <a:off x="7272750" y="2089200"/>
              <a:ext cx="21275" cy="53950"/>
            </a:xfrm>
            <a:custGeom>
              <a:rect b="b" l="l" r="r" t="t"/>
              <a:pathLst>
                <a:path extrusionOk="0" h="2158" w="851">
                  <a:moveTo>
                    <a:pt x="1" y="0"/>
                  </a:moveTo>
                  <a:lnTo>
                    <a:pt x="1" y="2158"/>
                  </a:lnTo>
                  <a:lnTo>
                    <a:pt x="851" y="2158"/>
                  </a:lnTo>
                  <a:lnTo>
                    <a:pt x="851" y="0"/>
                  </a:lnTo>
                  <a:close/>
                </a:path>
              </a:pathLst>
            </a:custGeom>
            <a:solidFill>
              <a:srgbClr val="596C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55"/>
            <p:cNvSpPr/>
            <p:nvPr/>
          </p:nvSpPr>
          <p:spPr>
            <a:xfrm>
              <a:off x="7203525" y="1927625"/>
              <a:ext cx="101400" cy="102800"/>
            </a:xfrm>
            <a:custGeom>
              <a:rect b="b" l="l" r="r" t="t"/>
              <a:pathLst>
                <a:path extrusionOk="0" h="4112" w="4056">
                  <a:moveTo>
                    <a:pt x="2028" y="1"/>
                  </a:moveTo>
                  <a:cubicBezTo>
                    <a:pt x="911" y="1"/>
                    <a:pt x="1" y="911"/>
                    <a:pt x="1" y="2028"/>
                  </a:cubicBezTo>
                  <a:lnTo>
                    <a:pt x="1" y="4111"/>
                  </a:lnTo>
                  <a:lnTo>
                    <a:pt x="883" y="4111"/>
                  </a:lnTo>
                  <a:lnTo>
                    <a:pt x="883" y="2028"/>
                  </a:lnTo>
                  <a:cubicBezTo>
                    <a:pt x="883" y="1396"/>
                    <a:pt x="1396" y="883"/>
                    <a:pt x="2028" y="883"/>
                  </a:cubicBezTo>
                  <a:cubicBezTo>
                    <a:pt x="2249" y="883"/>
                    <a:pt x="2455" y="946"/>
                    <a:pt x="2630" y="1055"/>
                  </a:cubicBezTo>
                  <a:cubicBezTo>
                    <a:pt x="2956" y="1256"/>
                    <a:pt x="3173" y="1618"/>
                    <a:pt x="3173" y="2028"/>
                  </a:cubicBezTo>
                  <a:lnTo>
                    <a:pt x="3173" y="4111"/>
                  </a:lnTo>
                  <a:lnTo>
                    <a:pt x="4055" y="4111"/>
                  </a:lnTo>
                  <a:lnTo>
                    <a:pt x="4055" y="2028"/>
                  </a:lnTo>
                  <a:cubicBezTo>
                    <a:pt x="4055" y="1276"/>
                    <a:pt x="3644" y="618"/>
                    <a:pt x="3033" y="268"/>
                  </a:cubicBezTo>
                  <a:cubicBezTo>
                    <a:pt x="2736" y="97"/>
                    <a:pt x="2393" y="1"/>
                    <a:pt x="2028" y="1"/>
                  </a:cubicBezTo>
                  <a:close/>
                </a:path>
              </a:pathLst>
            </a:custGeom>
            <a:solidFill>
              <a:srgbClr val="8787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55"/>
            <p:cNvSpPr/>
            <p:nvPr/>
          </p:nvSpPr>
          <p:spPr>
            <a:xfrm>
              <a:off x="7269250" y="1934300"/>
              <a:ext cx="35675" cy="96125"/>
            </a:xfrm>
            <a:custGeom>
              <a:rect b="b" l="l" r="r" t="t"/>
              <a:pathLst>
                <a:path extrusionOk="0" h="3845" w="1427">
                  <a:moveTo>
                    <a:pt x="404" y="1"/>
                  </a:moveTo>
                  <a:cubicBezTo>
                    <a:pt x="408" y="18"/>
                    <a:pt x="569" y="597"/>
                    <a:pt x="1" y="788"/>
                  </a:cubicBezTo>
                  <a:cubicBezTo>
                    <a:pt x="327" y="989"/>
                    <a:pt x="544" y="1351"/>
                    <a:pt x="544" y="1761"/>
                  </a:cubicBezTo>
                  <a:lnTo>
                    <a:pt x="544" y="3844"/>
                  </a:lnTo>
                  <a:lnTo>
                    <a:pt x="1426" y="3844"/>
                  </a:lnTo>
                  <a:lnTo>
                    <a:pt x="1426" y="1761"/>
                  </a:lnTo>
                  <a:cubicBezTo>
                    <a:pt x="1426" y="1009"/>
                    <a:pt x="1015" y="351"/>
                    <a:pt x="40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55"/>
            <p:cNvSpPr/>
            <p:nvPr/>
          </p:nvSpPr>
          <p:spPr>
            <a:xfrm>
              <a:off x="7191000" y="2021075"/>
              <a:ext cx="126475" cy="95125"/>
            </a:xfrm>
            <a:custGeom>
              <a:rect b="b" l="l" r="r" t="t"/>
              <a:pathLst>
                <a:path extrusionOk="0" h="3805" w="5059">
                  <a:moveTo>
                    <a:pt x="716" y="1"/>
                  </a:moveTo>
                  <a:cubicBezTo>
                    <a:pt x="321" y="1"/>
                    <a:pt x="0" y="321"/>
                    <a:pt x="0" y="716"/>
                  </a:cubicBezTo>
                  <a:lnTo>
                    <a:pt x="0" y="3089"/>
                  </a:lnTo>
                  <a:cubicBezTo>
                    <a:pt x="0" y="3484"/>
                    <a:pt x="321" y="3805"/>
                    <a:pt x="716" y="3805"/>
                  </a:cubicBezTo>
                  <a:lnTo>
                    <a:pt x="4343" y="3805"/>
                  </a:lnTo>
                  <a:cubicBezTo>
                    <a:pt x="4738" y="3805"/>
                    <a:pt x="5059" y="3484"/>
                    <a:pt x="5059" y="3089"/>
                  </a:cubicBezTo>
                  <a:lnTo>
                    <a:pt x="5059" y="716"/>
                  </a:lnTo>
                  <a:cubicBezTo>
                    <a:pt x="5059" y="321"/>
                    <a:pt x="4738" y="1"/>
                    <a:pt x="4343" y="1"/>
                  </a:cubicBezTo>
                  <a:close/>
                </a:path>
              </a:pathLst>
            </a:custGeom>
            <a:solidFill>
              <a:srgbClr val="0E50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55"/>
            <p:cNvSpPr/>
            <p:nvPr/>
          </p:nvSpPr>
          <p:spPr>
            <a:xfrm>
              <a:off x="7278475" y="2021075"/>
              <a:ext cx="39000" cy="95125"/>
            </a:xfrm>
            <a:custGeom>
              <a:rect b="b" l="l" r="r" t="t"/>
              <a:pathLst>
                <a:path extrusionOk="0" h="3805" w="1560">
                  <a:moveTo>
                    <a:pt x="0" y="1"/>
                  </a:moveTo>
                  <a:cubicBezTo>
                    <a:pt x="395" y="1"/>
                    <a:pt x="716" y="321"/>
                    <a:pt x="716" y="716"/>
                  </a:cubicBezTo>
                  <a:lnTo>
                    <a:pt x="716" y="3089"/>
                  </a:lnTo>
                  <a:cubicBezTo>
                    <a:pt x="716" y="3484"/>
                    <a:pt x="395" y="3805"/>
                    <a:pt x="0" y="3805"/>
                  </a:cubicBezTo>
                  <a:lnTo>
                    <a:pt x="844" y="3805"/>
                  </a:lnTo>
                  <a:cubicBezTo>
                    <a:pt x="1239" y="3805"/>
                    <a:pt x="1560" y="3484"/>
                    <a:pt x="1560" y="3089"/>
                  </a:cubicBezTo>
                  <a:lnTo>
                    <a:pt x="1560" y="716"/>
                  </a:lnTo>
                  <a:cubicBezTo>
                    <a:pt x="1560" y="321"/>
                    <a:pt x="1239" y="1"/>
                    <a:pt x="8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1024" name="Google Shape;1024;p55"/>
            <p:cNvSpPr/>
            <p:nvPr/>
          </p:nvSpPr>
          <p:spPr>
            <a:xfrm>
              <a:off x="7239150" y="2045275"/>
              <a:ext cx="30125" cy="46700"/>
            </a:xfrm>
            <a:custGeom>
              <a:rect b="b" l="l" r="r" t="t"/>
              <a:pathLst>
                <a:path extrusionOk="0" h="1868" w="1205">
                  <a:moveTo>
                    <a:pt x="603" y="0"/>
                  </a:moveTo>
                  <a:cubicBezTo>
                    <a:pt x="271" y="0"/>
                    <a:pt x="1" y="270"/>
                    <a:pt x="1" y="602"/>
                  </a:cubicBezTo>
                  <a:cubicBezTo>
                    <a:pt x="1" y="800"/>
                    <a:pt x="96" y="973"/>
                    <a:pt x="242" y="1084"/>
                  </a:cubicBezTo>
                  <a:lnTo>
                    <a:pt x="242" y="1507"/>
                  </a:lnTo>
                  <a:cubicBezTo>
                    <a:pt x="242" y="1707"/>
                    <a:pt x="404" y="1868"/>
                    <a:pt x="603" y="1868"/>
                  </a:cubicBezTo>
                  <a:cubicBezTo>
                    <a:pt x="803" y="1868"/>
                    <a:pt x="964" y="1707"/>
                    <a:pt x="964" y="1507"/>
                  </a:cubicBezTo>
                  <a:lnTo>
                    <a:pt x="964" y="1084"/>
                  </a:lnTo>
                  <a:cubicBezTo>
                    <a:pt x="1111" y="973"/>
                    <a:pt x="1205" y="800"/>
                    <a:pt x="1205" y="602"/>
                  </a:cubicBezTo>
                  <a:cubicBezTo>
                    <a:pt x="1205" y="270"/>
                    <a:pt x="936" y="0"/>
                    <a:pt x="603" y="0"/>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55"/>
            <p:cNvSpPr/>
            <p:nvPr/>
          </p:nvSpPr>
          <p:spPr>
            <a:xfrm>
              <a:off x="6987350" y="2167550"/>
              <a:ext cx="54325" cy="20975"/>
            </a:xfrm>
            <a:custGeom>
              <a:rect b="b" l="l" r="r" t="t"/>
              <a:pathLst>
                <a:path extrusionOk="0" h="839" w="2173">
                  <a:moveTo>
                    <a:pt x="419" y="1"/>
                  </a:moveTo>
                  <a:cubicBezTo>
                    <a:pt x="188" y="1"/>
                    <a:pt x="1" y="188"/>
                    <a:pt x="1" y="419"/>
                  </a:cubicBezTo>
                  <a:cubicBezTo>
                    <a:pt x="1" y="650"/>
                    <a:pt x="188" y="838"/>
                    <a:pt x="419" y="838"/>
                  </a:cubicBezTo>
                  <a:lnTo>
                    <a:pt x="1754" y="838"/>
                  </a:lnTo>
                  <a:cubicBezTo>
                    <a:pt x="1985" y="838"/>
                    <a:pt x="2172" y="650"/>
                    <a:pt x="2172" y="419"/>
                  </a:cubicBezTo>
                  <a:cubicBezTo>
                    <a:pt x="2172" y="187"/>
                    <a:pt x="1985" y="1"/>
                    <a:pt x="175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55"/>
            <p:cNvSpPr/>
            <p:nvPr/>
          </p:nvSpPr>
          <p:spPr>
            <a:xfrm>
              <a:off x="7060550" y="2167550"/>
              <a:ext cx="54300" cy="20975"/>
            </a:xfrm>
            <a:custGeom>
              <a:rect b="b" l="l" r="r" t="t"/>
              <a:pathLst>
                <a:path extrusionOk="0" h="839" w="2172">
                  <a:moveTo>
                    <a:pt x="420" y="1"/>
                  </a:moveTo>
                  <a:cubicBezTo>
                    <a:pt x="188" y="1"/>
                    <a:pt x="0" y="188"/>
                    <a:pt x="0" y="419"/>
                  </a:cubicBezTo>
                  <a:cubicBezTo>
                    <a:pt x="0" y="650"/>
                    <a:pt x="188" y="838"/>
                    <a:pt x="420" y="838"/>
                  </a:cubicBezTo>
                  <a:lnTo>
                    <a:pt x="1753" y="838"/>
                  </a:lnTo>
                  <a:cubicBezTo>
                    <a:pt x="1984" y="838"/>
                    <a:pt x="2172" y="650"/>
                    <a:pt x="2172" y="419"/>
                  </a:cubicBezTo>
                  <a:cubicBezTo>
                    <a:pt x="2172" y="187"/>
                    <a:pt x="1984" y="1"/>
                    <a:pt x="1753"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55"/>
            <p:cNvSpPr/>
            <p:nvPr/>
          </p:nvSpPr>
          <p:spPr>
            <a:xfrm>
              <a:off x="7133775" y="2167550"/>
              <a:ext cx="54300" cy="20975"/>
            </a:xfrm>
            <a:custGeom>
              <a:rect b="b" l="l" r="r" t="t"/>
              <a:pathLst>
                <a:path extrusionOk="0" h="839" w="2172">
                  <a:moveTo>
                    <a:pt x="419" y="1"/>
                  </a:moveTo>
                  <a:cubicBezTo>
                    <a:pt x="188" y="1"/>
                    <a:pt x="0" y="188"/>
                    <a:pt x="0" y="419"/>
                  </a:cubicBezTo>
                  <a:cubicBezTo>
                    <a:pt x="0" y="650"/>
                    <a:pt x="188" y="838"/>
                    <a:pt x="419" y="838"/>
                  </a:cubicBezTo>
                  <a:lnTo>
                    <a:pt x="1753" y="838"/>
                  </a:lnTo>
                  <a:cubicBezTo>
                    <a:pt x="1984" y="838"/>
                    <a:pt x="2172" y="650"/>
                    <a:pt x="2172" y="419"/>
                  </a:cubicBezTo>
                  <a:cubicBezTo>
                    <a:pt x="2172" y="187"/>
                    <a:pt x="1984" y="1"/>
                    <a:pt x="1753"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55"/>
            <p:cNvSpPr/>
            <p:nvPr/>
          </p:nvSpPr>
          <p:spPr>
            <a:xfrm>
              <a:off x="7206950" y="2167550"/>
              <a:ext cx="54325" cy="20975"/>
            </a:xfrm>
            <a:custGeom>
              <a:rect b="b" l="l" r="r" t="t"/>
              <a:pathLst>
                <a:path extrusionOk="0" h="839" w="2173">
                  <a:moveTo>
                    <a:pt x="419" y="1"/>
                  </a:moveTo>
                  <a:cubicBezTo>
                    <a:pt x="188" y="1"/>
                    <a:pt x="1" y="188"/>
                    <a:pt x="1" y="419"/>
                  </a:cubicBezTo>
                  <a:cubicBezTo>
                    <a:pt x="1" y="650"/>
                    <a:pt x="188" y="838"/>
                    <a:pt x="419" y="838"/>
                  </a:cubicBezTo>
                  <a:lnTo>
                    <a:pt x="1754" y="838"/>
                  </a:lnTo>
                  <a:cubicBezTo>
                    <a:pt x="1985" y="838"/>
                    <a:pt x="2172" y="650"/>
                    <a:pt x="2172" y="419"/>
                  </a:cubicBezTo>
                  <a:cubicBezTo>
                    <a:pt x="2172" y="187"/>
                    <a:pt x="1985" y="1"/>
                    <a:pt x="1754"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55"/>
            <p:cNvSpPr/>
            <p:nvPr/>
          </p:nvSpPr>
          <p:spPr>
            <a:xfrm>
              <a:off x="6981875" y="2235100"/>
              <a:ext cx="179600" cy="11050"/>
            </a:xfrm>
            <a:custGeom>
              <a:rect b="b" l="l" r="r" t="t"/>
              <a:pathLst>
                <a:path extrusionOk="0" h="442" w="7184">
                  <a:moveTo>
                    <a:pt x="220" y="1"/>
                  </a:moveTo>
                  <a:cubicBezTo>
                    <a:pt x="98" y="1"/>
                    <a:pt x="0" y="99"/>
                    <a:pt x="0" y="221"/>
                  </a:cubicBezTo>
                  <a:cubicBezTo>
                    <a:pt x="0" y="343"/>
                    <a:pt x="98" y="442"/>
                    <a:pt x="220" y="442"/>
                  </a:cubicBezTo>
                  <a:lnTo>
                    <a:pt x="6962" y="442"/>
                  </a:lnTo>
                  <a:cubicBezTo>
                    <a:pt x="7084" y="442"/>
                    <a:pt x="7184" y="343"/>
                    <a:pt x="7184" y="221"/>
                  </a:cubicBezTo>
                  <a:cubicBezTo>
                    <a:pt x="7184" y="99"/>
                    <a:pt x="7084" y="1"/>
                    <a:pt x="6962"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55"/>
            <p:cNvSpPr/>
            <p:nvPr/>
          </p:nvSpPr>
          <p:spPr>
            <a:xfrm>
              <a:off x="6981875" y="2260125"/>
              <a:ext cx="133925" cy="11100"/>
            </a:xfrm>
            <a:custGeom>
              <a:rect b="b" l="l" r="r" t="t"/>
              <a:pathLst>
                <a:path extrusionOk="0" h="444" w="5357">
                  <a:moveTo>
                    <a:pt x="220" y="1"/>
                  </a:moveTo>
                  <a:cubicBezTo>
                    <a:pt x="98" y="1"/>
                    <a:pt x="0" y="100"/>
                    <a:pt x="0" y="222"/>
                  </a:cubicBezTo>
                  <a:cubicBezTo>
                    <a:pt x="0" y="344"/>
                    <a:pt x="98" y="443"/>
                    <a:pt x="220" y="443"/>
                  </a:cubicBezTo>
                  <a:lnTo>
                    <a:pt x="5135" y="443"/>
                  </a:lnTo>
                  <a:cubicBezTo>
                    <a:pt x="5259" y="443"/>
                    <a:pt x="5357" y="344"/>
                    <a:pt x="5357" y="222"/>
                  </a:cubicBezTo>
                  <a:cubicBezTo>
                    <a:pt x="5357" y="100"/>
                    <a:pt x="5257" y="1"/>
                    <a:pt x="5135" y="1"/>
                  </a:cubicBezTo>
                  <a:close/>
                </a:path>
              </a:pathLst>
            </a:custGeom>
            <a:solidFill>
              <a:srgbClr val="3C3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31" name="Google Shape;1031;p55"/>
          <p:cNvCxnSpPr/>
          <p:nvPr/>
        </p:nvCxnSpPr>
        <p:spPr>
          <a:xfrm flipH="1" rot="10800000">
            <a:off x="414963" y="2907996"/>
            <a:ext cx="2657700" cy="5400"/>
          </a:xfrm>
          <a:prstGeom prst="straightConnector1">
            <a:avLst/>
          </a:prstGeom>
          <a:noFill/>
          <a:ln cap="flat" cmpd="sng" w="20500">
            <a:solidFill>
              <a:schemeClr val="accent4"/>
            </a:solidFill>
            <a:prstDash val="solid"/>
            <a:round/>
            <a:headEnd len="med" w="med" type="none"/>
            <a:tailEnd len="med" w="med" type="none"/>
          </a:ln>
        </p:spPr>
      </p:cxnSp>
      <p:cxnSp>
        <p:nvCxnSpPr>
          <p:cNvPr id="1032" name="Google Shape;1032;p55"/>
          <p:cNvCxnSpPr/>
          <p:nvPr/>
        </p:nvCxnSpPr>
        <p:spPr>
          <a:xfrm flipH="1" rot="10800000">
            <a:off x="3243152" y="2907996"/>
            <a:ext cx="2657700" cy="5400"/>
          </a:xfrm>
          <a:prstGeom prst="straightConnector1">
            <a:avLst/>
          </a:prstGeom>
          <a:noFill/>
          <a:ln cap="flat" cmpd="sng" w="20500">
            <a:solidFill>
              <a:schemeClr val="accent4"/>
            </a:solidFill>
            <a:prstDash val="solid"/>
            <a:round/>
            <a:headEnd len="med" w="med" type="none"/>
            <a:tailEnd len="med" w="med" type="none"/>
          </a:ln>
        </p:spPr>
      </p:cxnSp>
      <p:cxnSp>
        <p:nvCxnSpPr>
          <p:cNvPr id="1033" name="Google Shape;1033;p55"/>
          <p:cNvCxnSpPr/>
          <p:nvPr/>
        </p:nvCxnSpPr>
        <p:spPr>
          <a:xfrm flipH="1" rot="10800000">
            <a:off x="6071342" y="2907996"/>
            <a:ext cx="2657700" cy="5400"/>
          </a:xfrm>
          <a:prstGeom prst="straightConnector1">
            <a:avLst/>
          </a:prstGeom>
          <a:noFill/>
          <a:ln cap="flat" cmpd="sng" w="20500">
            <a:solidFill>
              <a:schemeClr val="accent4"/>
            </a:solidFill>
            <a:prstDash val="solid"/>
            <a:round/>
            <a:headEnd len="med" w="med" type="none"/>
            <a:tailEnd len="med" w="med" type="none"/>
          </a:ln>
        </p:spPr>
      </p:cxnSp>
      <p:sp>
        <p:nvSpPr>
          <p:cNvPr id="1034" name="Google Shape;1034;p55"/>
          <p:cNvSpPr txBox="1"/>
          <p:nvPr>
            <p:ph idx="1" type="subTitle"/>
          </p:nvPr>
        </p:nvSpPr>
        <p:spPr>
          <a:xfrm>
            <a:off x="429000" y="2338650"/>
            <a:ext cx="2629800" cy="466200"/>
          </a:xfrm>
          <a:prstGeom prst="rect">
            <a:avLst/>
          </a:prstGeom>
        </p:spPr>
        <p:txBody>
          <a:bodyPr anchorCtr="0" anchor="b" bIns="91425" lIns="91425" spcFirstLastPara="1" rIns="91425" wrap="square" tIns="91425">
            <a:noAutofit/>
          </a:bodyPr>
          <a:lstStyle/>
          <a:p>
            <a:pPr indent="0" lvl="0" marL="0" rtl="0" algn="ctr">
              <a:lnSpc>
                <a:spcPct val="80000"/>
              </a:lnSpc>
              <a:spcBef>
                <a:spcPts val="0"/>
              </a:spcBef>
              <a:spcAft>
                <a:spcPts val="0"/>
              </a:spcAft>
              <a:buSzPts val="770"/>
              <a:buNone/>
            </a:pPr>
            <a:r>
              <a:rPr lang="en" sz="2000"/>
              <a:t>PROPOSE</a:t>
            </a:r>
            <a:endParaRPr sz="2000"/>
          </a:p>
        </p:txBody>
      </p:sp>
      <p:sp>
        <p:nvSpPr>
          <p:cNvPr id="1035" name="Google Shape;1035;p55"/>
          <p:cNvSpPr txBox="1"/>
          <p:nvPr>
            <p:ph idx="2" type="subTitle"/>
          </p:nvPr>
        </p:nvSpPr>
        <p:spPr>
          <a:xfrm>
            <a:off x="3257188" y="2434175"/>
            <a:ext cx="2629800" cy="4662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CONSTRAIN</a:t>
            </a:r>
            <a:endParaRPr sz="2000"/>
          </a:p>
        </p:txBody>
      </p:sp>
      <p:sp>
        <p:nvSpPr>
          <p:cNvPr id="1036" name="Google Shape;1036;p55"/>
          <p:cNvSpPr txBox="1"/>
          <p:nvPr>
            <p:ph idx="3" type="subTitle"/>
          </p:nvPr>
        </p:nvSpPr>
        <p:spPr>
          <a:xfrm>
            <a:off x="6085388" y="2434175"/>
            <a:ext cx="2629800" cy="466200"/>
          </a:xfrm>
          <a:prstGeom prst="rect">
            <a:avLst/>
          </a:prstGeom>
        </p:spPr>
        <p:txBody>
          <a:bodyPr anchorCtr="0" anchor="b" bIns="91425" lIns="91425" spcFirstLastPara="1" rIns="91425" wrap="square" tIns="91425">
            <a:noAutofit/>
          </a:bodyPr>
          <a:lstStyle/>
          <a:p>
            <a:pPr indent="0" lvl="0" marL="0" marR="0" rtl="0" algn="ctr">
              <a:lnSpc>
                <a:spcPct val="80000"/>
              </a:lnSpc>
              <a:spcBef>
                <a:spcPts val="0"/>
              </a:spcBef>
              <a:spcAft>
                <a:spcPts val="0"/>
              </a:spcAft>
              <a:buSzPts val="770"/>
              <a:buNone/>
            </a:pPr>
            <a:r>
              <a:rPr lang="en" sz="2000"/>
              <a:t>APPROVE</a:t>
            </a:r>
            <a:endParaRPr sz="2000"/>
          </a:p>
        </p:txBody>
      </p:sp>
      <p:sp>
        <p:nvSpPr>
          <p:cNvPr id="1037" name="Google Shape;1037;p55"/>
          <p:cNvSpPr txBox="1"/>
          <p:nvPr>
            <p:ph idx="4" type="subTitle"/>
          </p:nvPr>
        </p:nvSpPr>
        <p:spPr>
          <a:xfrm>
            <a:off x="6085400" y="2913400"/>
            <a:ext cx="2629800" cy="17499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600"/>
              <a:t>A human approves the exact plan before controlled execution.</a:t>
            </a:r>
            <a:endParaRPr sz="1600">
              <a:solidFill>
                <a:srgbClr val="D9D9D9"/>
              </a:solidFill>
            </a:endParaRPr>
          </a:p>
        </p:txBody>
      </p:sp>
      <p:sp>
        <p:nvSpPr>
          <p:cNvPr id="1038" name="Google Shape;1038;p55"/>
          <p:cNvSpPr txBox="1"/>
          <p:nvPr>
            <p:ph idx="5" type="subTitle"/>
          </p:nvPr>
        </p:nvSpPr>
        <p:spPr>
          <a:xfrm>
            <a:off x="3257200" y="2913400"/>
            <a:ext cx="2629800" cy="17499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600"/>
              <a:t>Policy limits regions, VM sizes, access, and resource count.</a:t>
            </a:r>
            <a:endParaRPr sz="1600"/>
          </a:p>
        </p:txBody>
      </p:sp>
      <p:sp>
        <p:nvSpPr>
          <p:cNvPr id="1039" name="Google Shape;1039;p55"/>
          <p:cNvSpPr txBox="1"/>
          <p:nvPr>
            <p:ph idx="6" type="subTitle"/>
          </p:nvPr>
        </p:nvSpPr>
        <p:spPr>
          <a:xfrm>
            <a:off x="429000" y="2913325"/>
            <a:ext cx="2629800" cy="174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The agent drafts a change and explains the plan.</a:t>
            </a:r>
            <a:endParaRPr sz="16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56"/>
          <p:cNvSpPr txBox="1"/>
          <p:nvPr>
            <p:ph type="title"/>
          </p:nvPr>
        </p:nvSpPr>
        <p:spPr>
          <a:xfrm>
            <a:off x="866675" y="360750"/>
            <a:ext cx="60423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800"/>
              <a:t>IAC and AI agent</a:t>
            </a:r>
            <a:endParaRPr sz="2800"/>
          </a:p>
        </p:txBody>
      </p:sp>
      <p:pic>
        <p:nvPicPr>
          <p:cNvPr id="1044" name="Google Shape;1044;p56"/>
          <p:cNvPicPr preferRelativeResize="0"/>
          <p:nvPr/>
        </p:nvPicPr>
        <p:blipFill>
          <a:blip r:embed="rId3">
            <a:alphaModFix/>
          </a:blip>
          <a:stretch>
            <a:fillRect/>
          </a:stretch>
        </p:blipFill>
        <p:spPr>
          <a:xfrm>
            <a:off x="2834250" y="1150875"/>
            <a:ext cx="5583375" cy="37222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57"/>
          <p:cNvSpPr txBox="1"/>
          <p:nvPr>
            <p:ph idx="1" type="subTitle"/>
          </p:nvPr>
        </p:nvSpPr>
        <p:spPr>
          <a:xfrm>
            <a:off x="1011150" y="1013099"/>
            <a:ext cx="7121700" cy="16551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lang="en" sz="3000">
                <a:solidFill>
                  <a:schemeClr val="lt2"/>
                </a:solidFill>
              </a:rPr>
              <a:t>Reliable automation makes the safe process repeatable.</a:t>
            </a:r>
            <a:endParaRPr sz="3000">
              <a:solidFill>
                <a:schemeClr val="lt2"/>
              </a:solidFill>
            </a:endParaRPr>
          </a:p>
        </p:txBody>
      </p:sp>
      <p:cxnSp>
        <p:nvCxnSpPr>
          <p:cNvPr id="1049" name="Google Shape;1049;p57"/>
          <p:cNvCxnSpPr/>
          <p:nvPr/>
        </p:nvCxnSpPr>
        <p:spPr>
          <a:xfrm>
            <a:off x="1011150" y="2797603"/>
            <a:ext cx="7121700" cy="0"/>
          </a:xfrm>
          <a:prstGeom prst="straightConnector1">
            <a:avLst/>
          </a:prstGeom>
          <a:noFill/>
          <a:ln cap="flat" cmpd="sng" w="19050">
            <a:solidFill>
              <a:schemeClr val="accent4"/>
            </a:solidFill>
            <a:prstDash val="solid"/>
            <a:round/>
            <a:headEnd len="med" w="med" type="none"/>
            <a:tailEnd len="med" w="med" type="non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58"/>
          <p:cNvSpPr txBox="1"/>
          <p:nvPr>
            <p:ph idx="1" type="subTitle"/>
          </p:nvPr>
        </p:nvSpPr>
        <p:spPr>
          <a:xfrm>
            <a:off x="718750" y="1144700"/>
            <a:ext cx="7121700" cy="1595400"/>
          </a:xfrm>
          <a:prstGeom prst="rect">
            <a:avLst/>
          </a:prstGeom>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lang="en" sz="3200"/>
              <a:t>Thank You !!</a:t>
            </a:r>
            <a:endParaRPr sz="3200"/>
          </a:p>
        </p:txBody>
      </p:sp>
      <p:sp>
        <p:nvSpPr>
          <p:cNvPr id="1055" name="Google Shape;1055;p58"/>
          <p:cNvSpPr txBox="1"/>
          <p:nvPr>
            <p:ph idx="2" type="subTitle"/>
          </p:nvPr>
        </p:nvSpPr>
        <p:spPr>
          <a:xfrm>
            <a:off x="1011150" y="2926988"/>
            <a:ext cx="7121700" cy="5319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200"/>
              <a:t>Let automation handle repetition, so people can focus on better decisions.</a:t>
            </a:r>
            <a:endParaRPr sz="2200"/>
          </a:p>
        </p:txBody>
      </p:sp>
      <p:cxnSp>
        <p:nvCxnSpPr>
          <p:cNvPr id="1056" name="Google Shape;1056;p58"/>
          <p:cNvCxnSpPr/>
          <p:nvPr/>
        </p:nvCxnSpPr>
        <p:spPr>
          <a:xfrm>
            <a:off x="1011150" y="2797603"/>
            <a:ext cx="7121700" cy="0"/>
          </a:xfrm>
          <a:prstGeom prst="straightConnector1">
            <a:avLst/>
          </a:prstGeom>
          <a:noFill/>
          <a:ln cap="flat" cmpd="sng" w="19050">
            <a:solidFill>
              <a:schemeClr val="accent4"/>
            </a:solidFill>
            <a:prstDash val="solid"/>
            <a:round/>
            <a:headEnd len="med" w="med" type="none"/>
            <a:tailEnd len="med" w="med" type="none"/>
          </a:ln>
        </p:spPr>
      </p:cxnSp>
      <p:pic>
        <p:nvPicPr>
          <p:cNvPr id="1057" name="Google Shape;1057;p58" title="نشانه تکرنگ سیاه (1).png"/>
          <p:cNvPicPr preferRelativeResize="0"/>
          <p:nvPr/>
        </p:nvPicPr>
        <p:blipFill rotWithShape="1">
          <a:blip r:embed="rId3">
            <a:alphaModFix/>
          </a:blip>
          <a:srcRect b="26737" l="14217" r="60953" t="28656"/>
          <a:stretch/>
        </p:blipFill>
        <p:spPr>
          <a:xfrm>
            <a:off x="7325850" y="4304250"/>
            <a:ext cx="797855" cy="806250"/>
          </a:xfrm>
          <a:prstGeom prst="rect">
            <a:avLst/>
          </a:prstGeom>
          <a:noFill/>
          <a:ln>
            <a:noFill/>
          </a:ln>
        </p:spPr>
      </p:pic>
      <p:pic>
        <p:nvPicPr>
          <p:cNvPr id="1058" name="Google Shape;1058;p58" title="IMG_20260924_181219.jpg.png"/>
          <p:cNvPicPr preferRelativeResize="0"/>
          <p:nvPr/>
        </p:nvPicPr>
        <p:blipFill>
          <a:blip r:embed="rId4">
            <a:alphaModFix/>
          </a:blip>
          <a:stretch>
            <a:fillRect/>
          </a:stretch>
        </p:blipFill>
        <p:spPr>
          <a:xfrm>
            <a:off x="7920149" y="3313115"/>
            <a:ext cx="2012824" cy="26837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F3F6F8"/>
      </a:lt2>
      <a:accent1>
        <a:srgbClr val="0B0D31"/>
      </a:accent1>
      <a:accent2>
        <a:srgbClr val="0A3D77"/>
      </a:accent2>
      <a:accent3>
        <a:srgbClr val="7EC8F3"/>
      </a:accent3>
      <a:accent4>
        <a:srgbClr val="F7941D"/>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