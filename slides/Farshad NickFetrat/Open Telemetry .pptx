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5143500" cx="9144000"/>
  <p:notesSz cx="6858000" cy="9144000"/>
  <p:embeddedFontLst>
    <p:embeddedFont>
      <p:font typeface="Outfit ExtraBold"/>
      <p:bold r:id="rId44"/>
    </p:embeddedFont>
    <p:embeddedFont>
      <p:font typeface="Outfit Black"/>
      <p:bold r:id="rId45"/>
    </p:embeddedFont>
    <p:embeddedFont>
      <p:font typeface="Outfit"/>
      <p:regular r:id="rId46"/>
      <p:bold r:id="rId47"/>
    </p:embeddedFont>
    <p:embeddedFont>
      <p:font typeface="Outfit Medium"/>
      <p:regular r:id="rId48"/>
      <p:bold r:id="rId49"/>
    </p:embeddedFont>
    <p:embeddedFont>
      <p:font typeface="Outfit SemiBold"/>
      <p:regular r:id="rId50"/>
      <p:bold r:id="rId51"/>
    </p:embeddedFont>
    <p:embeddedFont>
      <p:font typeface="Alexandria Black"/>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OutfitExtraBold-bold.fntdata"/><Relationship Id="rId43" Type="http://schemas.openxmlformats.org/officeDocument/2006/relationships/slide" Target="slides/slide36.xml"/><Relationship Id="rId46" Type="http://schemas.openxmlformats.org/officeDocument/2006/relationships/font" Target="fonts/Outfit-regular.fntdata"/><Relationship Id="rId45" Type="http://schemas.openxmlformats.org/officeDocument/2006/relationships/font" Target="fonts/Outfit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OutfitMedium-regular.fntdata"/><Relationship Id="rId47" Type="http://schemas.openxmlformats.org/officeDocument/2006/relationships/font" Target="fonts/Outfit-bold.fntdata"/><Relationship Id="rId49" Type="http://schemas.openxmlformats.org/officeDocument/2006/relationships/font" Target="fonts/OutfitMedium-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OutfitSemiBold-bold.fntdata"/><Relationship Id="rId50" Type="http://schemas.openxmlformats.org/officeDocument/2006/relationships/font" Target="fonts/OutfitSemiBold-regular.fntdata"/><Relationship Id="rId52" Type="http://schemas.openxmlformats.org/officeDocument/2006/relationships/font" Target="fonts/AlexandriaBlack-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4cf634ccb272dbbb_12_97: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Suggested pacing: about 30 minutes of teaching plus a 10-minute live demonstration. By the end, students should distinguish scheduling, delivery pipelines, provisioning, and infrastructure as code.</a:t>
            </a:r>
            <a:endParaRPr/>
          </a:p>
        </p:txBody>
      </p:sp>
      <p:sp>
        <p:nvSpPr>
          <p:cNvPr id="334" name="Google Shape;334;h4cf634ccb272dbbb_12_9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589b60dae8ebcd09_157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589b60dae8ebcd09_157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GitLab: 31 January 2017</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happened?</a:t>
            </a:r>
            <a:endParaRPr/>
          </a:p>
          <a:p>
            <a:pPr indent="0" lvl="0" marL="0" rtl="0" algn="l">
              <a:spcBef>
                <a:spcPts val="0"/>
              </a:spcBef>
              <a:spcAft>
                <a:spcPts val="0"/>
              </a:spcAft>
              <a:buNone/>
            </a:pPr>
            <a:r>
              <a:rPr lang="en"/>
              <a:t>GitLab experienced PostgreSQL database replication problems.</a:t>
            </a:r>
            <a:endParaRPr/>
          </a:p>
          <a:p>
            <a:pPr indent="0" lvl="0" marL="0" rtl="0" algn="l">
              <a:spcBef>
                <a:spcPts val="0"/>
              </a:spcBef>
              <a:spcAft>
                <a:spcPts val="0"/>
              </a:spcAft>
              <a:buNone/>
            </a:pPr>
            <a:r>
              <a:rPr lang="en"/>
              <a:t>An engineer attempted to fix the issue by removing data from a secondary database.</a:t>
            </a:r>
            <a:endParaRPr/>
          </a:p>
          <a:p>
            <a:pPr indent="0" lvl="0" marL="0" rtl="0" algn="l">
              <a:spcBef>
                <a:spcPts val="0"/>
              </a:spcBef>
              <a:spcAft>
                <a:spcPts val="0"/>
              </a:spcAft>
              <a:buNone/>
            </a:pPr>
            <a:r>
              <a:rPr lang="en"/>
              <a:t>By mistake, the engineer executed rm -rf on the primary production database.</a:t>
            </a:r>
            <a:endParaRPr/>
          </a:p>
          <a:p>
            <a:pPr indent="0" lvl="0" marL="0" rtl="0" algn="l">
              <a:spcBef>
                <a:spcPts val="0"/>
              </a:spcBef>
              <a:spcAft>
                <a:spcPts val="0"/>
              </a:spcAft>
              <a:buNone/>
            </a:pPr>
            <a:r>
              <a:rPr lang="en"/>
              <a:t>Approximately 300 GB of production data was deleted.</a:t>
            </a:r>
            <a:endParaRPr/>
          </a:p>
          <a:p>
            <a:pPr indent="0" lvl="0" marL="0" rtl="0" algn="l">
              <a:spcBef>
                <a:spcPts val="0"/>
              </a:spcBef>
              <a:spcAft>
                <a:spcPts val="0"/>
              </a:spcAft>
              <a:buNone/>
            </a:pPr>
            <a:r>
              <a:rPr lang="en"/>
              <a:t>Backup systems failed to provide a recent, reliable recovery point.</a:t>
            </a:r>
            <a:endParaRPr/>
          </a:p>
          <a:p>
            <a:pPr indent="0" lvl="0" marL="0" rtl="0" algn="l">
              <a:spcBef>
                <a:spcPts val="0"/>
              </a:spcBef>
              <a:spcAft>
                <a:spcPts val="0"/>
              </a:spcAft>
              <a:buNone/>
            </a:pPr>
            <a:r>
              <a:rPr lang="en"/>
              <a:t>Impact</a:t>
            </a:r>
            <a:endParaRPr/>
          </a:p>
          <a:p>
            <a:pPr indent="0" lvl="0" marL="0" rtl="0" algn="l">
              <a:spcBef>
                <a:spcPts val="0"/>
              </a:spcBef>
              <a:spcAft>
                <a:spcPts val="0"/>
              </a:spcAft>
              <a:buNone/>
            </a:pPr>
            <a:r>
              <a:rPr lang="en"/>
              <a:t>18 hours of service disruption</a:t>
            </a:r>
            <a:endParaRPr/>
          </a:p>
          <a:p>
            <a:pPr indent="0" lvl="0" marL="0" rtl="0" algn="l">
              <a:spcBef>
                <a:spcPts val="0"/>
              </a:spcBef>
              <a:spcAft>
                <a:spcPts val="0"/>
              </a:spcAft>
              <a:buNone/>
            </a:pPr>
            <a:r>
              <a:rPr lang="en"/>
              <a:t>Approximately 6 hours of data permanently lost</a:t>
            </a:r>
            <a:endParaRPr/>
          </a:p>
          <a:p>
            <a:pPr indent="0" lvl="0" marL="0" rtl="0" algn="l">
              <a:spcBef>
                <a:spcPts val="0"/>
              </a:spcBef>
              <a:spcAft>
                <a:spcPts val="0"/>
              </a:spcAft>
              <a:buNone/>
            </a:pPr>
            <a:r>
              <a:rPr lang="en"/>
              <a:t>Around 5,000 projects and 5,000 comments affected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Root causes</a:t>
            </a:r>
            <a:endParaRPr/>
          </a:p>
          <a:p>
            <a:pPr indent="0" lvl="0" marL="0" rtl="0" algn="l">
              <a:spcBef>
                <a:spcPts val="0"/>
              </a:spcBef>
              <a:spcAft>
                <a:spcPts val="0"/>
              </a:spcAft>
              <a:buNone/>
            </a:pPr>
            <a:r>
              <a:rPr lang="en"/>
              <a:t>Human error during manual operations</a:t>
            </a:r>
            <a:endParaRPr/>
          </a:p>
          <a:p>
            <a:pPr indent="0" lvl="0" marL="0" rtl="0" algn="l">
              <a:spcBef>
                <a:spcPts val="0"/>
              </a:spcBef>
              <a:spcAft>
                <a:spcPts val="0"/>
              </a:spcAft>
              <a:buNone/>
            </a:pPr>
            <a:r>
              <a:rPr lang="en"/>
              <a:t>Insufficient safeguards against destructive commands</a:t>
            </a:r>
            <a:endParaRPr/>
          </a:p>
          <a:p>
            <a:pPr indent="0" lvl="0" marL="0" rtl="0" algn="l">
              <a:spcBef>
                <a:spcPts val="0"/>
              </a:spcBef>
              <a:spcAft>
                <a:spcPts val="0"/>
              </a:spcAft>
              <a:buNone/>
            </a:pPr>
            <a:r>
              <a:rPr lang="en"/>
              <a:t>Unreliable and untested backup procedures</a:t>
            </a:r>
            <a:endParaRPr/>
          </a:p>
          <a:p>
            <a:pPr indent="0" lvl="0" marL="0" rtl="0" algn="l">
              <a:spcBef>
                <a:spcPts val="0"/>
              </a:spcBef>
              <a:spcAft>
                <a:spcPts val="0"/>
              </a:spcAft>
              <a:buNone/>
            </a:pPr>
            <a:r>
              <a:rPr lang="en"/>
              <a:t>Lack of automated recovery validation</a:t>
            </a:r>
            <a:endParaRPr/>
          </a:p>
          <a:p>
            <a:pPr indent="0" lvl="0" marL="0" rtl="0" algn="l">
              <a:spcBef>
                <a:spcPts val="0"/>
              </a:spcBef>
              <a:spcAft>
                <a:spcPts val="0"/>
              </a:spcAft>
              <a:buNone/>
            </a:pPr>
            <a:r>
              <a:rPr lang="en"/>
              <a:t>Key lesson for automation:</a:t>
            </a:r>
            <a:endParaRPr/>
          </a:p>
          <a:p>
            <a:pPr indent="0" lvl="0" marL="0" rtl="0" algn="l">
              <a:spcBef>
                <a:spcPts val="0"/>
              </a:spcBef>
              <a:spcAft>
                <a:spcPts val="0"/>
              </a:spcAft>
              <a:buNone/>
            </a:pPr>
            <a:r>
              <a:rPr lang="en"/>
              <a:t>One wrong command caused the incident, but missing safeguards and unreliable backups turned it into a disaster.</a:t>
            </a:r>
            <a:endParaRPr/>
          </a:p>
          <a:p>
            <a:pPr indent="0" lvl="0" marL="0" rtl="0" algn="l">
              <a:spcBef>
                <a:spcPts val="0"/>
              </a:spcBef>
              <a:spcAft>
                <a:spcPts val="0"/>
              </a:spcAft>
              <a:buNone/>
            </a:pPr>
            <a:r>
              <a:rPr lang="en"/>
              <a:t>Official report: GitLab Incident Postmortem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5689c7e136c40099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4cf634ccb272dbbb_12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h4cf634ccb272dbbb_12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4cf634ccb272dbbb_1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h4cf634ccb272dbbb_12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5689c7e136c40099_0_3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5689c7e136c4009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h5689c7e136c40099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5689c7e136c4009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h5689c7e136c40099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5689c7e136c40099_0_1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5689c7e136c40099_0_1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4cf634ccb272dbbb_12_19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students what failed in each story. Knight combined a manual deployment gap with rapid automated execution. GitLab combined a destructive manual action with broken backup automation. The common problem was missing controls around operations. Avoid claiming that automation alone guarantees safety.</a:t>
            </a:r>
            <a:endParaRPr/>
          </a:p>
        </p:txBody>
      </p:sp>
      <p:sp>
        <p:nvSpPr>
          <p:cNvPr id="408" name="Google Shape;408;h4cf634ccb272dbbb_12_19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2d1b6177633482a9_0_885: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students what failed in each story. Knight combined a manual deployment gap with rapid automated execution. GitLab combined a destructive manual action with broken backup automation. The common problem was missing controls around operations. Avoid claiming that automation alone guarantees safety.</a:t>
            </a:r>
            <a:endParaRPr/>
          </a:p>
        </p:txBody>
      </p:sp>
      <p:sp>
        <p:nvSpPr>
          <p:cNvPr id="415" name="Google Shape;415;h2d1b6177633482a9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4cf634ccb272dbbb_12_103: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Open with the story before introducing the topic. A technician missed one of eight servers during deployment. Legacy code responded to the new flag. The trading system rapidly built unwanted positions. The SEC reports a $460 million realized loss, while early reporting often used $440 million. Lesson: use verified deployment automation with risk limits. These are proposed controls, not proof that any one tool would have prevented the incident.</a:t>
            </a:r>
            <a:endParaRPr/>
          </a:p>
          <a:p>
            <a:pPr indent="0" lvl="0" marL="0" rtl="0" algn="l">
              <a:lnSpc>
                <a:spcPct val="100000"/>
              </a:lnSpc>
              <a:spcBef>
                <a:spcPts val="0"/>
              </a:spcBef>
              <a:spcAft>
                <a:spcPts val="0"/>
              </a:spcAft>
              <a:buSzPts val="1100"/>
              <a:buNone/>
            </a:pPr>
            <a:r>
              <a:rPr lang="en"/>
              <a:t>Source: https://www.sec.gov/litigation/admin/2013/34-70694.pdf</a:t>
            </a:r>
            <a:endParaRPr/>
          </a:p>
        </p:txBody>
      </p:sp>
      <p:sp>
        <p:nvSpPr>
          <p:cNvPr id="422" name="Google Shape;422;h4cf634ccb272dbbb_1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h589b60dae8ebcd09_13_625: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Steam-powered machinery helped reshape industrial production. Later factory control systems added feedback and automated sequencing. Software extended this idea to digital operations. This is a conceptual history, not a claim that each phase replaced the previous one.</a:t>
            </a:r>
            <a:endParaRPr/>
          </a:p>
          <a:p>
            <a:pPr indent="0" lvl="0" marL="0" rtl="0" algn="l">
              <a:lnSpc>
                <a:spcPct val="100000"/>
              </a:lnSpc>
              <a:spcBef>
                <a:spcPts val="0"/>
              </a:spcBef>
              <a:spcAft>
                <a:spcPts val="0"/>
              </a:spcAft>
              <a:buSzPts val="1100"/>
              <a:buNone/>
            </a:pPr>
            <a:r>
              <a:rPr lang="en"/>
              <a:t>Source: https://blog.sciencemuseum.org.uk/steaming-through-the-centuries/</a:t>
            </a:r>
            <a:endParaRPr/>
          </a:p>
        </p:txBody>
      </p:sp>
      <p:sp>
        <p:nvSpPr>
          <p:cNvPr id="446" name="Google Shape;446;h589b60dae8ebcd09_13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h2d1b6177633482a9_0_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Steam-powered machinery helped reshape industrial production. Later factory control systems added feedback and automated sequencing. Software extended this idea to digital operations. This is a conceptual history, not a claim that each phase replaced the previous one.</a:t>
            </a:r>
            <a:endParaRPr/>
          </a:p>
          <a:p>
            <a:pPr indent="0" lvl="0" marL="0" rtl="0" algn="l">
              <a:lnSpc>
                <a:spcPct val="100000"/>
              </a:lnSpc>
              <a:spcBef>
                <a:spcPts val="0"/>
              </a:spcBef>
              <a:spcAft>
                <a:spcPts val="0"/>
              </a:spcAft>
              <a:buSzPts val="1100"/>
              <a:buNone/>
            </a:pPr>
            <a:r>
              <a:rPr lang="en"/>
              <a:t>Source: https://blog.sciencemuseum.org.uk/steaming-through-the-centuries/</a:t>
            </a:r>
            <a:endParaRPr/>
          </a:p>
        </p:txBody>
      </p:sp>
      <p:sp>
        <p:nvSpPr>
          <p:cNvPr id="457" name="Google Shape;457;h2d1b6177633482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589b60dae8ebcd09_13_565: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Steam-powered machinery helped reshape industrial production. Later factory control systems added feedback and automated sequencing. Software extended this idea to digital operations. This is a conceptual history, not a claim that each phase replaced the previous one.</a:t>
            </a:r>
            <a:endParaRPr/>
          </a:p>
          <a:p>
            <a:pPr indent="0" lvl="0" marL="0" rtl="0" algn="l">
              <a:lnSpc>
                <a:spcPct val="100000"/>
              </a:lnSpc>
              <a:spcBef>
                <a:spcPts val="0"/>
              </a:spcBef>
              <a:spcAft>
                <a:spcPts val="0"/>
              </a:spcAft>
              <a:buSzPts val="1100"/>
              <a:buNone/>
            </a:pPr>
            <a:r>
              <a:rPr lang="en"/>
              <a:t>Source: https://blog.sciencemuseum.org.uk/steaming-through-the-centuries/</a:t>
            </a:r>
            <a:endParaRPr/>
          </a:p>
        </p:txBody>
      </p:sp>
      <p:sp>
        <p:nvSpPr>
          <p:cNvPr id="465" name="Google Shape;465;h589b60dae8ebcd09_13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2d1b6177633482a9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h2d1b6177633482a9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2d1b6177633482a9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h2d1b6177633482a9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h589b60dae8ebcd09_1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h589b60dae8ebcd09_1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h589b60dae8ebcd09_13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h589b60dae8ebcd09_13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h589b60dae8ebcd09_136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h589b60dae8ebcd09_136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589b60dae8ebcd09_107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h589b60dae8ebcd09_107_5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4cf634ccb272dbbb_12_266: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https://www.youtube.com/watch?v=D4qJ-QJO-WE</a:t>
            </a:r>
            <a:endParaRPr/>
          </a:p>
          <a:p>
            <a:pPr indent="0" lvl="0" marL="0" rtl="0" algn="l">
              <a:lnSpc>
                <a:spcPct val="100000"/>
              </a:lnSpc>
              <a:spcBef>
                <a:spcPts val="0"/>
              </a:spcBef>
              <a:spcAft>
                <a:spcPts val="0"/>
              </a:spcAft>
              <a:buSzPts val="1100"/>
              <a:buNone/>
            </a:pPr>
            <a:r>
              <a:rPr lang="en"/>
              <a:t>Adapted from the video slide at approximately 4:25–5:11. Content fitted to the presentation theme.</a:t>
            </a:r>
            <a:endParaRPr/>
          </a:p>
        </p:txBody>
      </p:sp>
      <p:sp>
        <p:nvSpPr>
          <p:cNvPr id="563" name="Google Shape;563;h4cf634ccb272dbbb_12_26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589b60dae8ebcd09_107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h589b60dae8ebcd09_107_5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SLIDES_API1258527232_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https://www.youtube.com/watch?v=D4qJ-QJO-WE</a:t>
            </a:r>
            <a:endParaRPr/>
          </a:p>
          <a:p>
            <a:pPr indent="0" lvl="0" marL="0" rtl="0" algn="l">
              <a:lnSpc>
                <a:spcPct val="100000"/>
              </a:lnSpc>
              <a:spcBef>
                <a:spcPts val="0"/>
              </a:spcBef>
              <a:spcAft>
                <a:spcPts val="0"/>
              </a:spcAft>
              <a:buSzPts val="1100"/>
              <a:buNone/>
            </a:pPr>
            <a:r>
              <a:rPr lang="en"/>
              <a:t>Adapted from 1:46–3:10. Content fitted to the presentation framework.</a:t>
            </a:r>
            <a:endParaRPr/>
          </a:p>
        </p:txBody>
      </p:sp>
      <p:sp>
        <p:nvSpPr>
          <p:cNvPr id="583" name="Google Shape;583;SLIDES_API125852723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h589b60dae8ebcd09_157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h589b60dae8ebcd09_157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SLIDES_API1258527232_3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https://www.youtube.com/watch?v=D4qJ-QJO-WE</a:t>
            </a:r>
            <a:endParaRPr/>
          </a:p>
          <a:p>
            <a:pPr indent="0" lvl="0" marL="0" rtl="0" algn="l">
              <a:lnSpc>
                <a:spcPct val="100000"/>
              </a:lnSpc>
              <a:spcBef>
                <a:spcPts val="0"/>
              </a:spcBef>
              <a:spcAft>
                <a:spcPts val="0"/>
              </a:spcAft>
              <a:buSzPts val="1100"/>
              <a:buNone/>
            </a:pPr>
            <a:r>
              <a:rPr lang="en"/>
              <a:t>Adapted from 10:13–20:25. Content fitted to the presentation framework.</a:t>
            </a:r>
            <a:endParaRPr/>
          </a:p>
        </p:txBody>
      </p:sp>
      <p:sp>
        <p:nvSpPr>
          <p:cNvPr id="622" name="Google Shape;622;SLIDES_API125852723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SLIDES_API1258527232_5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https://www.youtube.com/watch?v=D4qJ-QJO-WE</a:t>
            </a:r>
            <a:endParaRPr/>
          </a:p>
          <a:p>
            <a:pPr indent="0" lvl="0" marL="0" rtl="0" algn="l">
              <a:lnSpc>
                <a:spcPct val="100000"/>
              </a:lnSpc>
              <a:spcBef>
                <a:spcPts val="0"/>
              </a:spcBef>
              <a:spcAft>
                <a:spcPts val="0"/>
              </a:spcAft>
              <a:buSzPts val="1100"/>
              <a:buNone/>
            </a:pPr>
            <a:r>
              <a:rPr lang="en"/>
              <a:t>Adapted from 18:54–21:59. Content fitted to the presentation framework.</a:t>
            </a:r>
            <a:endParaRPr/>
          </a:p>
        </p:txBody>
      </p:sp>
      <p:sp>
        <p:nvSpPr>
          <p:cNvPr id="633" name="Google Shape;633;SLIDES_API125852723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SLIDES_API1258527232_80: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https://www.youtube.com/watch?v=D4qJ-QJO-WE</a:t>
            </a:r>
            <a:endParaRPr/>
          </a:p>
          <a:p>
            <a:pPr indent="0" lvl="0" marL="0" rtl="0" algn="l">
              <a:lnSpc>
                <a:spcPct val="100000"/>
              </a:lnSpc>
              <a:spcBef>
                <a:spcPts val="0"/>
              </a:spcBef>
              <a:spcAft>
                <a:spcPts val="0"/>
              </a:spcAft>
              <a:buSzPts val="1100"/>
              <a:buNone/>
            </a:pPr>
            <a:r>
              <a:rPr lang="en"/>
              <a:t>Adapted from 29:44–30:42. Content fitted to the presentation framework.</a:t>
            </a:r>
            <a:endParaRPr/>
          </a:p>
        </p:txBody>
      </p:sp>
      <p:sp>
        <p:nvSpPr>
          <p:cNvPr id="644" name="Google Shape;644;SLIDES_API125852723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SLIDES_API1621323580_58: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Sources:</a:t>
            </a:r>
            <a:endParaRPr/>
          </a:p>
          <a:p>
            <a:pPr indent="0" lvl="0" marL="0" rtl="0" algn="l">
              <a:lnSpc>
                <a:spcPct val="100000"/>
              </a:lnSpc>
              <a:spcBef>
                <a:spcPts val="0"/>
              </a:spcBef>
              <a:spcAft>
                <a:spcPts val="0"/>
              </a:spcAft>
              <a:buSzPts val="1100"/>
              <a:buNone/>
            </a:pPr>
            <a:r>
              <a:rPr lang="en"/>
              <a:t>https://grafana.com/docs/alloy/latest/introduction/</a:t>
            </a:r>
            <a:endParaRPr/>
          </a:p>
          <a:p>
            <a:pPr indent="0" lvl="0" marL="0" rtl="0" algn="l">
              <a:lnSpc>
                <a:spcPct val="100000"/>
              </a:lnSpc>
              <a:spcBef>
                <a:spcPts val="0"/>
              </a:spcBef>
              <a:spcAft>
                <a:spcPts val="0"/>
              </a:spcAft>
              <a:buSzPts val="1100"/>
              <a:buNone/>
            </a:pPr>
            <a:r>
              <a:rPr lang="en"/>
              <a:t>https://grafana.com/docs/alloy/latest/introduction/why-alloy/</a:t>
            </a:r>
            <a:endParaRPr/>
          </a:p>
          <a:p>
            <a:pPr indent="0" lvl="0" marL="0" rtl="0" algn="l">
              <a:lnSpc>
                <a:spcPct val="100000"/>
              </a:lnSpc>
              <a:spcBef>
                <a:spcPts val="0"/>
              </a:spcBef>
              <a:spcAft>
                <a:spcPts val="0"/>
              </a:spcAft>
              <a:buSzPts val="1100"/>
              <a:buNone/>
            </a:pPr>
            <a:r>
              <a:rPr lang="en"/>
              <a:t>Alloy adds built-in Prometheus pipelines and native support for Loki, Pyroscope, and other observability backends.</a:t>
            </a:r>
            <a:endParaRPr/>
          </a:p>
        </p:txBody>
      </p:sp>
      <p:sp>
        <p:nvSpPr>
          <p:cNvPr id="655" name="Google Shape;655;SLIDES_API162132358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h589b60dae8ebcd09_13_3: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Sources:</a:t>
            </a:r>
            <a:endParaRPr/>
          </a:p>
          <a:p>
            <a:pPr indent="0" lvl="0" marL="0" rtl="0" algn="l">
              <a:lnSpc>
                <a:spcPct val="100000"/>
              </a:lnSpc>
              <a:spcBef>
                <a:spcPts val="0"/>
              </a:spcBef>
              <a:spcAft>
                <a:spcPts val="0"/>
              </a:spcAft>
              <a:buSzPts val="1100"/>
              <a:buNone/>
            </a:pPr>
            <a:r>
              <a:rPr lang="en"/>
              <a:t>https://grafana.com/docs/alloy/latest/introduction/</a:t>
            </a:r>
            <a:endParaRPr/>
          </a:p>
          <a:p>
            <a:pPr indent="0" lvl="0" marL="0" rtl="0" algn="l">
              <a:lnSpc>
                <a:spcPct val="100000"/>
              </a:lnSpc>
              <a:spcBef>
                <a:spcPts val="0"/>
              </a:spcBef>
              <a:spcAft>
                <a:spcPts val="0"/>
              </a:spcAft>
              <a:buSzPts val="1100"/>
              <a:buNone/>
            </a:pPr>
            <a:r>
              <a:rPr lang="en"/>
              <a:t>https://grafana.com/docs/alloy/latest/introduction/why-alloy/</a:t>
            </a:r>
            <a:endParaRPr/>
          </a:p>
          <a:p>
            <a:pPr indent="0" lvl="0" marL="0" rtl="0" algn="l">
              <a:lnSpc>
                <a:spcPct val="100000"/>
              </a:lnSpc>
              <a:spcBef>
                <a:spcPts val="0"/>
              </a:spcBef>
              <a:spcAft>
                <a:spcPts val="0"/>
              </a:spcAft>
              <a:buSzPts val="1100"/>
              <a:buNone/>
            </a:pPr>
            <a:r>
              <a:rPr lang="en"/>
              <a:t>Alloy adds built-in Prometheus pipelines and native support for Loki, Pyroscope, and other observability backends.</a:t>
            </a:r>
            <a:endParaRPr/>
          </a:p>
        </p:txBody>
      </p:sp>
      <p:sp>
        <p:nvSpPr>
          <p:cNvPr id="667" name="Google Shape;667;h589b60dae8ebcd09_1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h4cf634ccb272dbbb_12_761: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Switch to the prepared lab directory. The goal is one Abrak VM in a student sandbox. This presentation does not create cloud resources. Run the lab only using your own authorized account and budget.</a:t>
            </a:r>
            <a:endParaRPr/>
          </a:p>
        </p:txBody>
      </p:sp>
      <p:sp>
        <p:nvSpPr>
          <p:cNvPr id="685" name="Google Shape;685;h4cf634ccb272dbbb_12_7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4cf634ccb272dbbb_12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h4cf634ccb272dbbb_12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589b60dae8ebcd09_157_508: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Sources:</a:t>
            </a:r>
            <a:endParaRPr/>
          </a:p>
          <a:p>
            <a:pPr indent="0" lvl="0" marL="0" rtl="0" algn="l">
              <a:lnSpc>
                <a:spcPct val="100000"/>
              </a:lnSpc>
              <a:spcBef>
                <a:spcPts val="0"/>
              </a:spcBef>
              <a:spcAft>
                <a:spcPts val="0"/>
              </a:spcAft>
              <a:buSzPts val="1100"/>
              <a:buNone/>
            </a:pPr>
            <a:r>
              <a:rPr lang="en"/>
              <a:t>https://grafana.com/docs/alloy/latest/introduction/</a:t>
            </a:r>
            <a:endParaRPr/>
          </a:p>
          <a:p>
            <a:pPr indent="0" lvl="0" marL="0" rtl="0" algn="l">
              <a:lnSpc>
                <a:spcPct val="100000"/>
              </a:lnSpc>
              <a:spcBef>
                <a:spcPts val="0"/>
              </a:spcBef>
              <a:spcAft>
                <a:spcPts val="0"/>
              </a:spcAft>
              <a:buSzPts val="1100"/>
              <a:buNone/>
            </a:pPr>
            <a:r>
              <a:rPr lang="en"/>
              <a:t>https://grafana.com/docs/alloy/latest/introduction/why-alloy/</a:t>
            </a:r>
            <a:endParaRPr/>
          </a:p>
          <a:p>
            <a:pPr indent="0" lvl="0" marL="0" rtl="0" algn="l">
              <a:lnSpc>
                <a:spcPct val="100000"/>
              </a:lnSpc>
              <a:spcBef>
                <a:spcPts val="0"/>
              </a:spcBef>
              <a:spcAft>
                <a:spcPts val="0"/>
              </a:spcAft>
              <a:buSzPts val="1100"/>
              <a:buNone/>
            </a:pPr>
            <a:r>
              <a:rPr lang="en"/>
              <a:t>Alloy adds built-in Prometheus pipelines and native support for Loki, Pyroscope, and other observability backends.</a:t>
            </a:r>
            <a:endParaRPr/>
          </a:p>
        </p:txBody>
      </p:sp>
      <p:sp>
        <p:nvSpPr>
          <p:cNvPr id="696" name="Google Shape;696;h589b60dae8ebcd09_157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h4cf634ccb272dbbb_12_1006:notes"/>
          <p:cNvSpPr txBox="1"/>
          <p:nvPr>
            <p:ph idx="1" type="body"/>
          </p:nvPr>
        </p:nvSpPr>
        <p:spPr>
          <a:xfrm>
            <a:off x="2286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
        <p:nvSpPr>
          <p:cNvPr id="716" name="Google Shape;716;h4cf634ccb272dbbb_12_100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h589b60dae8ebcd09_157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h589b60dae8ebcd09_157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1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2429" y="-12872"/>
            <a:ext cx="9139139" cy="5143499"/>
          </a:xfrm>
          <a:prstGeom prst="rect">
            <a:avLst/>
          </a:prstGeom>
          <a:noFill/>
          <a:ln>
            <a:noFill/>
          </a:ln>
        </p:spPr>
      </p:pic>
      <p:sp>
        <p:nvSpPr>
          <p:cNvPr id="11" name="Google Shape;11;p2"/>
          <p:cNvSpPr txBox="1"/>
          <p:nvPr>
            <p:ph type="ctrTitle"/>
          </p:nvPr>
        </p:nvSpPr>
        <p:spPr>
          <a:xfrm>
            <a:off x="172400" y="837125"/>
            <a:ext cx="7694700" cy="1345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200"/>
              <a:buFont typeface="Outfit Black"/>
              <a:buNone/>
              <a:defRPr b="0" sz="4200">
                <a:solidFill>
                  <a:schemeClr val="lt1"/>
                </a:solidFill>
                <a:latin typeface="Outfit Black"/>
                <a:ea typeface="Outfit Black"/>
                <a:cs typeface="Outfit Black"/>
                <a:sym typeface="Outfit Black"/>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172400" y="1686200"/>
            <a:ext cx="4003200" cy="1022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2100"/>
              <a:buFont typeface="Outfit Medium"/>
              <a:buNone/>
              <a:defRPr sz="2100">
                <a:solidFill>
                  <a:schemeClr val="lt2"/>
                </a:solidFill>
                <a:latin typeface="Outfit Medium"/>
                <a:ea typeface="Outfit Medium"/>
                <a:cs typeface="Outfit Medium"/>
                <a:sym typeface="Outfit Medium"/>
              </a:defRPr>
            </a:lvl1pPr>
            <a:lvl2pPr lvl="1" algn="ctr">
              <a:lnSpc>
                <a:spcPct val="100000"/>
              </a:lnSpc>
              <a:spcBef>
                <a:spcPts val="0"/>
              </a:spcBef>
              <a:spcAft>
                <a:spcPts val="0"/>
              </a:spcAft>
              <a:buClr>
                <a:schemeClr val="lt2"/>
              </a:buClr>
              <a:buSzPts val="2800"/>
              <a:buNone/>
              <a:defRPr sz="2800">
                <a:solidFill>
                  <a:schemeClr val="lt2"/>
                </a:solidFill>
              </a:defRPr>
            </a:lvl2pPr>
            <a:lvl3pPr lvl="2" algn="ctr">
              <a:lnSpc>
                <a:spcPct val="100000"/>
              </a:lnSpc>
              <a:spcBef>
                <a:spcPts val="0"/>
              </a:spcBef>
              <a:spcAft>
                <a:spcPts val="0"/>
              </a:spcAft>
              <a:buClr>
                <a:schemeClr val="lt2"/>
              </a:buClr>
              <a:buSzPts val="2800"/>
              <a:buNone/>
              <a:defRPr sz="2800">
                <a:solidFill>
                  <a:schemeClr val="lt2"/>
                </a:solidFill>
              </a:defRPr>
            </a:lvl3pPr>
            <a:lvl4pPr lvl="3" algn="ctr">
              <a:lnSpc>
                <a:spcPct val="100000"/>
              </a:lnSpc>
              <a:spcBef>
                <a:spcPts val="0"/>
              </a:spcBef>
              <a:spcAft>
                <a:spcPts val="0"/>
              </a:spcAft>
              <a:buClr>
                <a:schemeClr val="lt2"/>
              </a:buClr>
              <a:buSzPts val="2800"/>
              <a:buNone/>
              <a:defRPr sz="2800">
                <a:solidFill>
                  <a:schemeClr val="lt2"/>
                </a:solidFill>
              </a:defRPr>
            </a:lvl4pPr>
            <a:lvl5pPr lvl="4" algn="ctr">
              <a:lnSpc>
                <a:spcPct val="100000"/>
              </a:lnSpc>
              <a:spcBef>
                <a:spcPts val="0"/>
              </a:spcBef>
              <a:spcAft>
                <a:spcPts val="0"/>
              </a:spcAft>
              <a:buClr>
                <a:schemeClr val="lt2"/>
              </a:buClr>
              <a:buSzPts val="2800"/>
              <a:buNone/>
              <a:defRPr sz="2800">
                <a:solidFill>
                  <a:schemeClr val="lt2"/>
                </a:solidFill>
              </a:defRPr>
            </a:lvl5pPr>
            <a:lvl6pPr lvl="5" algn="ctr">
              <a:lnSpc>
                <a:spcPct val="100000"/>
              </a:lnSpc>
              <a:spcBef>
                <a:spcPts val="0"/>
              </a:spcBef>
              <a:spcAft>
                <a:spcPts val="0"/>
              </a:spcAft>
              <a:buClr>
                <a:schemeClr val="lt2"/>
              </a:buClr>
              <a:buSzPts val="2800"/>
              <a:buNone/>
              <a:defRPr sz="2800">
                <a:solidFill>
                  <a:schemeClr val="lt2"/>
                </a:solidFill>
              </a:defRPr>
            </a:lvl6pPr>
            <a:lvl7pPr lvl="6" algn="ctr">
              <a:lnSpc>
                <a:spcPct val="100000"/>
              </a:lnSpc>
              <a:spcBef>
                <a:spcPts val="0"/>
              </a:spcBef>
              <a:spcAft>
                <a:spcPts val="0"/>
              </a:spcAft>
              <a:buClr>
                <a:schemeClr val="lt2"/>
              </a:buClr>
              <a:buSzPts val="2800"/>
              <a:buNone/>
              <a:defRPr sz="2800">
                <a:solidFill>
                  <a:schemeClr val="lt2"/>
                </a:solidFill>
              </a:defRPr>
            </a:lvl7pPr>
            <a:lvl8pPr lvl="7" algn="ctr">
              <a:lnSpc>
                <a:spcPct val="100000"/>
              </a:lnSpc>
              <a:spcBef>
                <a:spcPts val="0"/>
              </a:spcBef>
              <a:spcAft>
                <a:spcPts val="0"/>
              </a:spcAft>
              <a:buClr>
                <a:schemeClr val="lt2"/>
              </a:buClr>
              <a:buSzPts val="2800"/>
              <a:buNone/>
              <a:defRPr sz="2800">
                <a:solidFill>
                  <a:schemeClr val="lt2"/>
                </a:solidFill>
              </a:defRPr>
            </a:lvl8pPr>
            <a:lvl9pPr lvl="8" algn="ctr">
              <a:lnSpc>
                <a:spcPct val="100000"/>
              </a:lnSpc>
              <a:spcBef>
                <a:spcPts val="0"/>
              </a:spcBef>
              <a:spcAft>
                <a:spcPts val="0"/>
              </a:spcAft>
              <a:buClr>
                <a:schemeClr val="lt2"/>
              </a:buClr>
              <a:buSzPts val="2800"/>
              <a:buNone/>
              <a:defRPr sz="28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4" name="Google Shape;14;p2"/>
          <p:cNvGrpSpPr/>
          <p:nvPr/>
        </p:nvGrpSpPr>
        <p:grpSpPr>
          <a:xfrm>
            <a:off x="172400" y="105650"/>
            <a:ext cx="3597900" cy="677100"/>
            <a:chOff x="311700" y="119675"/>
            <a:chExt cx="3597900" cy="677100"/>
          </a:xfrm>
        </p:grpSpPr>
        <p:sp>
          <p:nvSpPr>
            <p:cNvPr id="15" name="Google Shape;15;p2"/>
            <p:cNvSpPr txBox="1"/>
            <p:nvPr/>
          </p:nvSpPr>
          <p:spPr>
            <a:xfrm>
              <a:off x="311700" y="119675"/>
              <a:ext cx="359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Outfit Black"/>
                  <a:ea typeface="Outfit Black"/>
                  <a:cs typeface="Outfit Black"/>
                  <a:sym typeface="Outfit Black"/>
                </a:rPr>
                <a:t>Linux Fest</a:t>
              </a:r>
              <a:endParaRPr sz="3200">
                <a:solidFill>
                  <a:schemeClr val="lt1"/>
                </a:solidFill>
                <a:latin typeface="Outfit Black"/>
                <a:ea typeface="Outfit Black"/>
                <a:cs typeface="Outfit Black"/>
                <a:sym typeface="Outfit Black"/>
              </a:endParaRPr>
            </a:p>
          </p:txBody>
        </p:sp>
        <p:cxnSp>
          <p:nvCxnSpPr>
            <p:cNvPr id="16" name="Google Shape;16;p2"/>
            <p:cNvCxnSpPr/>
            <p:nvPr/>
          </p:nvCxnSpPr>
          <p:spPr>
            <a:xfrm>
              <a:off x="388375" y="665525"/>
              <a:ext cx="1995000" cy="4800"/>
            </a:xfrm>
            <a:prstGeom prst="straightConnector1">
              <a:avLst/>
            </a:prstGeom>
            <a:noFill/>
            <a:ln cap="flat" cmpd="sng" w="38100">
              <a:solidFill>
                <a:schemeClr val="accent4"/>
              </a:solidFill>
              <a:prstDash val="solid"/>
              <a:round/>
              <a:headEnd len="med" w="med" type="none"/>
              <a:tailEnd len="med" w="med" type="none"/>
            </a:ln>
          </p:spPr>
        </p:cxnSp>
        <p:sp>
          <p:nvSpPr>
            <p:cNvPr id="17" name="Google Shape;17;p2"/>
            <p:cNvSpPr txBox="1"/>
            <p:nvPr/>
          </p:nvSpPr>
          <p:spPr>
            <a:xfrm>
              <a:off x="2338075" y="470306"/>
              <a:ext cx="756900" cy="2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4"/>
                  </a:solidFill>
                  <a:latin typeface="Alexandria Black"/>
                  <a:ea typeface="Alexandria Black"/>
                  <a:cs typeface="Alexandria Black"/>
                  <a:sym typeface="Alexandria Black"/>
                </a:rPr>
                <a:t>2026</a:t>
              </a:r>
              <a:endParaRPr sz="1200">
                <a:solidFill>
                  <a:schemeClr val="accent4"/>
                </a:solidFill>
                <a:latin typeface="Alexandria Black"/>
                <a:ea typeface="Alexandria Black"/>
                <a:cs typeface="Alexandria Black"/>
                <a:sym typeface="Alexandria Black"/>
              </a:endParaRPr>
            </a:p>
          </p:txBody>
        </p:sp>
      </p:grpSp>
      <p:pic>
        <p:nvPicPr>
          <p:cNvPr id="18" name="Google Shape;18;p2" title="image (10).png"/>
          <p:cNvPicPr preferRelativeResize="0"/>
          <p:nvPr/>
        </p:nvPicPr>
        <p:blipFill>
          <a:blip r:embed="rId3">
            <a:alphaModFix/>
          </a:blip>
          <a:stretch>
            <a:fillRect/>
          </a:stretch>
        </p:blipFill>
        <p:spPr>
          <a:xfrm>
            <a:off x="8414770" y="133963"/>
            <a:ext cx="606379" cy="728918"/>
          </a:xfrm>
          <a:prstGeom prst="rect">
            <a:avLst/>
          </a:prstGeom>
          <a:noFill/>
          <a:ln>
            <a:noFill/>
          </a:ln>
        </p:spPr>
      </p:pic>
      <p:pic>
        <p:nvPicPr>
          <p:cNvPr id="19" name="Google Shape;19;p2" title="نشانه تکرنگ سفید (1).png"/>
          <p:cNvPicPr preferRelativeResize="0"/>
          <p:nvPr/>
        </p:nvPicPr>
        <p:blipFill rotWithShape="1">
          <a:blip r:embed="rId4">
            <a:alphaModFix/>
          </a:blip>
          <a:srcRect b="14986" l="11067" r="54658" t="21835"/>
          <a:stretch/>
        </p:blipFill>
        <p:spPr>
          <a:xfrm>
            <a:off x="7598371" y="105655"/>
            <a:ext cx="907674" cy="9410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on" type="secHead">
  <p:cSld name="SECTION_HEADER">
    <p:bg>
      <p:bgPr>
        <a:solidFill>
          <a:schemeClr val="lt2"/>
        </a:solidFill>
      </p:bgPr>
    </p:bg>
    <p:spTree>
      <p:nvGrpSpPr>
        <p:cNvPr id="20" name="Shape 20"/>
        <p:cNvGrpSpPr/>
        <p:nvPr/>
      </p:nvGrpSpPr>
      <p:grpSpPr>
        <a:xfrm>
          <a:off x="0" y="0"/>
          <a:ext cx="0" cy="0"/>
          <a:chOff x="0" y="0"/>
          <a:chExt cx="0" cy="0"/>
        </a:xfrm>
      </p:grpSpPr>
      <p:sp>
        <p:nvSpPr>
          <p:cNvPr id="21" name="Google Shape;21;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nvSpPr>
        <p:spPr>
          <a:xfrm>
            <a:off x="311500" y="393875"/>
            <a:ext cx="3830100" cy="1662300"/>
          </a:xfrm>
          <a:prstGeom prst="rect">
            <a:avLst/>
          </a:prstGeom>
          <a:noFill/>
          <a:ln>
            <a:noFill/>
          </a:ln>
        </p:spPr>
        <p:txBody>
          <a:bodyPr anchorCtr="0" anchor="t" bIns="91425" lIns="91425" spcFirstLastPara="1" rIns="91425" wrap="square" tIns="91425">
            <a:spAutoFit/>
          </a:bodyPr>
          <a:lstStyle/>
          <a:p>
            <a:pPr indent="0" lvl="0" marL="0" rtl="0" algn="l">
              <a:lnSpc>
                <a:spcPct val="75000"/>
              </a:lnSpc>
              <a:spcBef>
                <a:spcPts val="0"/>
              </a:spcBef>
              <a:spcAft>
                <a:spcPts val="0"/>
              </a:spcAft>
              <a:buNone/>
            </a:pPr>
            <a:r>
              <a:rPr lang="en" sz="6400">
                <a:solidFill>
                  <a:schemeClr val="accent1"/>
                </a:solidFill>
                <a:latin typeface="Alexandria Black"/>
                <a:ea typeface="Alexandria Black"/>
                <a:cs typeface="Alexandria Black"/>
                <a:sym typeface="Alexandria Black"/>
              </a:rPr>
              <a:t>WHAT’S ON</a:t>
            </a:r>
            <a:endParaRPr sz="6400">
              <a:solidFill>
                <a:schemeClr val="accent1"/>
              </a:solidFill>
              <a:latin typeface="Alexandria Black"/>
              <a:ea typeface="Alexandria Black"/>
              <a:cs typeface="Alexandria Black"/>
              <a:sym typeface="Alexandria Black"/>
            </a:endParaRPr>
          </a:p>
        </p:txBody>
      </p:sp>
      <p:cxnSp>
        <p:nvCxnSpPr>
          <p:cNvPr id="23" name="Google Shape;23;p3"/>
          <p:cNvCxnSpPr/>
          <p:nvPr/>
        </p:nvCxnSpPr>
        <p:spPr>
          <a:xfrm>
            <a:off x="430625" y="1979450"/>
            <a:ext cx="604200" cy="300"/>
          </a:xfrm>
          <a:prstGeom prst="straightConnector1">
            <a:avLst/>
          </a:prstGeom>
          <a:noFill/>
          <a:ln cap="flat" cmpd="sng" w="76200">
            <a:solidFill>
              <a:schemeClr val="accent4"/>
            </a:solidFill>
            <a:prstDash val="solid"/>
            <a:round/>
            <a:headEnd len="med" w="med" type="none"/>
            <a:tailEnd len="med" w="med" type="none"/>
          </a:ln>
        </p:spPr>
      </p:cxnSp>
      <p:sp>
        <p:nvSpPr>
          <p:cNvPr id="24" name="Google Shape;24;p3"/>
          <p:cNvSpPr txBox="1"/>
          <p:nvPr/>
        </p:nvSpPr>
        <p:spPr>
          <a:xfrm>
            <a:off x="4029525" y="566072"/>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01</a:t>
            </a:r>
            <a:endParaRPr sz="9000">
              <a:solidFill>
                <a:srgbClr val="DAE9F5"/>
              </a:solidFill>
              <a:latin typeface="Outfit Black"/>
              <a:ea typeface="Outfit Black"/>
              <a:cs typeface="Outfit Black"/>
              <a:sym typeface="Outfit Black"/>
            </a:endParaRPr>
          </a:p>
        </p:txBody>
      </p:sp>
      <p:sp>
        <p:nvSpPr>
          <p:cNvPr id="25" name="Google Shape;25;p3"/>
          <p:cNvSpPr txBox="1"/>
          <p:nvPr/>
        </p:nvSpPr>
        <p:spPr>
          <a:xfrm>
            <a:off x="3869449" y="1786797"/>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02</a:t>
            </a:r>
            <a:endParaRPr sz="9000">
              <a:solidFill>
                <a:srgbClr val="DAE9F5"/>
              </a:solidFill>
              <a:latin typeface="Outfit Black"/>
              <a:ea typeface="Outfit Black"/>
              <a:cs typeface="Outfit Black"/>
              <a:sym typeface="Outfit Black"/>
            </a:endParaRPr>
          </a:p>
        </p:txBody>
      </p:sp>
      <p:sp>
        <p:nvSpPr>
          <p:cNvPr id="26" name="Google Shape;26;p3"/>
          <p:cNvSpPr txBox="1"/>
          <p:nvPr/>
        </p:nvSpPr>
        <p:spPr>
          <a:xfrm>
            <a:off x="3869450" y="3007547"/>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03</a:t>
            </a:r>
            <a:endParaRPr sz="9000">
              <a:solidFill>
                <a:srgbClr val="DAE9F5"/>
              </a:solidFill>
              <a:latin typeface="Outfit Black"/>
              <a:ea typeface="Outfit Black"/>
              <a:cs typeface="Outfit Black"/>
              <a:sym typeface="Outfit Black"/>
            </a:endParaRPr>
          </a:p>
        </p:txBody>
      </p:sp>
      <p:cxnSp>
        <p:nvCxnSpPr>
          <p:cNvPr id="27" name="Google Shape;27;p3"/>
          <p:cNvCxnSpPr/>
          <p:nvPr/>
        </p:nvCxnSpPr>
        <p:spPr>
          <a:xfrm>
            <a:off x="4050725" y="1948950"/>
            <a:ext cx="4970400" cy="18300"/>
          </a:xfrm>
          <a:prstGeom prst="straightConnector1">
            <a:avLst/>
          </a:prstGeom>
          <a:noFill/>
          <a:ln cap="flat" cmpd="sng" w="9525">
            <a:solidFill>
              <a:schemeClr val="accent3"/>
            </a:solidFill>
            <a:prstDash val="solid"/>
            <a:round/>
            <a:headEnd len="med" w="med" type="none"/>
            <a:tailEnd len="med" w="med" type="none"/>
          </a:ln>
        </p:spPr>
      </p:cxnSp>
      <p:cxnSp>
        <p:nvCxnSpPr>
          <p:cNvPr id="28" name="Google Shape;28;p3"/>
          <p:cNvCxnSpPr/>
          <p:nvPr/>
        </p:nvCxnSpPr>
        <p:spPr>
          <a:xfrm flipH="1">
            <a:off x="5386125" y="2579111"/>
            <a:ext cx="278100" cy="300"/>
          </a:xfrm>
          <a:prstGeom prst="straightConnector1">
            <a:avLst/>
          </a:prstGeom>
          <a:noFill/>
          <a:ln cap="flat" cmpd="sng" w="76200">
            <a:solidFill>
              <a:schemeClr val="accent4"/>
            </a:solidFill>
            <a:prstDash val="solid"/>
            <a:round/>
            <a:headEnd len="med" w="med" type="none"/>
            <a:tailEnd len="med" w="med" type="none"/>
          </a:ln>
        </p:spPr>
      </p:cxnSp>
      <p:cxnSp>
        <p:nvCxnSpPr>
          <p:cNvPr id="29" name="Google Shape;29;p3"/>
          <p:cNvCxnSpPr/>
          <p:nvPr/>
        </p:nvCxnSpPr>
        <p:spPr>
          <a:xfrm>
            <a:off x="4050725" y="3191250"/>
            <a:ext cx="4970400" cy="18300"/>
          </a:xfrm>
          <a:prstGeom prst="straightConnector1">
            <a:avLst/>
          </a:prstGeom>
          <a:noFill/>
          <a:ln cap="flat" cmpd="sng" w="9525">
            <a:solidFill>
              <a:schemeClr val="accent3"/>
            </a:solidFill>
            <a:prstDash val="solid"/>
            <a:round/>
            <a:headEnd len="med" w="med" type="none"/>
            <a:tailEnd len="med" w="med" type="none"/>
          </a:ln>
        </p:spPr>
      </p:cxnSp>
      <p:sp>
        <p:nvSpPr>
          <p:cNvPr id="30" name="Google Shape;30;p3"/>
          <p:cNvSpPr txBox="1"/>
          <p:nvPr>
            <p:ph type="title"/>
          </p:nvPr>
        </p:nvSpPr>
        <p:spPr>
          <a:xfrm>
            <a:off x="5664225" y="873125"/>
            <a:ext cx="3357000" cy="10758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31" name="Google Shape;31;p3"/>
          <p:cNvSpPr txBox="1"/>
          <p:nvPr>
            <p:ph idx="2" type="title"/>
          </p:nvPr>
        </p:nvSpPr>
        <p:spPr>
          <a:xfrm>
            <a:off x="5664225" y="3209550"/>
            <a:ext cx="3357000" cy="11277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32" name="Google Shape;32;p3"/>
          <p:cNvSpPr txBox="1"/>
          <p:nvPr>
            <p:ph idx="3" type="title"/>
          </p:nvPr>
        </p:nvSpPr>
        <p:spPr>
          <a:xfrm>
            <a:off x="5664250" y="1948950"/>
            <a:ext cx="3357000" cy="12423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cxnSp>
        <p:nvCxnSpPr>
          <p:cNvPr id="33" name="Google Shape;33;p3"/>
          <p:cNvCxnSpPr>
            <a:stCxn id="30" idx="1"/>
          </p:cNvCxnSpPr>
          <p:nvPr/>
        </p:nvCxnSpPr>
        <p:spPr>
          <a:xfrm flipH="1">
            <a:off x="5386125" y="1411025"/>
            <a:ext cx="278100" cy="300"/>
          </a:xfrm>
          <a:prstGeom prst="straightConnector1">
            <a:avLst/>
          </a:prstGeom>
          <a:noFill/>
          <a:ln cap="flat" cmpd="sng" w="76200">
            <a:solidFill>
              <a:schemeClr val="accent4"/>
            </a:solidFill>
            <a:prstDash val="solid"/>
            <a:round/>
            <a:headEnd len="med" w="med" type="none"/>
            <a:tailEnd len="med" w="med" type="none"/>
          </a:ln>
        </p:spPr>
      </p:cxnSp>
      <p:cxnSp>
        <p:nvCxnSpPr>
          <p:cNvPr id="34" name="Google Shape;34;p3"/>
          <p:cNvCxnSpPr/>
          <p:nvPr/>
        </p:nvCxnSpPr>
        <p:spPr>
          <a:xfrm flipH="1">
            <a:off x="5386125" y="3792361"/>
            <a:ext cx="278100" cy="300"/>
          </a:xfrm>
          <a:prstGeom prst="straightConnector1">
            <a:avLst/>
          </a:prstGeom>
          <a:noFill/>
          <a:ln cap="flat" cmpd="sng" w="76200">
            <a:solidFill>
              <a:schemeClr val="accent4"/>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type="tx">
  <p:cSld name="TITLE_AND_BODY">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4"/>
          <p:cNvSpPr txBox="1"/>
          <p:nvPr>
            <p:ph type="title"/>
          </p:nvPr>
        </p:nvSpPr>
        <p:spPr>
          <a:xfrm>
            <a:off x="2153100" y="1048950"/>
            <a:ext cx="4837800" cy="3045600"/>
          </a:xfrm>
          <a:prstGeom prst="rect">
            <a:avLst/>
          </a:prstGeom>
          <a:effectLst>
            <a:outerShdw rotWithShape="0" algn="bl" dir="2700000" dist="38100">
              <a:schemeClr val="accent4"/>
            </a:outerShdw>
          </a:effectLst>
        </p:spPr>
        <p:txBody>
          <a:bodyPr anchorCtr="0" anchor="ctr" bIns="91425" lIns="91425" spcFirstLastPara="1" rIns="91425" wrap="square" tIns="91425">
            <a:normAutofit/>
          </a:bodyPr>
          <a:lstStyle>
            <a:lvl1pPr lvl="0" algn="ctr">
              <a:spcBef>
                <a:spcPts val="0"/>
              </a:spcBef>
              <a:spcAft>
                <a:spcPts val="0"/>
              </a:spcAft>
              <a:buSzPts val="7200"/>
              <a:buFont typeface="Outfit ExtraBold"/>
              <a:buNone/>
              <a:defRPr b="0" sz="7200">
                <a:latin typeface="Outfit ExtraBold"/>
                <a:ea typeface="Outfit ExtraBold"/>
                <a:cs typeface="Outfit ExtraBold"/>
                <a:sym typeface="Outfit ExtraBold"/>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pic>
        <p:nvPicPr>
          <p:cNvPr id="38" name="Google Shape;38;p4"/>
          <p:cNvPicPr preferRelativeResize="0"/>
          <p:nvPr/>
        </p:nvPicPr>
        <p:blipFill>
          <a:blip r:embed="rId3">
            <a:alphaModFix/>
          </a:blip>
          <a:stretch>
            <a:fillRect/>
          </a:stretch>
        </p:blipFill>
        <p:spPr>
          <a:xfrm>
            <a:off x="71400" y="3208525"/>
            <a:ext cx="1848299" cy="18482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one image" type="twoColTx">
  <p:cSld name="TITLE_AND_TWO_COLUMNS">
    <p:spTree>
      <p:nvGrpSpPr>
        <p:cNvPr id="39" name="Shape 39"/>
        <p:cNvGrpSpPr/>
        <p:nvPr/>
      </p:nvGrpSpPr>
      <p:grpSpPr>
        <a:xfrm>
          <a:off x="0" y="0"/>
          <a:ext cx="0" cy="0"/>
          <a:chOff x="0" y="0"/>
          <a:chExt cx="0" cy="0"/>
        </a:xfrm>
      </p:grpSpPr>
      <p:sp>
        <p:nvSpPr>
          <p:cNvPr id="40" name="Google Shape;40;p5"/>
          <p:cNvSpPr/>
          <p:nvPr>
            <p:ph idx="2" type="pic"/>
          </p:nvPr>
        </p:nvSpPr>
        <p:spPr>
          <a:xfrm>
            <a:off x="5034225" y="648150"/>
            <a:ext cx="3620700" cy="3847200"/>
          </a:xfrm>
          <a:prstGeom prst="roundRect">
            <a:avLst>
              <a:gd fmla="val 16667" name="adj"/>
            </a:avLst>
          </a:prstGeom>
          <a:noFill/>
          <a:ln cap="flat" cmpd="sng" w="19050">
            <a:solidFill>
              <a:schemeClr val="accent4"/>
            </a:solidFill>
            <a:prstDash val="solid"/>
            <a:round/>
            <a:headEnd len="sm" w="sm" type="none"/>
            <a:tailEnd len="sm" w="sm" type="none"/>
          </a:ln>
        </p:spPr>
      </p:sp>
      <p:sp>
        <p:nvSpPr>
          <p:cNvPr id="41" name="Google Shape;41;p5"/>
          <p:cNvSpPr txBox="1"/>
          <p:nvPr>
            <p:ph type="title"/>
          </p:nvPr>
        </p:nvSpPr>
        <p:spPr>
          <a:xfrm>
            <a:off x="605325" y="1140075"/>
            <a:ext cx="4226400" cy="903900"/>
          </a:xfrm>
          <a:prstGeom prst="rect">
            <a:avLst/>
          </a:prstGeom>
        </p:spPr>
        <p:txBody>
          <a:bodyPr anchorCtr="0" anchor="ctr"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5"/>
          <p:cNvSpPr txBox="1"/>
          <p:nvPr>
            <p:ph idx="1" type="subTitle"/>
          </p:nvPr>
        </p:nvSpPr>
        <p:spPr>
          <a:xfrm>
            <a:off x="605325" y="2182950"/>
            <a:ext cx="4226400" cy="20454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4" name="Google Shape;44;p5" title="image (10).png"/>
          <p:cNvPicPr preferRelativeResize="0"/>
          <p:nvPr/>
        </p:nvPicPr>
        <p:blipFill>
          <a:blip r:embed="rId2">
            <a:alphaModFix/>
          </a:blip>
          <a:stretch>
            <a:fillRect/>
          </a:stretch>
        </p:blipFill>
        <p:spPr>
          <a:xfrm>
            <a:off x="816395" y="4314788"/>
            <a:ext cx="606379" cy="728918"/>
          </a:xfrm>
          <a:prstGeom prst="rect">
            <a:avLst/>
          </a:prstGeom>
          <a:noFill/>
          <a:ln>
            <a:noFill/>
          </a:ln>
        </p:spPr>
      </p:pic>
      <p:pic>
        <p:nvPicPr>
          <p:cNvPr id="45" name="Google Shape;45;p5"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itleOnly">
  <p:cSld name="TITLE_ONLY">
    <p:spTree>
      <p:nvGrpSpPr>
        <p:cNvPr id="46" name="Shape 46"/>
        <p:cNvGrpSpPr/>
        <p:nvPr/>
      </p:nvGrpSpPr>
      <p:grpSpPr>
        <a:xfrm>
          <a:off x="0" y="0"/>
          <a:ext cx="0" cy="0"/>
          <a:chOff x="0" y="0"/>
          <a:chExt cx="0" cy="0"/>
        </a:xfrm>
      </p:grpSpPr>
      <p:sp>
        <p:nvSpPr>
          <p:cNvPr id="47" name="Google Shape;47;p6"/>
          <p:cNvSpPr txBox="1"/>
          <p:nvPr>
            <p:ph type="title"/>
          </p:nvPr>
        </p:nvSpPr>
        <p:spPr>
          <a:xfrm>
            <a:off x="311700" y="445025"/>
            <a:ext cx="8520600" cy="5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800"/>
              <a:buFont typeface="Outfit ExtraBold"/>
              <a:buNone/>
              <a:defRPr b="0" sz="4800">
                <a:latin typeface="Outfit ExtraBold"/>
                <a:ea typeface="Outfit ExtraBold"/>
                <a:cs typeface="Outfit ExtraBold"/>
                <a:sym typeface="Outfit Extra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 name="Google Shape;4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6"/>
          <p:cNvSpPr/>
          <p:nvPr>
            <p:ph idx="2" type="pic"/>
          </p:nvPr>
        </p:nvSpPr>
        <p:spPr>
          <a:xfrm>
            <a:off x="1276350" y="1281825"/>
            <a:ext cx="6591300" cy="3645000"/>
          </a:xfrm>
          <a:prstGeom prst="roundRect">
            <a:avLst>
              <a:gd fmla="val 16667" name="adj"/>
            </a:avLst>
          </a:prstGeom>
          <a:noFill/>
          <a:ln cap="flat" cmpd="sng" w="19050">
            <a:solidFill>
              <a:schemeClr val="accent4"/>
            </a:solidFill>
            <a:prstDash val="solid"/>
            <a:round/>
            <a:headEnd len="sm" w="sm" type="none"/>
            <a:tailEnd len="sm" w="sm" type="none"/>
          </a:ln>
          <a:effectLst>
            <a:outerShdw rotWithShape="0" algn="bl" dir="13500000" dist="38100">
              <a:schemeClr val="accent2"/>
            </a:outerShdw>
          </a:effectLst>
        </p:spPr>
      </p:sp>
      <p:pic>
        <p:nvPicPr>
          <p:cNvPr id="50" name="Google Shape;50;p6" title="image (10).png"/>
          <p:cNvPicPr preferRelativeResize="0"/>
          <p:nvPr/>
        </p:nvPicPr>
        <p:blipFill>
          <a:blip r:embed="rId2">
            <a:alphaModFix/>
          </a:blip>
          <a:stretch>
            <a:fillRect/>
          </a:stretch>
        </p:blipFill>
        <p:spPr>
          <a:xfrm>
            <a:off x="94616" y="3664116"/>
            <a:ext cx="606379" cy="728918"/>
          </a:xfrm>
          <a:prstGeom prst="rect">
            <a:avLst/>
          </a:prstGeom>
          <a:noFill/>
          <a:ln>
            <a:noFill/>
          </a:ln>
        </p:spPr>
      </p:pic>
      <p:pic>
        <p:nvPicPr>
          <p:cNvPr id="51" name="Google Shape;51;p6"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type="title"/>
          </p:nvPr>
        </p:nvSpPr>
        <p:spPr>
          <a:xfrm>
            <a:off x="866675" y="360750"/>
            <a:ext cx="60423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 name="Google Shape;5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7"/>
          <p:cNvSpPr txBox="1"/>
          <p:nvPr>
            <p:ph idx="1" type="subTitle"/>
          </p:nvPr>
        </p:nvSpPr>
        <p:spPr>
          <a:xfrm>
            <a:off x="429000" y="2338650"/>
            <a:ext cx="2629800" cy="466200"/>
          </a:xfrm>
          <a:prstGeom prst="rect">
            <a:avLst/>
          </a:prstGeom>
          <a:ln>
            <a:noFill/>
          </a:ln>
        </p:spPr>
        <p:txBody>
          <a:bodyPr anchorCtr="0" anchor="b" bIns="91425" lIns="91425" spcFirstLastPara="1" rIns="91425" wrap="square" tIns="91425">
            <a:normAutofit/>
          </a:bodyPr>
          <a:lstStyle>
            <a:lvl1pPr indent="0" lvl="0" marL="0" marR="0" rtl="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2" type="subTitle"/>
          </p:nvPr>
        </p:nvSpPr>
        <p:spPr>
          <a:xfrm>
            <a:off x="32571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3" type="subTitle"/>
          </p:nvPr>
        </p:nvSpPr>
        <p:spPr>
          <a:xfrm>
            <a:off x="60853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4" type="subTitle"/>
          </p:nvPr>
        </p:nvSpPr>
        <p:spPr>
          <a:xfrm>
            <a:off x="6085400" y="2913400"/>
            <a:ext cx="2629800" cy="1749900"/>
          </a:xfrm>
          <a:prstGeom prst="rect">
            <a:avLst/>
          </a:prstGeom>
          <a:ln>
            <a:noFill/>
          </a:ln>
        </p:spPr>
        <p:txBody>
          <a:bodyPr anchorCtr="0" anchor="t" bIns="91425" lIns="91425" spcFirstLastPara="1" rIns="91425" wrap="square" tIns="91425">
            <a:normAutofit/>
          </a:bodyPr>
          <a:lstStyle>
            <a:lvl1pPr indent="0" lvl="0" marL="0" marR="0" rtl="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7"/>
          <p:cNvSpPr txBox="1"/>
          <p:nvPr>
            <p:ph idx="5" type="subTitle"/>
          </p:nvPr>
        </p:nvSpPr>
        <p:spPr>
          <a:xfrm>
            <a:off x="3257200" y="2913400"/>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
          <p:cNvSpPr txBox="1"/>
          <p:nvPr>
            <p:ph idx="6" type="subTitle"/>
          </p:nvPr>
        </p:nvSpPr>
        <p:spPr>
          <a:xfrm>
            <a:off x="429000" y="2913325"/>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61" name="Google Shape;61;p7"/>
          <p:cNvPicPr preferRelativeResize="0"/>
          <p:nvPr/>
        </p:nvPicPr>
        <p:blipFill>
          <a:blip r:embed="rId2">
            <a:alphaModFix/>
          </a:blip>
          <a:stretch>
            <a:fillRect/>
          </a:stretch>
        </p:blipFill>
        <p:spPr>
          <a:xfrm>
            <a:off x="154051" y="360750"/>
            <a:ext cx="755701" cy="755701"/>
          </a:xfrm>
          <a:prstGeom prst="rect">
            <a:avLst/>
          </a:prstGeom>
          <a:noFill/>
          <a:ln>
            <a:noFill/>
          </a:ln>
        </p:spPr>
      </p:pic>
      <p:pic>
        <p:nvPicPr>
          <p:cNvPr id="62" name="Google Shape;62;p7" title="image (10).png"/>
          <p:cNvPicPr preferRelativeResize="0"/>
          <p:nvPr/>
        </p:nvPicPr>
        <p:blipFill>
          <a:blip r:embed="rId3">
            <a:alphaModFix/>
          </a:blip>
          <a:stretch>
            <a:fillRect/>
          </a:stretch>
        </p:blipFill>
        <p:spPr>
          <a:xfrm>
            <a:off x="816395" y="4314788"/>
            <a:ext cx="606379" cy="728918"/>
          </a:xfrm>
          <a:prstGeom prst="rect">
            <a:avLst/>
          </a:prstGeom>
          <a:noFill/>
          <a:ln>
            <a:noFill/>
          </a:ln>
        </p:spPr>
      </p:pic>
      <p:pic>
        <p:nvPicPr>
          <p:cNvPr id="63" name="Google Shape;63;p7"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
    <p:spTree>
      <p:nvGrpSpPr>
        <p:cNvPr id="64" name="Shape 64"/>
        <p:cNvGrpSpPr/>
        <p:nvPr/>
      </p:nvGrpSpPr>
      <p:grpSpPr>
        <a:xfrm>
          <a:off x="0" y="0"/>
          <a:ext cx="0" cy="0"/>
          <a:chOff x="0" y="0"/>
          <a:chExt cx="0" cy="0"/>
        </a:xfrm>
      </p:grpSpPr>
      <p:sp>
        <p:nvSpPr>
          <p:cNvPr id="65" name="Google Shape;6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8"/>
          <p:cNvSpPr txBox="1"/>
          <p:nvPr>
            <p:ph idx="1" type="subTitle"/>
          </p:nvPr>
        </p:nvSpPr>
        <p:spPr>
          <a:xfrm>
            <a:off x="1011150" y="2038125"/>
            <a:ext cx="7121700" cy="743100"/>
          </a:xfrm>
          <a:prstGeom prst="rect">
            <a:avLst/>
          </a:prstGeom>
        </p:spPr>
        <p:txBody>
          <a:bodyPr anchorCtr="0" anchor="b" bIns="91425" lIns="91425" spcFirstLastPara="1" rIns="91425" wrap="square" tIns="91425">
            <a:noAutofit/>
          </a:bodyPr>
          <a:lstStyle>
            <a:lvl1pPr lvl="0">
              <a:spcBef>
                <a:spcPts val="0"/>
              </a:spcBef>
              <a:spcAft>
                <a:spcPts val="0"/>
              </a:spcAft>
              <a:buSzPts val="2800"/>
              <a:buFont typeface="Outfit SemiBold"/>
              <a:buNone/>
              <a:defRPr sz="2800">
                <a:latin typeface="Outfit SemiBold"/>
                <a:ea typeface="Outfit SemiBold"/>
                <a:cs typeface="Outfit SemiBold"/>
                <a:sym typeface="Outfi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200"/>
              <a:buFont typeface="Outfit"/>
              <a:buNone/>
              <a:defRPr b="1" sz="3200">
                <a:latin typeface="Outfit"/>
                <a:ea typeface="Outfit"/>
                <a:cs typeface="Outfit"/>
                <a:sym typeface="Outfi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8" name="Google Shape;68;p8"/>
          <p:cNvPicPr preferRelativeResize="0"/>
          <p:nvPr/>
        </p:nvPicPr>
        <p:blipFill>
          <a:blip r:embed="rId2">
            <a:alphaModFix/>
          </a:blip>
          <a:stretch>
            <a:fillRect/>
          </a:stretch>
        </p:blipFill>
        <p:spPr>
          <a:xfrm>
            <a:off x="113125" y="3523675"/>
            <a:ext cx="1533150" cy="1533150"/>
          </a:xfrm>
          <a:prstGeom prst="rect">
            <a:avLst/>
          </a:prstGeom>
          <a:noFill/>
          <a:ln>
            <a:noFill/>
          </a:ln>
        </p:spPr>
      </p:pic>
      <p:pic>
        <p:nvPicPr>
          <p:cNvPr id="69" name="Google Shape;69;p8" title="image (10).png"/>
          <p:cNvPicPr preferRelativeResize="0"/>
          <p:nvPr/>
        </p:nvPicPr>
        <p:blipFill>
          <a:blip r:embed="rId3">
            <a:alphaModFix/>
          </a:blip>
          <a:stretch>
            <a:fillRect/>
          </a:stretch>
        </p:blipFill>
        <p:spPr>
          <a:xfrm>
            <a:off x="8414770" y="112588"/>
            <a:ext cx="606379" cy="728918"/>
          </a:xfrm>
          <a:prstGeom prst="rect">
            <a:avLst/>
          </a:prstGeom>
          <a:noFill/>
          <a:ln>
            <a:noFill/>
          </a:ln>
        </p:spPr>
      </p:pic>
      <p:pic>
        <p:nvPicPr>
          <p:cNvPr id="70" name="Google Shape;70;p8" title="نشانه تکرنگ سفید (1).png"/>
          <p:cNvPicPr preferRelativeResize="0"/>
          <p:nvPr/>
        </p:nvPicPr>
        <p:blipFill rotWithShape="1">
          <a:blip r:embed="rId4">
            <a:alphaModFix/>
          </a:blip>
          <a:srcRect b="14986" l="11067" r="54658" t="21835"/>
          <a:stretch/>
        </p:blipFill>
        <p:spPr>
          <a:xfrm>
            <a:off x="7598371" y="84280"/>
            <a:ext cx="907674" cy="9410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MAIN_POINT_1">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1" type="subTitle"/>
          </p:nvPr>
        </p:nvSpPr>
        <p:spPr>
          <a:xfrm>
            <a:off x="1011150" y="2038127"/>
            <a:ext cx="7121700" cy="6240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2800"/>
              <a:buFont typeface="Outfit SemiBold"/>
              <a:buNone/>
              <a:defRPr sz="2800">
                <a:solidFill>
                  <a:schemeClr val="accent1"/>
                </a:solidFill>
                <a:latin typeface="Outfit SemiBold"/>
                <a:ea typeface="Outfit SemiBold"/>
                <a:cs typeface="Outfit SemiBold"/>
                <a:sym typeface="Outfit SemiBold"/>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74" name="Google Shape;74;p9"/>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3200"/>
              <a:buFont typeface="Outfit"/>
              <a:buNone/>
              <a:defRPr b="1" sz="3200">
                <a:solidFill>
                  <a:schemeClr val="accent2"/>
                </a:solidFill>
                <a:latin typeface="Outfit"/>
                <a:ea typeface="Outfit"/>
                <a:cs typeface="Outfit"/>
                <a:sym typeface="Outfit"/>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pic>
        <p:nvPicPr>
          <p:cNvPr id="75" name="Google Shape;75;p9"/>
          <p:cNvPicPr preferRelativeResize="0"/>
          <p:nvPr/>
        </p:nvPicPr>
        <p:blipFill>
          <a:blip r:embed="rId3">
            <a:alphaModFix/>
          </a:blip>
          <a:stretch>
            <a:fillRect/>
          </a:stretch>
        </p:blipFill>
        <p:spPr>
          <a:xfrm>
            <a:off x="113125" y="3523675"/>
            <a:ext cx="1533150" cy="15331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SECTION_TITLE_AND_DESCRIPTION">
    <p:spTree>
      <p:nvGrpSpPr>
        <p:cNvPr id="76" name="Shape 76"/>
        <p:cNvGrpSpPr/>
        <p:nvPr/>
      </p:nvGrpSpPr>
      <p:grpSpPr>
        <a:xfrm>
          <a:off x="0" y="0"/>
          <a:ext cx="0" cy="0"/>
          <a:chOff x="0" y="0"/>
          <a:chExt cx="0" cy="0"/>
        </a:xfrm>
      </p:grpSpPr>
      <p:sp>
        <p:nvSpPr>
          <p:cNvPr id="77" name="Google Shape;7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0"/>
          <p:cNvSpPr/>
          <p:nvPr>
            <p:ph idx="2" type="pic"/>
          </p:nvPr>
        </p:nvSpPr>
        <p:spPr>
          <a:xfrm>
            <a:off x="-75" y="0"/>
            <a:ext cx="9144000" cy="5169000"/>
          </a:xfrm>
          <a:prstGeom prst="rect">
            <a:avLst/>
          </a:prstGeom>
          <a:noFill/>
          <a:ln>
            <a:noFill/>
          </a:ln>
        </p:spPr>
      </p:sp>
      <p:sp>
        <p:nvSpPr>
          <p:cNvPr id="79" name="Google Shape;79;p10"/>
          <p:cNvSpPr txBox="1"/>
          <p:nvPr>
            <p:ph type="title"/>
          </p:nvPr>
        </p:nvSpPr>
        <p:spPr>
          <a:xfrm>
            <a:off x="558000" y="4311225"/>
            <a:ext cx="8028000" cy="590400"/>
          </a:xfrm>
          <a:prstGeom prst="rect">
            <a:avLst/>
          </a:prstGeom>
          <a:solidFill>
            <a:srgbClr val="000000">
              <a:alpha val="20000"/>
            </a:srgbClr>
          </a:solidFill>
        </p:spPr>
        <p:txBody>
          <a:bodyPr anchorCtr="0" anchor="ctr" bIns="91425" lIns="91425" spcFirstLastPara="1" rIns="91425" wrap="square" tIns="91425">
            <a:normAutofit/>
          </a:bodyPr>
          <a:lstStyle>
            <a:lvl1pPr lvl="0" algn="ctr">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0" name="Shape 80"/>
        <p:cNvGrpSpPr/>
        <p:nvPr/>
      </p:nvGrpSpPr>
      <p:grpSpPr>
        <a:xfrm>
          <a:off x="0" y="0"/>
          <a:ext cx="0" cy="0"/>
          <a:chOff x="0" y="0"/>
          <a:chExt cx="0" cy="0"/>
        </a:xfrm>
      </p:grpSpPr>
      <p:sp>
        <p:nvSpPr>
          <p:cNvPr id="81" name="Google Shape;81;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2" name="Google Shape;8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1" title="image (10).png"/>
          <p:cNvPicPr preferRelativeResize="0"/>
          <p:nvPr/>
        </p:nvPicPr>
        <p:blipFill>
          <a:blip r:embed="rId2">
            <a:alphaModFix/>
          </a:blip>
          <a:stretch>
            <a:fillRect/>
          </a:stretch>
        </p:blipFill>
        <p:spPr>
          <a:xfrm>
            <a:off x="900445" y="112563"/>
            <a:ext cx="606379" cy="728918"/>
          </a:xfrm>
          <a:prstGeom prst="rect">
            <a:avLst/>
          </a:prstGeom>
          <a:noFill/>
          <a:ln>
            <a:noFill/>
          </a:ln>
        </p:spPr>
      </p:pic>
      <p:pic>
        <p:nvPicPr>
          <p:cNvPr id="84" name="Google Shape;84;p11" title="نشانه تکرنگ سفید (1).png"/>
          <p:cNvPicPr preferRelativeResize="0"/>
          <p:nvPr/>
        </p:nvPicPr>
        <p:blipFill rotWithShape="1">
          <a:blip r:embed="rId3">
            <a:alphaModFix/>
          </a:blip>
          <a:srcRect b="14986" l="11067" r="54658" t="21835"/>
          <a:stretch/>
        </p:blipFill>
        <p:spPr>
          <a:xfrm>
            <a:off x="84046" y="84255"/>
            <a:ext cx="907674" cy="94104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85" name="Shape 85"/>
        <p:cNvGrpSpPr/>
        <p:nvPr/>
      </p:nvGrpSpPr>
      <p:grpSpPr>
        <a:xfrm>
          <a:off x="0" y="0"/>
          <a:ext cx="0" cy="0"/>
          <a:chOff x="0" y="0"/>
          <a:chExt cx="0" cy="0"/>
        </a:xfrm>
      </p:grpSpPr>
      <p:sp>
        <p:nvSpPr>
          <p:cNvPr id="86" name="Google Shape;86;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2"/>
          <p:cNvSpPr/>
          <p:nvPr/>
        </p:nvSpPr>
        <p:spPr>
          <a:xfrm rot="5400000">
            <a:off x="6300" y="-63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EC8F3"/>
              </a:solidFill>
              <a:latin typeface="Outfit Medium"/>
              <a:ea typeface="Outfit Medium"/>
              <a:cs typeface="Outfit Medium"/>
              <a:sym typeface="Outfit Medium"/>
            </a:endParaRPr>
          </a:p>
        </p:txBody>
      </p:sp>
      <p:sp>
        <p:nvSpPr>
          <p:cNvPr id="88" name="Google Shape;88;p12"/>
          <p:cNvSpPr/>
          <p:nvPr/>
        </p:nvSpPr>
        <p:spPr>
          <a:xfrm rot="-5400000">
            <a:off x="8244600" y="42441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EC8F3"/>
              </a:solidFill>
              <a:latin typeface="Outfit Medium"/>
              <a:ea typeface="Outfit Medium"/>
              <a:cs typeface="Outfit Medium"/>
              <a:sym typeface="Outfit Medium"/>
            </a:endParaRPr>
          </a:p>
        </p:txBody>
      </p:sp>
      <p:sp>
        <p:nvSpPr>
          <p:cNvPr id="89" name="Google Shape;89;p12"/>
          <p:cNvSpPr/>
          <p:nvPr/>
        </p:nvSpPr>
        <p:spPr>
          <a:xfrm rot="-9324925">
            <a:off x="8397284" y="4055851"/>
            <a:ext cx="1052072" cy="1139195"/>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0" name="Google Shape;90;p12"/>
          <p:cNvSpPr/>
          <p:nvPr/>
        </p:nvSpPr>
        <p:spPr>
          <a:xfrm rot="-9324341">
            <a:off x="-542741" y="-427222"/>
            <a:ext cx="1135297" cy="1295190"/>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1" name="Google Shape;91;p12"/>
          <p:cNvSpPr/>
          <p:nvPr/>
        </p:nvSpPr>
        <p:spPr>
          <a:xfrm rot="8849822">
            <a:off x="-809204" y="-127384"/>
            <a:ext cx="1245014" cy="1400394"/>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2" name="Google Shape;92;p12"/>
          <p:cNvSpPr/>
          <p:nvPr/>
        </p:nvSpPr>
        <p:spPr>
          <a:xfrm rot="8849399">
            <a:off x="8200125" y="4665501"/>
            <a:ext cx="1256496" cy="1231370"/>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5" name="Google Shape;95;p13" title="image (10).png"/>
          <p:cNvPicPr preferRelativeResize="0"/>
          <p:nvPr/>
        </p:nvPicPr>
        <p:blipFill>
          <a:blip r:embed="rId3">
            <a:alphaModFix/>
          </a:blip>
          <a:stretch>
            <a:fillRect/>
          </a:stretch>
        </p:blipFill>
        <p:spPr>
          <a:xfrm>
            <a:off x="816395" y="4314788"/>
            <a:ext cx="606379" cy="728918"/>
          </a:xfrm>
          <a:prstGeom prst="rect">
            <a:avLst/>
          </a:prstGeom>
          <a:noFill/>
          <a:ln>
            <a:noFill/>
          </a:ln>
        </p:spPr>
      </p:pic>
      <p:pic>
        <p:nvPicPr>
          <p:cNvPr id="96" name="Google Shape;96;p13"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7" name="Shape 97"/>
        <p:cNvGrpSpPr/>
        <p:nvPr/>
      </p:nvGrpSpPr>
      <p:grpSpPr>
        <a:xfrm>
          <a:off x="0" y="0"/>
          <a:ext cx="0" cy="0"/>
          <a:chOff x="0" y="0"/>
          <a:chExt cx="0" cy="0"/>
        </a:xfrm>
      </p:grpSpPr>
      <p:sp>
        <p:nvSpPr>
          <p:cNvPr id="98" name="Google Shape;98;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 name="Google Shape;99;p14" title="image (10).png"/>
          <p:cNvPicPr preferRelativeResize="0"/>
          <p:nvPr/>
        </p:nvPicPr>
        <p:blipFill>
          <a:blip r:embed="rId2">
            <a:alphaModFix/>
          </a:blip>
          <a:stretch>
            <a:fillRect/>
          </a:stretch>
        </p:blipFill>
        <p:spPr>
          <a:xfrm>
            <a:off x="816395" y="4314788"/>
            <a:ext cx="606379" cy="728918"/>
          </a:xfrm>
          <a:prstGeom prst="rect">
            <a:avLst/>
          </a:prstGeom>
          <a:noFill/>
          <a:ln>
            <a:noFill/>
          </a:ln>
        </p:spPr>
      </p:pic>
      <p:pic>
        <p:nvPicPr>
          <p:cNvPr id="100" name="Google Shape;100;p14"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26d6a479630dadd_23_0)">
  <p:cSld name="Generated (h126d6a479630dadd_23_0)">
    <p:spTree>
      <p:nvGrpSpPr>
        <p:cNvPr id="101" name="Shape 10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SECTION_TITLE_AND_DESCRIPTION">
    <p:spTree>
      <p:nvGrpSpPr>
        <p:cNvPr id="106" name="Shape 106"/>
        <p:cNvGrpSpPr/>
        <p:nvPr/>
      </p:nvGrpSpPr>
      <p:grpSpPr>
        <a:xfrm>
          <a:off x="0" y="0"/>
          <a:ext cx="0" cy="0"/>
          <a:chOff x="0" y="0"/>
          <a:chExt cx="0" cy="0"/>
        </a:xfrm>
      </p:grpSpPr>
      <p:sp>
        <p:nvSpPr>
          <p:cNvPr id="107" name="Google Shape;10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7"/>
          <p:cNvSpPr/>
          <p:nvPr>
            <p:ph idx="2" type="pic"/>
          </p:nvPr>
        </p:nvSpPr>
        <p:spPr>
          <a:xfrm>
            <a:off x="-75" y="0"/>
            <a:ext cx="9144000" cy="5169000"/>
          </a:xfrm>
          <a:prstGeom prst="rect">
            <a:avLst/>
          </a:prstGeom>
          <a:noFill/>
          <a:ln>
            <a:noFill/>
          </a:ln>
        </p:spPr>
      </p:sp>
      <p:sp>
        <p:nvSpPr>
          <p:cNvPr id="109" name="Google Shape;109;p17"/>
          <p:cNvSpPr txBox="1"/>
          <p:nvPr>
            <p:ph type="title"/>
          </p:nvPr>
        </p:nvSpPr>
        <p:spPr>
          <a:xfrm>
            <a:off x="558000" y="4311225"/>
            <a:ext cx="8028000" cy="590400"/>
          </a:xfrm>
          <a:prstGeom prst="rect">
            <a:avLst/>
          </a:prstGeom>
          <a:solidFill>
            <a:srgbClr val="000000">
              <a:alpha val="20000"/>
            </a:srgbClr>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18"/>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18"/>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4" name="Google Shape;114;p18"/>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5" name="Google Shape;115;p18"/>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6" name="Google Shape;116;p18"/>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7" name="Google Shape;117;p18"/>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8" name="Google Shape;118;p18"/>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119" name="Google Shape;119;p18"/>
          <p:cNvPicPr preferRelativeResize="0"/>
          <p:nvPr/>
        </p:nvPicPr>
        <p:blipFill rotWithShape="1">
          <a:blip r:embed="rId2">
            <a:alphaModFix/>
          </a:blip>
          <a:srcRect b="0" l="0" r="0" t="0"/>
          <a:stretch/>
        </p:blipFill>
        <p:spPr>
          <a:xfrm>
            <a:off x="154051" y="360750"/>
            <a:ext cx="755701" cy="755701"/>
          </a:xfrm>
          <a:prstGeom prst="rect">
            <a:avLst/>
          </a:prstGeom>
          <a:noFill/>
          <a:ln>
            <a:noFill/>
          </a:ln>
        </p:spPr>
      </p:pic>
      <p:pic>
        <p:nvPicPr>
          <p:cNvPr id="120" name="Google Shape;120;p18" title="image (10).png"/>
          <p:cNvPicPr preferRelativeResize="0"/>
          <p:nvPr/>
        </p:nvPicPr>
        <p:blipFill rotWithShape="1">
          <a:blip r:embed="rId3">
            <a:alphaModFix/>
          </a:blip>
          <a:srcRect b="0" l="0" r="0" t="0"/>
          <a:stretch/>
        </p:blipFill>
        <p:spPr>
          <a:xfrm>
            <a:off x="816395" y="4314788"/>
            <a:ext cx="606379" cy="728918"/>
          </a:xfrm>
          <a:prstGeom prst="rect">
            <a:avLst/>
          </a:prstGeom>
          <a:noFill/>
          <a:ln>
            <a:noFill/>
          </a:ln>
        </p:spPr>
      </p:pic>
      <p:pic>
        <p:nvPicPr>
          <p:cNvPr id="121" name="Google Shape;121;p18"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one image" type="twoColTx">
  <p:cSld name="TITLE_AND_TWO_COLUMNS">
    <p:spTree>
      <p:nvGrpSpPr>
        <p:cNvPr id="122" name="Shape 122"/>
        <p:cNvGrpSpPr/>
        <p:nvPr/>
      </p:nvGrpSpPr>
      <p:grpSpPr>
        <a:xfrm>
          <a:off x="0" y="0"/>
          <a:ext cx="0" cy="0"/>
          <a:chOff x="0" y="0"/>
          <a:chExt cx="0" cy="0"/>
        </a:xfrm>
      </p:grpSpPr>
      <p:sp>
        <p:nvSpPr>
          <p:cNvPr id="123" name="Google Shape;123;p19"/>
          <p:cNvSpPr/>
          <p:nvPr>
            <p:ph idx="2" type="pic"/>
          </p:nvPr>
        </p:nvSpPr>
        <p:spPr>
          <a:xfrm>
            <a:off x="5034225" y="648150"/>
            <a:ext cx="3620700" cy="3847200"/>
          </a:xfrm>
          <a:prstGeom prst="roundRect">
            <a:avLst>
              <a:gd fmla="val 16667" name="adj"/>
            </a:avLst>
          </a:prstGeom>
          <a:noFill/>
          <a:ln cap="flat" cmpd="sng" w="19050">
            <a:solidFill>
              <a:schemeClr val="accent4"/>
            </a:solidFill>
            <a:prstDash val="solid"/>
            <a:round/>
            <a:headEnd len="sm" w="sm" type="none"/>
            <a:tailEnd len="sm" w="sm" type="none"/>
          </a:ln>
        </p:spPr>
      </p:sp>
      <p:sp>
        <p:nvSpPr>
          <p:cNvPr id="124" name="Google Shape;124;p19"/>
          <p:cNvSpPr txBox="1"/>
          <p:nvPr>
            <p:ph type="title"/>
          </p:nvPr>
        </p:nvSpPr>
        <p:spPr>
          <a:xfrm>
            <a:off x="605325" y="1140075"/>
            <a:ext cx="4226400" cy="903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5" name="Google Shape;12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9"/>
          <p:cNvSpPr txBox="1"/>
          <p:nvPr>
            <p:ph idx="1" type="subTitle"/>
          </p:nvPr>
        </p:nvSpPr>
        <p:spPr>
          <a:xfrm>
            <a:off x="605325" y="2182950"/>
            <a:ext cx="4226400" cy="2045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127" name="Google Shape;127;p19" title="image (10).png"/>
          <p:cNvPicPr preferRelativeResize="0"/>
          <p:nvPr/>
        </p:nvPicPr>
        <p:blipFill rotWithShape="1">
          <a:blip r:embed="rId2">
            <a:alphaModFix/>
          </a:blip>
          <a:srcRect b="0" l="0" r="0" t="0"/>
          <a:stretch/>
        </p:blipFill>
        <p:spPr>
          <a:xfrm>
            <a:off x="816395" y="4314788"/>
            <a:ext cx="606379" cy="728918"/>
          </a:xfrm>
          <a:prstGeom prst="rect">
            <a:avLst/>
          </a:prstGeom>
          <a:noFill/>
          <a:ln>
            <a:noFill/>
          </a:ln>
        </p:spPr>
      </p:pic>
      <p:pic>
        <p:nvPicPr>
          <p:cNvPr id="128" name="Google Shape;128;p19"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itleOnly">
  <p:cSld name="TITLE_ONLY">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800"/>
              <a:buFont typeface="Outfit ExtraBold"/>
              <a:buNone/>
              <a:defRPr b="0" sz="4800">
                <a:latin typeface="Outfit ExtraBold"/>
                <a:ea typeface="Outfit ExtraBold"/>
                <a:cs typeface="Outfit ExtraBold"/>
                <a:sym typeface="Outfit Extra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1" name="Google Shape;13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0"/>
          <p:cNvSpPr/>
          <p:nvPr>
            <p:ph idx="2" type="pic"/>
          </p:nvPr>
        </p:nvSpPr>
        <p:spPr>
          <a:xfrm>
            <a:off x="1276350" y="1281825"/>
            <a:ext cx="6591300" cy="3645000"/>
          </a:xfrm>
          <a:prstGeom prst="roundRect">
            <a:avLst>
              <a:gd fmla="val 16667" name="adj"/>
            </a:avLst>
          </a:prstGeom>
          <a:noFill/>
          <a:ln cap="flat" cmpd="sng" w="19050">
            <a:solidFill>
              <a:schemeClr val="accent4"/>
            </a:solidFill>
            <a:prstDash val="solid"/>
            <a:round/>
            <a:headEnd len="sm" w="sm" type="none"/>
            <a:tailEnd len="sm" w="sm" type="none"/>
          </a:ln>
          <a:effectLst>
            <a:outerShdw rotWithShape="0" algn="bl" dir="13500000" dist="38100">
              <a:schemeClr val="accent2"/>
            </a:outerShdw>
          </a:effectLst>
        </p:spPr>
      </p:sp>
      <p:pic>
        <p:nvPicPr>
          <p:cNvPr id="133" name="Google Shape;133;p20" title="image (10).png"/>
          <p:cNvPicPr preferRelativeResize="0"/>
          <p:nvPr/>
        </p:nvPicPr>
        <p:blipFill rotWithShape="1">
          <a:blip r:embed="rId2">
            <a:alphaModFix/>
          </a:blip>
          <a:srcRect b="0" l="0" r="0" t="0"/>
          <a:stretch/>
        </p:blipFill>
        <p:spPr>
          <a:xfrm>
            <a:off x="94616" y="3664116"/>
            <a:ext cx="606379" cy="728918"/>
          </a:xfrm>
          <a:prstGeom prst="rect">
            <a:avLst/>
          </a:prstGeom>
          <a:noFill/>
          <a:ln>
            <a:noFill/>
          </a:ln>
        </p:spPr>
      </p:pic>
      <p:pic>
        <p:nvPicPr>
          <p:cNvPr id="134" name="Google Shape;134;p20"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
    <p:spTree>
      <p:nvGrpSpPr>
        <p:cNvPr id="135" name="Shape 135"/>
        <p:cNvGrpSpPr/>
        <p:nvPr/>
      </p:nvGrpSpPr>
      <p:grpSpPr>
        <a:xfrm>
          <a:off x="0" y="0"/>
          <a:ext cx="0" cy="0"/>
          <a:chOff x="0" y="0"/>
          <a:chExt cx="0" cy="0"/>
        </a:xfrm>
      </p:grpSpPr>
      <p:sp>
        <p:nvSpPr>
          <p:cNvPr id="136" name="Google Shape;13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1"/>
          <p:cNvSpPr txBox="1"/>
          <p:nvPr>
            <p:ph idx="1" type="subTitle"/>
          </p:nvPr>
        </p:nvSpPr>
        <p:spPr>
          <a:xfrm>
            <a:off x="1011150" y="2038125"/>
            <a:ext cx="7121700" cy="743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800"/>
              <a:buFont typeface="Outfit SemiBold"/>
              <a:buNone/>
              <a:defRPr sz="2800">
                <a:latin typeface="Outfit SemiBold"/>
                <a:ea typeface="Outfit SemiBold"/>
                <a:cs typeface="Outfit SemiBold"/>
                <a:sym typeface="Outfit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8" name="Google Shape;138;p21"/>
          <p:cNvSpPr txBox="1"/>
          <p:nvPr>
            <p:ph idx="2" type="subTitle"/>
          </p:nvPr>
        </p:nvSpPr>
        <p:spPr>
          <a:xfrm>
            <a:off x="1011150" y="2926988"/>
            <a:ext cx="7121700" cy="5319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200"/>
              <a:buFont typeface="Outfit"/>
              <a:buNone/>
              <a:defRPr b="1" sz="3200">
                <a:latin typeface="Outfit"/>
                <a:ea typeface="Outfit"/>
                <a:cs typeface="Outfit"/>
                <a:sym typeface="Outfi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139" name="Google Shape;139;p21"/>
          <p:cNvPicPr preferRelativeResize="0"/>
          <p:nvPr/>
        </p:nvPicPr>
        <p:blipFill rotWithShape="1">
          <a:blip r:embed="rId2">
            <a:alphaModFix/>
          </a:blip>
          <a:srcRect b="0" l="0" r="0" t="0"/>
          <a:stretch/>
        </p:blipFill>
        <p:spPr>
          <a:xfrm>
            <a:off x="113125" y="3523675"/>
            <a:ext cx="1533150" cy="1533150"/>
          </a:xfrm>
          <a:prstGeom prst="rect">
            <a:avLst/>
          </a:prstGeom>
          <a:noFill/>
          <a:ln>
            <a:noFill/>
          </a:ln>
        </p:spPr>
      </p:pic>
      <p:pic>
        <p:nvPicPr>
          <p:cNvPr id="140" name="Google Shape;140;p21" title="image (10).png"/>
          <p:cNvPicPr preferRelativeResize="0"/>
          <p:nvPr/>
        </p:nvPicPr>
        <p:blipFill rotWithShape="1">
          <a:blip r:embed="rId3">
            <a:alphaModFix/>
          </a:blip>
          <a:srcRect b="0" l="0" r="0" t="0"/>
          <a:stretch/>
        </p:blipFill>
        <p:spPr>
          <a:xfrm>
            <a:off x="8414770" y="112588"/>
            <a:ext cx="606379" cy="728918"/>
          </a:xfrm>
          <a:prstGeom prst="rect">
            <a:avLst/>
          </a:prstGeom>
          <a:noFill/>
          <a:ln>
            <a:noFill/>
          </a:ln>
        </p:spPr>
      </p:pic>
      <p:pic>
        <p:nvPicPr>
          <p:cNvPr id="141" name="Google Shape;141;p21" title="نشانه تکرنگ سفید (1).png"/>
          <p:cNvPicPr preferRelativeResize="0"/>
          <p:nvPr/>
        </p:nvPicPr>
        <p:blipFill rotWithShape="1">
          <a:blip r:embed="rId4">
            <a:alphaModFix/>
          </a:blip>
          <a:srcRect b="14986" l="11067" r="54658" t="21835"/>
          <a:stretch/>
        </p:blipFill>
        <p:spPr>
          <a:xfrm>
            <a:off x="7598371" y="84280"/>
            <a:ext cx="907674" cy="94104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type="tx">
  <p:cSld name="TITLE_AND_BODY">
    <p:bg>
      <p:bgPr>
        <a:blipFill>
          <a:blip r:embed="rId2">
            <a:alphaModFix/>
          </a:blip>
          <a:stretch>
            <a:fillRect/>
          </a:stretch>
        </a:blipFill>
      </p:bgPr>
    </p:bg>
    <p:spTree>
      <p:nvGrpSpPr>
        <p:cNvPr id="142" name="Shape 142"/>
        <p:cNvGrpSpPr/>
        <p:nvPr/>
      </p:nvGrpSpPr>
      <p:grpSpPr>
        <a:xfrm>
          <a:off x="0" y="0"/>
          <a:ext cx="0" cy="0"/>
          <a:chOff x="0" y="0"/>
          <a:chExt cx="0" cy="0"/>
        </a:xfrm>
      </p:grpSpPr>
      <p:sp>
        <p:nvSpPr>
          <p:cNvPr id="143" name="Google Shape;1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2"/>
          <p:cNvSpPr txBox="1"/>
          <p:nvPr>
            <p:ph type="title"/>
          </p:nvPr>
        </p:nvSpPr>
        <p:spPr>
          <a:xfrm>
            <a:off x="2153100" y="1048950"/>
            <a:ext cx="4837800" cy="3045600"/>
          </a:xfrm>
          <a:prstGeom prst="rect">
            <a:avLst/>
          </a:prstGeom>
          <a:noFill/>
          <a:ln>
            <a:noFill/>
          </a:ln>
          <a:effectLst>
            <a:outerShdw rotWithShape="0" algn="bl" dir="2700000" dist="38100">
              <a:schemeClr val="accent4"/>
            </a:outerShdw>
          </a:effectLst>
        </p:spPr>
        <p:txBody>
          <a:bodyPr anchorCtr="0" anchor="ctr" bIns="91425" lIns="91425" spcFirstLastPara="1" rIns="91425" wrap="square" tIns="91425">
            <a:normAutofit/>
          </a:bodyPr>
          <a:lstStyle>
            <a:lvl1pPr lvl="0" algn="ctr">
              <a:lnSpc>
                <a:spcPct val="100000"/>
              </a:lnSpc>
              <a:spcBef>
                <a:spcPts val="0"/>
              </a:spcBef>
              <a:spcAft>
                <a:spcPts val="0"/>
              </a:spcAft>
              <a:buSzPts val="7200"/>
              <a:buFont typeface="Outfit ExtraBold"/>
              <a:buNone/>
              <a:defRPr b="0" sz="7200">
                <a:latin typeface="Outfit ExtraBold"/>
                <a:ea typeface="Outfit ExtraBold"/>
                <a:cs typeface="Outfit ExtraBold"/>
                <a:sym typeface="Outfit ExtraBold"/>
              </a:defRPr>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pic>
        <p:nvPicPr>
          <p:cNvPr id="145" name="Google Shape;145;p22"/>
          <p:cNvPicPr preferRelativeResize="0"/>
          <p:nvPr/>
        </p:nvPicPr>
        <p:blipFill rotWithShape="1">
          <a:blip r:embed="rId3">
            <a:alphaModFix/>
          </a:blip>
          <a:srcRect b="0" l="0" r="0" t="0"/>
          <a:stretch/>
        </p:blipFill>
        <p:spPr>
          <a:xfrm>
            <a:off x="71400" y="3208525"/>
            <a:ext cx="1848299" cy="18482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48" name="Google Shape;148;p23" title="image (10).png"/>
          <p:cNvPicPr preferRelativeResize="0"/>
          <p:nvPr/>
        </p:nvPicPr>
        <p:blipFill rotWithShape="1">
          <a:blip r:embed="rId2">
            <a:alphaModFix/>
          </a:blip>
          <a:srcRect b="0" l="0" r="0" t="0"/>
          <a:stretch/>
        </p:blipFill>
        <p:spPr>
          <a:xfrm>
            <a:off x="816395" y="4314788"/>
            <a:ext cx="606379" cy="728918"/>
          </a:xfrm>
          <a:prstGeom prst="rect">
            <a:avLst/>
          </a:prstGeom>
          <a:noFill/>
          <a:ln>
            <a:noFill/>
          </a:ln>
        </p:spPr>
      </p:pic>
      <p:pic>
        <p:nvPicPr>
          <p:cNvPr id="149" name="Google Shape;149;p23"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26d6a479630dadd_23_0)">
  <p:cSld name="Generated (h126d6a479630dadd_23_0)">
    <p:spTree>
      <p:nvGrpSpPr>
        <p:cNvPr id="150" name="Shape 15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1" name="Shape 151"/>
        <p:cNvGrpSpPr/>
        <p:nvPr/>
      </p:nvGrpSpPr>
      <p:grpSpPr>
        <a:xfrm>
          <a:off x="0" y="0"/>
          <a:ext cx="0" cy="0"/>
          <a:chOff x="0" y="0"/>
          <a:chExt cx="0" cy="0"/>
        </a:xfrm>
      </p:grpSpPr>
      <p:pic>
        <p:nvPicPr>
          <p:cNvPr id="152" name="Google Shape;152;p25"/>
          <p:cNvPicPr preferRelativeResize="0"/>
          <p:nvPr/>
        </p:nvPicPr>
        <p:blipFill rotWithShape="1">
          <a:blip r:embed="rId2">
            <a:alphaModFix/>
          </a:blip>
          <a:srcRect b="0" l="0" r="0" t="0"/>
          <a:stretch/>
        </p:blipFill>
        <p:spPr>
          <a:xfrm>
            <a:off x="2429" y="-12872"/>
            <a:ext cx="9139139" cy="5143499"/>
          </a:xfrm>
          <a:prstGeom prst="rect">
            <a:avLst/>
          </a:prstGeom>
          <a:noFill/>
          <a:ln>
            <a:noFill/>
          </a:ln>
        </p:spPr>
      </p:pic>
      <p:sp>
        <p:nvSpPr>
          <p:cNvPr id="153" name="Google Shape;153;p25"/>
          <p:cNvSpPr txBox="1"/>
          <p:nvPr>
            <p:ph type="ctrTitle"/>
          </p:nvPr>
        </p:nvSpPr>
        <p:spPr>
          <a:xfrm>
            <a:off x="172400" y="837125"/>
            <a:ext cx="7694700" cy="1345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Font typeface="Outfit Black"/>
              <a:buNone/>
              <a:defRPr b="0" sz="4200">
                <a:solidFill>
                  <a:schemeClr val="lt1"/>
                </a:solidFill>
                <a:latin typeface="Outfit Black"/>
                <a:ea typeface="Outfit Black"/>
                <a:cs typeface="Outfit Black"/>
                <a:sym typeface="Outfit Black"/>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4" name="Google Shape;154;p25"/>
          <p:cNvSpPr txBox="1"/>
          <p:nvPr>
            <p:ph idx="1" type="subTitle"/>
          </p:nvPr>
        </p:nvSpPr>
        <p:spPr>
          <a:xfrm>
            <a:off x="172400" y="1686200"/>
            <a:ext cx="4003200" cy="1022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2"/>
              </a:buClr>
              <a:buSzPts val="2100"/>
              <a:buFont typeface="Outfit Medium"/>
              <a:buNone/>
              <a:defRPr sz="2100">
                <a:solidFill>
                  <a:schemeClr val="lt2"/>
                </a:solidFill>
                <a:latin typeface="Outfit Medium"/>
                <a:ea typeface="Outfit Medium"/>
                <a:cs typeface="Outfit Medium"/>
                <a:sym typeface="Outfit Medium"/>
              </a:defRPr>
            </a:lvl1pPr>
            <a:lvl2pPr lvl="1" algn="ctr">
              <a:lnSpc>
                <a:spcPct val="100000"/>
              </a:lnSpc>
              <a:spcBef>
                <a:spcPts val="0"/>
              </a:spcBef>
              <a:spcAft>
                <a:spcPts val="0"/>
              </a:spcAft>
              <a:buClr>
                <a:schemeClr val="lt2"/>
              </a:buClr>
              <a:buSzPts val="2800"/>
              <a:buNone/>
              <a:defRPr sz="2800">
                <a:solidFill>
                  <a:schemeClr val="lt2"/>
                </a:solidFill>
              </a:defRPr>
            </a:lvl2pPr>
            <a:lvl3pPr lvl="2" algn="ctr">
              <a:lnSpc>
                <a:spcPct val="100000"/>
              </a:lnSpc>
              <a:spcBef>
                <a:spcPts val="0"/>
              </a:spcBef>
              <a:spcAft>
                <a:spcPts val="0"/>
              </a:spcAft>
              <a:buClr>
                <a:schemeClr val="lt2"/>
              </a:buClr>
              <a:buSzPts val="2800"/>
              <a:buNone/>
              <a:defRPr sz="2800">
                <a:solidFill>
                  <a:schemeClr val="lt2"/>
                </a:solidFill>
              </a:defRPr>
            </a:lvl3pPr>
            <a:lvl4pPr lvl="3" algn="ctr">
              <a:lnSpc>
                <a:spcPct val="100000"/>
              </a:lnSpc>
              <a:spcBef>
                <a:spcPts val="0"/>
              </a:spcBef>
              <a:spcAft>
                <a:spcPts val="0"/>
              </a:spcAft>
              <a:buClr>
                <a:schemeClr val="lt2"/>
              </a:buClr>
              <a:buSzPts val="2800"/>
              <a:buNone/>
              <a:defRPr sz="2800">
                <a:solidFill>
                  <a:schemeClr val="lt2"/>
                </a:solidFill>
              </a:defRPr>
            </a:lvl4pPr>
            <a:lvl5pPr lvl="4" algn="ctr">
              <a:lnSpc>
                <a:spcPct val="100000"/>
              </a:lnSpc>
              <a:spcBef>
                <a:spcPts val="0"/>
              </a:spcBef>
              <a:spcAft>
                <a:spcPts val="0"/>
              </a:spcAft>
              <a:buClr>
                <a:schemeClr val="lt2"/>
              </a:buClr>
              <a:buSzPts val="2800"/>
              <a:buNone/>
              <a:defRPr sz="2800">
                <a:solidFill>
                  <a:schemeClr val="lt2"/>
                </a:solidFill>
              </a:defRPr>
            </a:lvl5pPr>
            <a:lvl6pPr lvl="5" algn="ctr">
              <a:lnSpc>
                <a:spcPct val="100000"/>
              </a:lnSpc>
              <a:spcBef>
                <a:spcPts val="0"/>
              </a:spcBef>
              <a:spcAft>
                <a:spcPts val="0"/>
              </a:spcAft>
              <a:buClr>
                <a:schemeClr val="lt2"/>
              </a:buClr>
              <a:buSzPts val="2800"/>
              <a:buNone/>
              <a:defRPr sz="2800">
                <a:solidFill>
                  <a:schemeClr val="lt2"/>
                </a:solidFill>
              </a:defRPr>
            </a:lvl6pPr>
            <a:lvl7pPr lvl="6" algn="ctr">
              <a:lnSpc>
                <a:spcPct val="100000"/>
              </a:lnSpc>
              <a:spcBef>
                <a:spcPts val="0"/>
              </a:spcBef>
              <a:spcAft>
                <a:spcPts val="0"/>
              </a:spcAft>
              <a:buClr>
                <a:schemeClr val="lt2"/>
              </a:buClr>
              <a:buSzPts val="2800"/>
              <a:buNone/>
              <a:defRPr sz="2800">
                <a:solidFill>
                  <a:schemeClr val="lt2"/>
                </a:solidFill>
              </a:defRPr>
            </a:lvl7pPr>
            <a:lvl8pPr lvl="7" algn="ctr">
              <a:lnSpc>
                <a:spcPct val="100000"/>
              </a:lnSpc>
              <a:spcBef>
                <a:spcPts val="0"/>
              </a:spcBef>
              <a:spcAft>
                <a:spcPts val="0"/>
              </a:spcAft>
              <a:buClr>
                <a:schemeClr val="lt2"/>
              </a:buClr>
              <a:buSzPts val="2800"/>
              <a:buNone/>
              <a:defRPr sz="2800">
                <a:solidFill>
                  <a:schemeClr val="lt2"/>
                </a:solidFill>
              </a:defRPr>
            </a:lvl8pPr>
            <a:lvl9pPr lvl="8" algn="ctr">
              <a:lnSpc>
                <a:spcPct val="100000"/>
              </a:lnSpc>
              <a:spcBef>
                <a:spcPts val="0"/>
              </a:spcBef>
              <a:spcAft>
                <a:spcPts val="0"/>
              </a:spcAft>
              <a:buClr>
                <a:schemeClr val="lt2"/>
              </a:buClr>
              <a:buSzPts val="2800"/>
              <a:buNone/>
              <a:defRPr sz="2800">
                <a:solidFill>
                  <a:schemeClr val="lt2"/>
                </a:solidFill>
              </a:defRPr>
            </a:lvl9pPr>
          </a:lstStyle>
          <a:p/>
        </p:txBody>
      </p:sp>
      <p:sp>
        <p:nvSpPr>
          <p:cNvPr id="155" name="Google Shape;15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56" name="Google Shape;156;p25"/>
          <p:cNvGrpSpPr/>
          <p:nvPr/>
        </p:nvGrpSpPr>
        <p:grpSpPr>
          <a:xfrm>
            <a:off x="172400" y="105650"/>
            <a:ext cx="3597900" cy="677100"/>
            <a:chOff x="311700" y="119675"/>
            <a:chExt cx="3597900" cy="677100"/>
          </a:xfrm>
        </p:grpSpPr>
        <p:sp>
          <p:nvSpPr>
            <p:cNvPr id="157" name="Google Shape;157;p25"/>
            <p:cNvSpPr txBox="1"/>
            <p:nvPr/>
          </p:nvSpPr>
          <p:spPr>
            <a:xfrm>
              <a:off x="311700" y="119675"/>
              <a:ext cx="35979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pc="0" sz="3200" u="none" cap="none" strike="noStrike">
                  <a:solidFill>
                    <a:schemeClr val="lt1"/>
                  </a:solidFill>
                  <a:latin typeface="Outfit Black"/>
                  <a:ea typeface="Outfit Black"/>
                  <a:cs typeface="Outfit Black"/>
                  <a:sym typeface="Outfit Black"/>
                </a:rPr>
                <a:t>Linux Fest</a:t>
              </a:r>
              <a:endParaRPr b="0" i="0" spc="0" sz="3200" u="none" cap="none" strike="noStrike">
                <a:solidFill>
                  <a:schemeClr val="lt1"/>
                </a:solidFill>
                <a:latin typeface="Outfit Black"/>
                <a:ea typeface="Outfit Black"/>
                <a:cs typeface="Outfit Black"/>
                <a:sym typeface="Outfit Black"/>
              </a:endParaRPr>
            </a:p>
          </p:txBody>
        </p:sp>
        <p:cxnSp>
          <p:nvCxnSpPr>
            <p:cNvPr id="158" name="Google Shape;158;p25"/>
            <p:cNvCxnSpPr/>
            <p:nvPr/>
          </p:nvCxnSpPr>
          <p:spPr>
            <a:xfrm>
              <a:off x="388375" y="665525"/>
              <a:ext cx="1995000" cy="4800"/>
            </a:xfrm>
            <a:prstGeom prst="straightConnector1">
              <a:avLst/>
            </a:prstGeom>
            <a:noFill/>
            <a:ln cap="flat" cmpd="sng" w="38100">
              <a:solidFill>
                <a:schemeClr val="accent4"/>
              </a:solidFill>
              <a:prstDash val="solid"/>
              <a:round/>
              <a:headEnd len="sm" w="sm" type="none"/>
              <a:tailEnd len="sm" w="sm" type="none"/>
            </a:ln>
          </p:spPr>
        </p:cxnSp>
        <p:sp>
          <p:nvSpPr>
            <p:cNvPr id="159" name="Google Shape;159;p25"/>
            <p:cNvSpPr txBox="1"/>
            <p:nvPr/>
          </p:nvSpPr>
          <p:spPr>
            <a:xfrm>
              <a:off x="2338075" y="470306"/>
              <a:ext cx="756900" cy="28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pc="0" sz="1200" u="none" cap="none" strike="noStrike">
                  <a:solidFill>
                    <a:schemeClr val="accent4"/>
                  </a:solidFill>
                  <a:latin typeface="Alexandria Black"/>
                  <a:ea typeface="Alexandria Black"/>
                  <a:cs typeface="Alexandria Black"/>
                  <a:sym typeface="Alexandria Black"/>
                </a:rPr>
                <a:t>2026</a:t>
              </a:r>
              <a:endParaRPr b="0" i="0" spc="0" sz="1200" u="none" cap="none" strike="noStrike">
                <a:solidFill>
                  <a:schemeClr val="accent4"/>
                </a:solidFill>
                <a:latin typeface="Alexandria Black"/>
                <a:ea typeface="Alexandria Black"/>
                <a:cs typeface="Alexandria Black"/>
                <a:sym typeface="Alexandria Black"/>
              </a:endParaRPr>
            </a:p>
          </p:txBody>
        </p:sp>
      </p:grpSp>
      <p:pic>
        <p:nvPicPr>
          <p:cNvPr id="160" name="Google Shape;160;p25" title="image (10).png"/>
          <p:cNvPicPr preferRelativeResize="0"/>
          <p:nvPr/>
        </p:nvPicPr>
        <p:blipFill rotWithShape="1">
          <a:blip r:embed="rId3">
            <a:alphaModFix/>
          </a:blip>
          <a:srcRect b="0" l="0" r="0" t="0"/>
          <a:stretch/>
        </p:blipFill>
        <p:spPr>
          <a:xfrm>
            <a:off x="8414770" y="133963"/>
            <a:ext cx="606379" cy="728918"/>
          </a:xfrm>
          <a:prstGeom prst="rect">
            <a:avLst/>
          </a:prstGeom>
          <a:noFill/>
          <a:ln>
            <a:noFill/>
          </a:ln>
        </p:spPr>
      </p:pic>
      <p:pic>
        <p:nvPicPr>
          <p:cNvPr id="161" name="Google Shape;161;p25" title="نشانه تکرنگ سفید (1).png"/>
          <p:cNvPicPr preferRelativeResize="0"/>
          <p:nvPr/>
        </p:nvPicPr>
        <p:blipFill rotWithShape="1">
          <a:blip r:embed="rId4">
            <a:alphaModFix/>
          </a:blip>
          <a:srcRect b="14986" l="11067" r="54658" t="21835"/>
          <a:stretch/>
        </p:blipFill>
        <p:spPr>
          <a:xfrm>
            <a:off x="7598371" y="105655"/>
            <a:ext cx="907674" cy="94104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on" type="secHead">
  <p:cSld name="SECTION_HEADER">
    <p:bg>
      <p:bgPr>
        <a:solidFill>
          <a:schemeClr val="lt2"/>
        </a:solidFill>
      </p:bgPr>
    </p:bg>
    <p:spTree>
      <p:nvGrpSpPr>
        <p:cNvPr id="162" name="Shape 162"/>
        <p:cNvGrpSpPr/>
        <p:nvPr/>
      </p:nvGrpSpPr>
      <p:grpSpPr>
        <a:xfrm>
          <a:off x="0" y="0"/>
          <a:ext cx="0" cy="0"/>
          <a:chOff x="0" y="0"/>
          <a:chExt cx="0" cy="0"/>
        </a:xfrm>
      </p:grpSpPr>
      <p:sp>
        <p:nvSpPr>
          <p:cNvPr id="163" name="Google Shape;16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6"/>
          <p:cNvSpPr txBox="1"/>
          <p:nvPr/>
        </p:nvSpPr>
        <p:spPr>
          <a:xfrm>
            <a:off x="311500" y="393875"/>
            <a:ext cx="38301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75000"/>
              </a:lnSpc>
              <a:spcBef>
                <a:spcPts val="0"/>
              </a:spcBef>
              <a:spcAft>
                <a:spcPts val="0"/>
              </a:spcAft>
              <a:buClr>
                <a:srgbClr val="000000"/>
              </a:buClr>
              <a:buSzPts val="6400"/>
              <a:buFont typeface="Arial"/>
              <a:buNone/>
            </a:pPr>
            <a:r>
              <a:rPr b="0" i="0" lang="en" spc="0" sz="6400" u="none" cap="none" strike="noStrike">
                <a:solidFill>
                  <a:schemeClr val="accent1"/>
                </a:solidFill>
                <a:latin typeface="Alexandria Black"/>
                <a:ea typeface="Alexandria Black"/>
                <a:cs typeface="Alexandria Black"/>
                <a:sym typeface="Alexandria Black"/>
              </a:rPr>
              <a:t>WHAT’S ON</a:t>
            </a:r>
            <a:endParaRPr b="0" i="0" spc="0" sz="6400" u="none" cap="none" strike="noStrike">
              <a:solidFill>
                <a:schemeClr val="accent1"/>
              </a:solidFill>
              <a:latin typeface="Alexandria Black"/>
              <a:ea typeface="Alexandria Black"/>
              <a:cs typeface="Alexandria Black"/>
              <a:sym typeface="Alexandria Black"/>
            </a:endParaRPr>
          </a:p>
        </p:txBody>
      </p:sp>
      <p:cxnSp>
        <p:nvCxnSpPr>
          <p:cNvPr id="165" name="Google Shape;165;p26"/>
          <p:cNvCxnSpPr/>
          <p:nvPr/>
        </p:nvCxnSpPr>
        <p:spPr>
          <a:xfrm>
            <a:off x="430625" y="1979450"/>
            <a:ext cx="604200" cy="300"/>
          </a:xfrm>
          <a:prstGeom prst="straightConnector1">
            <a:avLst/>
          </a:prstGeom>
          <a:noFill/>
          <a:ln cap="flat" cmpd="sng" w="76200">
            <a:solidFill>
              <a:schemeClr val="accent4"/>
            </a:solidFill>
            <a:prstDash val="solid"/>
            <a:round/>
            <a:headEnd len="sm" w="sm" type="none"/>
            <a:tailEnd len="sm" w="sm" type="none"/>
          </a:ln>
        </p:spPr>
      </p:cxnSp>
      <p:sp>
        <p:nvSpPr>
          <p:cNvPr id="166" name="Google Shape;166;p26"/>
          <p:cNvSpPr txBox="1"/>
          <p:nvPr/>
        </p:nvSpPr>
        <p:spPr>
          <a:xfrm>
            <a:off x="4029525" y="566072"/>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01</a:t>
            </a:r>
            <a:endParaRPr b="0" i="0" spc="0" sz="9000" u="none" cap="none" strike="noStrike">
              <a:solidFill>
                <a:srgbClr val="DAE9F5"/>
              </a:solidFill>
              <a:latin typeface="Outfit Black"/>
              <a:ea typeface="Outfit Black"/>
              <a:cs typeface="Outfit Black"/>
              <a:sym typeface="Outfit Black"/>
            </a:endParaRPr>
          </a:p>
        </p:txBody>
      </p:sp>
      <p:sp>
        <p:nvSpPr>
          <p:cNvPr id="167" name="Google Shape;167;p26"/>
          <p:cNvSpPr txBox="1"/>
          <p:nvPr/>
        </p:nvSpPr>
        <p:spPr>
          <a:xfrm>
            <a:off x="3869449" y="1786797"/>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02</a:t>
            </a:r>
            <a:endParaRPr b="0" i="0" spc="0" sz="9000" u="none" cap="none" strike="noStrike">
              <a:solidFill>
                <a:srgbClr val="DAE9F5"/>
              </a:solidFill>
              <a:latin typeface="Outfit Black"/>
              <a:ea typeface="Outfit Black"/>
              <a:cs typeface="Outfit Black"/>
              <a:sym typeface="Outfit Black"/>
            </a:endParaRPr>
          </a:p>
        </p:txBody>
      </p:sp>
      <p:sp>
        <p:nvSpPr>
          <p:cNvPr id="168" name="Google Shape;168;p26"/>
          <p:cNvSpPr txBox="1"/>
          <p:nvPr/>
        </p:nvSpPr>
        <p:spPr>
          <a:xfrm>
            <a:off x="3869450" y="3007547"/>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03</a:t>
            </a:r>
            <a:endParaRPr b="0" i="0" spc="0" sz="9000" u="none" cap="none" strike="noStrike">
              <a:solidFill>
                <a:srgbClr val="DAE9F5"/>
              </a:solidFill>
              <a:latin typeface="Outfit Black"/>
              <a:ea typeface="Outfit Black"/>
              <a:cs typeface="Outfit Black"/>
              <a:sym typeface="Outfit Black"/>
            </a:endParaRPr>
          </a:p>
        </p:txBody>
      </p:sp>
      <p:cxnSp>
        <p:nvCxnSpPr>
          <p:cNvPr id="169" name="Google Shape;169;p26"/>
          <p:cNvCxnSpPr/>
          <p:nvPr/>
        </p:nvCxnSpPr>
        <p:spPr>
          <a:xfrm>
            <a:off x="4050725" y="1948950"/>
            <a:ext cx="4970400" cy="18300"/>
          </a:xfrm>
          <a:prstGeom prst="straightConnector1">
            <a:avLst/>
          </a:prstGeom>
          <a:noFill/>
          <a:ln cap="flat" cmpd="sng" w="9525">
            <a:solidFill>
              <a:schemeClr val="accent3"/>
            </a:solidFill>
            <a:prstDash val="solid"/>
            <a:round/>
            <a:headEnd len="sm" w="sm" type="none"/>
            <a:tailEnd len="sm" w="sm" type="none"/>
          </a:ln>
        </p:spPr>
      </p:cxnSp>
      <p:cxnSp>
        <p:nvCxnSpPr>
          <p:cNvPr id="170" name="Google Shape;170;p26"/>
          <p:cNvCxnSpPr/>
          <p:nvPr/>
        </p:nvCxnSpPr>
        <p:spPr>
          <a:xfrm flipH="1">
            <a:off x="5386125" y="2579111"/>
            <a:ext cx="278100" cy="300"/>
          </a:xfrm>
          <a:prstGeom prst="straightConnector1">
            <a:avLst/>
          </a:prstGeom>
          <a:noFill/>
          <a:ln cap="flat" cmpd="sng" w="76200">
            <a:solidFill>
              <a:schemeClr val="accent4"/>
            </a:solidFill>
            <a:prstDash val="solid"/>
            <a:round/>
            <a:headEnd len="sm" w="sm" type="none"/>
            <a:tailEnd len="sm" w="sm" type="none"/>
          </a:ln>
        </p:spPr>
      </p:cxnSp>
      <p:cxnSp>
        <p:nvCxnSpPr>
          <p:cNvPr id="171" name="Google Shape;171;p26"/>
          <p:cNvCxnSpPr/>
          <p:nvPr/>
        </p:nvCxnSpPr>
        <p:spPr>
          <a:xfrm>
            <a:off x="4050725" y="3191250"/>
            <a:ext cx="4970400" cy="18300"/>
          </a:xfrm>
          <a:prstGeom prst="straightConnector1">
            <a:avLst/>
          </a:prstGeom>
          <a:noFill/>
          <a:ln cap="flat" cmpd="sng" w="9525">
            <a:solidFill>
              <a:schemeClr val="accent3"/>
            </a:solidFill>
            <a:prstDash val="solid"/>
            <a:round/>
            <a:headEnd len="sm" w="sm" type="none"/>
            <a:tailEnd len="sm" w="sm" type="none"/>
          </a:ln>
        </p:spPr>
      </p:cxnSp>
      <p:sp>
        <p:nvSpPr>
          <p:cNvPr id="172" name="Google Shape;172;p26"/>
          <p:cNvSpPr txBox="1"/>
          <p:nvPr>
            <p:ph type="title"/>
          </p:nvPr>
        </p:nvSpPr>
        <p:spPr>
          <a:xfrm>
            <a:off x="5664225" y="873125"/>
            <a:ext cx="3357000" cy="1075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173" name="Google Shape;173;p26"/>
          <p:cNvSpPr txBox="1"/>
          <p:nvPr>
            <p:ph idx="2" type="title"/>
          </p:nvPr>
        </p:nvSpPr>
        <p:spPr>
          <a:xfrm>
            <a:off x="5664225" y="3209550"/>
            <a:ext cx="3357000" cy="1127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174" name="Google Shape;174;p26"/>
          <p:cNvSpPr txBox="1"/>
          <p:nvPr>
            <p:ph idx="3" type="title"/>
          </p:nvPr>
        </p:nvSpPr>
        <p:spPr>
          <a:xfrm>
            <a:off x="5664250" y="1948950"/>
            <a:ext cx="3357000" cy="1242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cxnSp>
        <p:nvCxnSpPr>
          <p:cNvPr id="175" name="Google Shape;175;p26"/>
          <p:cNvCxnSpPr>
            <a:stCxn id="172" idx="1"/>
          </p:cNvCxnSpPr>
          <p:nvPr/>
        </p:nvCxnSpPr>
        <p:spPr>
          <a:xfrm flipH="1">
            <a:off x="5386125" y="1411025"/>
            <a:ext cx="278100" cy="300"/>
          </a:xfrm>
          <a:prstGeom prst="straightConnector1">
            <a:avLst/>
          </a:prstGeom>
          <a:noFill/>
          <a:ln cap="flat" cmpd="sng" w="76200">
            <a:solidFill>
              <a:schemeClr val="accent4"/>
            </a:solidFill>
            <a:prstDash val="solid"/>
            <a:round/>
            <a:headEnd len="sm" w="sm" type="none"/>
            <a:tailEnd len="sm" w="sm" type="none"/>
          </a:ln>
        </p:spPr>
      </p:cxnSp>
      <p:cxnSp>
        <p:nvCxnSpPr>
          <p:cNvPr id="176" name="Google Shape;176;p26"/>
          <p:cNvCxnSpPr/>
          <p:nvPr/>
        </p:nvCxnSpPr>
        <p:spPr>
          <a:xfrm flipH="1">
            <a:off x="5386125" y="3792361"/>
            <a:ext cx="278100" cy="300"/>
          </a:xfrm>
          <a:prstGeom prst="straightConnector1">
            <a:avLst/>
          </a:prstGeom>
          <a:noFill/>
          <a:ln cap="flat" cmpd="sng" w="76200">
            <a:solidFill>
              <a:schemeClr val="accent4"/>
            </a:solidFill>
            <a:prstDash val="solid"/>
            <a:round/>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MAIN_POINT_1">
    <p:bg>
      <p:bgPr>
        <a:blipFill>
          <a:blip r:embed="rId2">
            <a:alphaModFix/>
          </a:blip>
          <a:stretch>
            <a:fillRect/>
          </a:stretch>
        </a:blipFill>
      </p:bgPr>
    </p:bg>
    <p:spTree>
      <p:nvGrpSpPr>
        <p:cNvPr id="177" name="Shape 177"/>
        <p:cNvGrpSpPr/>
        <p:nvPr/>
      </p:nvGrpSpPr>
      <p:grpSpPr>
        <a:xfrm>
          <a:off x="0" y="0"/>
          <a:ext cx="0" cy="0"/>
          <a:chOff x="0" y="0"/>
          <a:chExt cx="0" cy="0"/>
        </a:xfrm>
      </p:grpSpPr>
      <p:sp>
        <p:nvSpPr>
          <p:cNvPr id="178" name="Google Shape;17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7"/>
          <p:cNvSpPr txBox="1"/>
          <p:nvPr>
            <p:ph idx="1" type="subTitle"/>
          </p:nvPr>
        </p:nvSpPr>
        <p:spPr>
          <a:xfrm>
            <a:off x="1011150" y="2038127"/>
            <a:ext cx="7121700" cy="624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800"/>
              <a:buFont typeface="Outfit SemiBold"/>
              <a:buNone/>
              <a:defRPr sz="2800">
                <a:solidFill>
                  <a:schemeClr val="accent1"/>
                </a:solidFill>
                <a:latin typeface="Outfit SemiBold"/>
                <a:ea typeface="Outfit SemiBold"/>
                <a:cs typeface="Outfit SemiBold"/>
                <a:sym typeface="Outfit SemiBold"/>
              </a:defRPr>
            </a:lvl1pPr>
            <a:lvl2pPr lvl="1" algn="l">
              <a:lnSpc>
                <a:spcPct val="115000"/>
              </a:lnSpc>
              <a:spcBef>
                <a:spcPts val="0"/>
              </a:spcBef>
              <a:spcAft>
                <a:spcPts val="0"/>
              </a:spcAft>
              <a:buClr>
                <a:schemeClr val="accent2"/>
              </a:buClr>
              <a:buSzPts val="1400"/>
              <a:buNone/>
              <a:defRPr>
                <a:solidFill>
                  <a:schemeClr val="accent2"/>
                </a:solidFill>
              </a:defRPr>
            </a:lvl2pPr>
            <a:lvl3pPr lvl="2" algn="l">
              <a:lnSpc>
                <a:spcPct val="115000"/>
              </a:lnSpc>
              <a:spcBef>
                <a:spcPts val="0"/>
              </a:spcBef>
              <a:spcAft>
                <a:spcPts val="0"/>
              </a:spcAft>
              <a:buClr>
                <a:schemeClr val="accent2"/>
              </a:buClr>
              <a:buSzPts val="1400"/>
              <a:buNone/>
              <a:defRPr>
                <a:solidFill>
                  <a:schemeClr val="accent2"/>
                </a:solidFill>
              </a:defRPr>
            </a:lvl3pPr>
            <a:lvl4pPr lvl="3" algn="l">
              <a:lnSpc>
                <a:spcPct val="115000"/>
              </a:lnSpc>
              <a:spcBef>
                <a:spcPts val="0"/>
              </a:spcBef>
              <a:spcAft>
                <a:spcPts val="0"/>
              </a:spcAft>
              <a:buClr>
                <a:schemeClr val="accent2"/>
              </a:buClr>
              <a:buSzPts val="1400"/>
              <a:buNone/>
              <a:defRPr>
                <a:solidFill>
                  <a:schemeClr val="accent2"/>
                </a:solidFill>
              </a:defRPr>
            </a:lvl4pPr>
            <a:lvl5pPr lvl="4" algn="l">
              <a:lnSpc>
                <a:spcPct val="115000"/>
              </a:lnSpc>
              <a:spcBef>
                <a:spcPts val="0"/>
              </a:spcBef>
              <a:spcAft>
                <a:spcPts val="0"/>
              </a:spcAft>
              <a:buClr>
                <a:schemeClr val="accent2"/>
              </a:buClr>
              <a:buSzPts val="1400"/>
              <a:buNone/>
              <a:defRPr>
                <a:solidFill>
                  <a:schemeClr val="accent2"/>
                </a:solidFill>
              </a:defRPr>
            </a:lvl5pPr>
            <a:lvl6pPr lvl="5" algn="l">
              <a:lnSpc>
                <a:spcPct val="115000"/>
              </a:lnSpc>
              <a:spcBef>
                <a:spcPts val="0"/>
              </a:spcBef>
              <a:spcAft>
                <a:spcPts val="0"/>
              </a:spcAft>
              <a:buClr>
                <a:schemeClr val="accent2"/>
              </a:buClr>
              <a:buSzPts val="1400"/>
              <a:buNone/>
              <a:defRPr>
                <a:solidFill>
                  <a:schemeClr val="accent2"/>
                </a:solidFill>
              </a:defRPr>
            </a:lvl6pPr>
            <a:lvl7pPr lvl="6" algn="l">
              <a:lnSpc>
                <a:spcPct val="115000"/>
              </a:lnSpc>
              <a:spcBef>
                <a:spcPts val="0"/>
              </a:spcBef>
              <a:spcAft>
                <a:spcPts val="0"/>
              </a:spcAft>
              <a:buClr>
                <a:schemeClr val="accent2"/>
              </a:buClr>
              <a:buSzPts val="1400"/>
              <a:buNone/>
              <a:defRPr>
                <a:solidFill>
                  <a:schemeClr val="accent2"/>
                </a:solidFill>
              </a:defRPr>
            </a:lvl7pPr>
            <a:lvl8pPr lvl="7" algn="l">
              <a:lnSpc>
                <a:spcPct val="115000"/>
              </a:lnSpc>
              <a:spcBef>
                <a:spcPts val="0"/>
              </a:spcBef>
              <a:spcAft>
                <a:spcPts val="0"/>
              </a:spcAft>
              <a:buClr>
                <a:schemeClr val="accent2"/>
              </a:buClr>
              <a:buSzPts val="1400"/>
              <a:buNone/>
              <a:defRPr>
                <a:solidFill>
                  <a:schemeClr val="accent2"/>
                </a:solidFill>
              </a:defRPr>
            </a:lvl8pPr>
            <a:lvl9pPr lvl="8" algn="l">
              <a:lnSpc>
                <a:spcPct val="115000"/>
              </a:lnSpc>
              <a:spcBef>
                <a:spcPts val="0"/>
              </a:spcBef>
              <a:spcAft>
                <a:spcPts val="0"/>
              </a:spcAft>
              <a:buClr>
                <a:schemeClr val="accent2"/>
              </a:buClr>
              <a:buSzPts val="1400"/>
              <a:buNone/>
              <a:defRPr>
                <a:solidFill>
                  <a:schemeClr val="accent2"/>
                </a:solidFill>
              </a:defRPr>
            </a:lvl9pPr>
          </a:lstStyle>
          <a:p/>
        </p:txBody>
      </p:sp>
      <p:sp>
        <p:nvSpPr>
          <p:cNvPr id="180" name="Google Shape;180;p27"/>
          <p:cNvSpPr txBox="1"/>
          <p:nvPr>
            <p:ph idx="2" type="subTitle"/>
          </p:nvPr>
        </p:nvSpPr>
        <p:spPr>
          <a:xfrm>
            <a:off x="1011150" y="2926988"/>
            <a:ext cx="7121700" cy="5319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accent2"/>
              </a:buClr>
              <a:buSzPts val="3200"/>
              <a:buFont typeface="Outfit"/>
              <a:buNone/>
              <a:defRPr b="1" sz="3200">
                <a:solidFill>
                  <a:schemeClr val="accent2"/>
                </a:solidFill>
                <a:latin typeface="Outfit"/>
                <a:ea typeface="Outfit"/>
                <a:cs typeface="Outfit"/>
                <a:sym typeface="Outfit"/>
              </a:defRPr>
            </a:lvl1pPr>
            <a:lvl2pPr lvl="1" algn="l">
              <a:lnSpc>
                <a:spcPct val="115000"/>
              </a:lnSpc>
              <a:spcBef>
                <a:spcPts val="0"/>
              </a:spcBef>
              <a:spcAft>
                <a:spcPts val="0"/>
              </a:spcAft>
              <a:buClr>
                <a:schemeClr val="accent2"/>
              </a:buClr>
              <a:buSzPts val="1400"/>
              <a:buNone/>
              <a:defRPr>
                <a:solidFill>
                  <a:schemeClr val="accent2"/>
                </a:solidFill>
              </a:defRPr>
            </a:lvl2pPr>
            <a:lvl3pPr lvl="2" algn="l">
              <a:lnSpc>
                <a:spcPct val="115000"/>
              </a:lnSpc>
              <a:spcBef>
                <a:spcPts val="0"/>
              </a:spcBef>
              <a:spcAft>
                <a:spcPts val="0"/>
              </a:spcAft>
              <a:buClr>
                <a:schemeClr val="accent2"/>
              </a:buClr>
              <a:buSzPts val="1400"/>
              <a:buNone/>
              <a:defRPr>
                <a:solidFill>
                  <a:schemeClr val="accent2"/>
                </a:solidFill>
              </a:defRPr>
            </a:lvl3pPr>
            <a:lvl4pPr lvl="3" algn="l">
              <a:lnSpc>
                <a:spcPct val="115000"/>
              </a:lnSpc>
              <a:spcBef>
                <a:spcPts val="0"/>
              </a:spcBef>
              <a:spcAft>
                <a:spcPts val="0"/>
              </a:spcAft>
              <a:buClr>
                <a:schemeClr val="accent2"/>
              </a:buClr>
              <a:buSzPts val="1400"/>
              <a:buNone/>
              <a:defRPr>
                <a:solidFill>
                  <a:schemeClr val="accent2"/>
                </a:solidFill>
              </a:defRPr>
            </a:lvl4pPr>
            <a:lvl5pPr lvl="4" algn="l">
              <a:lnSpc>
                <a:spcPct val="115000"/>
              </a:lnSpc>
              <a:spcBef>
                <a:spcPts val="0"/>
              </a:spcBef>
              <a:spcAft>
                <a:spcPts val="0"/>
              </a:spcAft>
              <a:buClr>
                <a:schemeClr val="accent2"/>
              </a:buClr>
              <a:buSzPts val="1400"/>
              <a:buNone/>
              <a:defRPr>
                <a:solidFill>
                  <a:schemeClr val="accent2"/>
                </a:solidFill>
              </a:defRPr>
            </a:lvl5pPr>
            <a:lvl6pPr lvl="5" algn="l">
              <a:lnSpc>
                <a:spcPct val="115000"/>
              </a:lnSpc>
              <a:spcBef>
                <a:spcPts val="0"/>
              </a:spcBef>
              <a:spcAft>
                <a:spcPts val="0"/>
              </a:spcAft>
              <a:buClr>
                <a:schemeClr val="accent2"/>
              </a:buClr>
              <a:buSzPts val="1400"/>
              <a:buNone/>
              <a:defRPr>
                <a:solidFill>
                  <a:schemeClr val="accent2"/>
                </a:solidFill>
              </a:defRPr>
            </a:lvl6pPr>
            <a:lvl7pPr lvl="6" algn="l">
              <a:lnSpc>
                <a:spcPct val="115000"/>
              </a:lnSpc>
              <a:spcBef>
                <a:spcPts val="0"/>
              </a:spcBef>
              <a:spcAft>
                <a:spcPts val="0"/>
              </a:spcAft>
              <a:buClr>
                <a:schemeClr val="accent2"/>
              </a:buClr>
              <a:buSzPts val="1400"/>
              <a:buNone/>
              <a:defRPr>
                <a:solidFill>
                  <a:schemeClr val="accent2"/>
                </a:solidFill>
              </a:defRPr>
            </a:lvl7pPr>
            <a:lvl8pPr lvl="7" algn="l">
              <a:lnSpc>
                <a:spcPct val="115000"/>
              </a:lnSpc>
              <a:spcBef>
                <a:spcPts val="0"/>
              </a:spcBef>
              <a:spcAft>
                <a:spcPts val="0"/>
              </a:spcAft>
              <a:buClr>
                <a:schemeClr val="accent2"/>
              </a:buClr>
              <a:buSzPts val="1400"/>
              <a:buNone/>
              <a:defRPr>
                <a:solidFill>
                  <a:schemeClr val="accent2"/>
                </a:solidFill>
              </a:defRPr>
            </a:lvl8pPr>
            <a:lvl9pPr lvl="8" algn="l">
              <a:lnSpc>
                <a:spcPct val="115000"/>
              </a:lnSpc>
              <a:spcBef>
                <a:spcPts val="0"/>
              </a:spcBef>
              <a:spcAft>
                <a:spcPts val="0"/>
              </a:spcAft>
              <a:buClr>
                <a:schemeClr val="accent2"/>
              </a:buClr>
              <a:buSzPts val="1400"/>
              <a:buNone/>
              <a:defRPr>
                <a:solidFill>
                  <a:schemeClr val="accent2"/>
                </a:solidFill>
              </a:defRPr>
            </a:lvl9pPr>
          </a:lstStyle>
          <a:p/>
        </p:txBody>
      </p:sp>
      <p:pic>
        <p:nvPicPr>
          <p:cNvPr id="181" name="Google Shape;181;p27"/>
          <p:cNvPicPr preferRelativeResize="0"/>
          <p:nvPr/>
        </p:nvPicPr>
        <p:blipFill rotWithShape="1">
          <a:blip r:embed="rId3">
            <a:alphaModFix/>
          </a:blip>
          <a:srcRect b="0" l="0" r="0" t="0"/>
          <a:stretch/>
        </p:blipFill>
        <p:spPr>
          <a:xfrm>
            <a:off x="113125" y="3523675"/>
            <a:ext cx="1533150" cy="153315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2" name="Shape 182"/>
        <p:cNvGrpSpPr/>
        <p:nvPr/>
      </p:nvGrpSpPr>
      <p:grpSpPr>
        <a:xfrm>
          <a:off x="0" y="0"/>
          <a:ext cx="0" cy="0"/>
          <a:chOff x="0" y="0"/>
          <a:chExt cx="0" cy="0"/>
        </a:xfrm>
      </p:grpSpPr>
      <p:sp>
        <p:nvSpPr>
          <p:cNvPr id="183" name="Google Shape;183;p2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84" name="Google Shape;18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5" name="Google Shape;185;p28" title="image (10).png"/>
          <p:cNvPicPr preferRelativeResize="0"/>
          <p:nvPr/>
        </p:nvPicPr>
        <p:blipFill rotWithShape="1">
          <a:blip r:embed="rId2">
            <a:alphaModFix/>
          </a:blip>
          <a:srcRect b="0" l="0" r="0" t="0"/>
          <a:stretch/>
        </p:blipFill>
        <p:spPr>
          <a:xfrm>
            <a:off x="900445" y="112563"/>
            <a:ext cx="606379" cy="728918"/>
          </a:xfrm>
          <a:prstGeom prst="rect">
            <a:avLst/>
          </a:prstGeom>
          <a:noFill/>
          <a:ln>
            <a:noFill/>
          </a:ln>
        </p:spPr>
      </p:pic>
      <p:pic>
        <p:nvPicPr>
          <p:cNvPr id="186" name="Google Shape;186;p28" title="نشانه تکرنگ سفید (1).png"/>
          <p:cNvPicPr preferRelativeResize="0"/>
          <p:nvPr/>
        </p:nvPicPr>
        <p:blipFill rotWithShape="1">
          <a:blip r:embed="rId3">
            <a:alphaModFix/>
          </a:blip>
          <a:srcRect b="14986" l="11067" r="54658" t="21835"/>
          <a:stretch/>
        </p:blipFill>
        <p:spPr>
          <a:xfrm>
            <a:off x="84046" y="84255"/>
            <a:ext cx="907674" cy="94104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187" name="Shape 187"/>
        <p:cNvGrpSpPr/>
        <p:nvPr/>
      </p:nvGrpSpPr>
      <p:grpSpPr>
        <a:xfrm>
          <a:off x="0" y="0"/>
          <a:ext cx="0" cy="0"/>
          <a:chOff x="0" y="0"/>
          <a:chExt cx="0" cy="0"/>
        </a:xfrm>
      </p:grpSpPr>
      <p:sp>
        <p:nvSpPr>
          <p:cNvPr id="188" name="Google Shape;18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9"/>
          <p:cNvSpPr/>
          <p:nvPr/>
        </p:nvSpPr>
        <p:spPr>
          <a:xfrm rot="5400000">
            <a:off x="6300" y="-63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EC8F3"/>
              </a:solidFill>
              <a:latin typeface="Outfit Medium"/>
              <a:ea typeface="Outfit Medium"/>
              <a:cs typeface="Outfit Medium"/>
              <a:sym typeface="Outfit Medium"/>
            </a:endParaRPr>
          </a:p>
        </p:txBody>
      </p:sp>
      <p:sp>
        <p:nvSpPr>
          <p:cNvPr id="190" name="Google Shape;190;p29"/>
          <p:cNvSpPr/>
          <p:nvPr/>
        </p:nvSpPr>
        <p:spPr>
          <a:xfrm rot="-5400000">
            <a:off x="8244600" y="42441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EC8F3"/>
              </a:solidFill>
              <a:latin typeface="Outfit Medium"/>
              <a:ea typeface="Outfit Medium"/>
              <a:cs typeface="Outfit Medium"/>
              <a:sym typeface="Outfit Medium"/>
            </a:endParaRPr>
          </a:p>
        </p:txBody>
      </p:sp>
      <p:sp>
        <p:nvSpPr>
          <p:cNvPr id="191" name="Google Shape;191;p29"/>
          <p:cNvSpPr/>
          <p:nvPr/>
        </p:nvSpPr>
        <p:spPr>
          <a:xfrm rot="-9324925">
            <a:off x="8397284" y="4055851"/>
            <a:ext cx="1052072" cy="1139195"/>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192" name="Google Shape;192;p29"/>
          <p:cNvSpPr/>
          <p:nvPr/>
        </p:nvSpPr>
        <p:spPr>
          <a:xfrm rot="-9324341">
            <a:off x="-542741" y="-427222"/>
            <a:ext cx="1135297" cy="1295190"/>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193" name="Google Shape;193;p29"/>
          <p:cNvSpPr/>
          <p:nvPr/>
        </p:nvSpPr>
        <p:spPr>
          <a:xfrm rot="8849822">
            <a:off x="-809204" y="-127384"/>
            <a:ext cx="1245014" cy="1400394"/>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194" name="Google Shape;194;p29"/>
          <p:cNvSpPr/>
          <p:nvPr/>
        </p:nvSpPr>
        <p:spPr>
          <a:xfrm rot="8849399">
            <a:off x="8200125" y="4665501"/>
            <a:ext cx="1256496" cy="1231370"/>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
    <p:bg>
      <p:bgPr>
        <a:blipFill>
          <a:blip r:embed="rId2">
            <a:alphaModFix/>
          </a:blip>
          <a:stretch>
            <a:fillRect/>
          </a:stretch>
        </a:blipFill>
      </p:bgPr>
    </p:bg>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97" name="Google Shape;197;p30" title="image (10).png"/>
          <p:cNvPicPr preferRelativeResize="0"/>
          <p:nvPr/>
        </p:nvPicPr>
        <p:blipFill rotWithShape="1">
          <a:blip r:embed="rId3">
            <a:alphaModFix/>
          </a:blip>
          <a:srcRect b="0" l="0" r="0" t="0"/>
          <a:stretch/>
        </p:blipFill>
        <p:spPr>
          <a:xfrm>
            <a:off x="816395" y="4314788"/>
            <a:ext cx="606379" cy="728918"/>
          </a:xfrm>
          <a:prstGeom prst="rect">
            <a:avLst/>
          </a:prstGeom>
          <a:noFill/>
          <a:ln>
            <a:noFill/>
          </a:ln>
        </p:spPr>
      </p:pic>
      <p:pic>
        <p:nvPicPr>
          <p:cNvPr id="198" name="Google Shape;198;p30"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SECTION_TITLE_AND_DESCRIPTION">
    <p:spTree>
      <p:nvGrpSpPr>
        <p:cNvPr id="203" name="Shape 203"/>
        <p:cNvGrpSpPr/>
        <p:nvPr/>
      </p:nvGrpSpPr>
      <p:grpSpPr>
        <a:xfrm>
          <a:off x="0" y="0"/>
          <a:ext cx="0" cy="0"/>
          <a:chOff x="0" y="0"/>
          <a:chExt cx="0" cy="0"/>
        </a:xfrm>
      </p:grpSpPr>
      <p:sp>
        <p:nvSpPr>
          <p:cNvPr id="204" name="Google Shape;20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2"/>
          <p:cNvSpPr/>
          <p:nvPr>
            <p:ph idx="2" type="pic"/>
          </p:nvPr>
        </p:nvSpPr>
        <p:spPr>
          <a:xfrm>
            <a:off x="-75" y="0"/>
            <a:ext cx="9144000" cy="5169000"/>
          </a:xfrm>
          <a:prstGeom prst="rect">
            <a:avLst/>
          </a:prstGeom>
          <a:noFill/>
          <a:ln>
            <a:noFill/>
          </a:ln>
        </p:spPr>
      </p:sp>
      <p:sp>
        <p:nvSpPr>
          <p:cNvPr id="206" name="Google Shape;206;p32"/>
          <p:cNvSpPr txBox="1"/>
          <p:nvPr>
            <p:ph type="title"/>
          </p:nvPr>
        </p:nvSpPr>
        <p:spPr>
          <a:xfrm>
            <a:off x="558000" y="4311225"/>
            <a:ext cx="8028000" cy="590400"/>
          </a:xfrm>
          <a:prstGeom prst="rect">
            <a:avLst/>
          </a:prstGeom>
          <a:solidFill>
            <a:srgbClr val="000000">
              <a:alpha val="20000"/>
            </a:srgbClr>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7" name="Shape 207"/>
        <p:cNvGrpSpPr/>
        <p:nvPr/>
      </p:nvGrpSpPr>
      <p:grpSpPr>
        <a:xfrm>
          <a:off x="0" y="0"/>
          <a:ext cx="0" cy="0"/>
          <a:chOff x="0" y="0"/>
          <a:chExt cx="0" cy="0"/>
        </a:xfrm>
      </p:grpSpPr>
      <p:sp>
        <p:nvSpPr>
          <p:cNvPr id="208" name="Google Shape;208;p33"/>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09" name="Google Shape;20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1" name="Google Shape;211;p33"/>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33"/>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3" name="Google Shape;213;p33"/>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14" name="Google Shape;214;p33"/>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15" name="Google Shape;215;p33"/>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216" name="Google Shape;216;p33"/>
          <p:cNvPicPr preferRelativeResize="0"/>
          <p:nvPr/>
        </p:nvPicPr>
        <p:blipFill rotWithShape="1">
          <a:blip r:embed="rId2">
            <a:alphaModFix/>
          </a:blip>
          <a:srcRect b="0" l="0" r="0" t="0"/>
          <a:stretch/>
        </p:blipFill>
        <p:spPr>
          <a:xfrm>
            <a:off x="154051" y="360750"/>
            <a:ext cx="755701" cy="755701"/>
          </a:xfrm>
          <a:prstGeom prst="rect">
            <a:avLst/>
          </a:prstGeom>
          <a:noFill/>
          <a:ln>
            <a:noFill/>
          </a:ln>
        </p:spPr>
      </p:pic>
      <p:pic>
        <p:nvPicPr>
          <p:cNvPr id="217" name="Google Shape;217;p33" title="image (10).png"/>
          <p:cNvPicPr preferRelativeResize="0"/>
          <p:nvPr/>
        </p:nvPicPr>
        <p:blipFill rotWithShape="1">
          <a:blip r:embed="rId3">
            <a:alphaModFix/>
          </a:blip>
          <a:srcRect b="0" l="0" r="0" t="0"/>
          <a:stretch/>
        </p:blipFill>
        <p:spPr>
          <a:xfrm>
            <a:off x="816395" y="4314788"/>
            <a:ext cx="606379" cy="728918"/>
          </a:xfrm>
          <a:prstGeom prst="rect">
            <a:avLst/>
          </a:prstGeom>
          <a:noFill/>
          <a:ln>
            <a:noFill/>
          </a:ln>
        </p:spPr>
      </p:pic>
      <p:pic>
        <p:nvPicPr>
          <p:cNvPr id="218" name="Google Shape;218;p33"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one image" type="twoColTx">
  <p:cSld name="TITLE_AND_TWO_COLUMNS">
    <p:spTree>
      <p:nvGrpSpPr>
        <p:cNvPr id="219" name="Shape 219"/>
        <p:cNvGrpSpPr/>
        <p:nvPr/>
      </p:nvGrpSpPr>
      <p:grpSpPr>
        <a:xfrm>
          <a:off x="0" y="0"/>
          <a:ext cx="0" cy="0"/>
          <a:chOff x="0" y="0"/>
          <a:chExt cx="0" cy="0"/>
        </a:xfrm>
      </p:grpSpPr>
      <p:sp>
        <p:nvSpPr>
          <p:cNvPr id="220" name="Google Shape;220;p34"/>
          <p:cNvSpPr/>
          <p:nvPr>
            <p:ph idx="2" type="pic"/>
          </p:nvPr>
        </p:nvSpPr>
        <p:spPr>
          <a:xfrm>
            <a:off x="5034225" y="648150"/>
            <a:ext cx="3620700" cy="3847200"/>
          </a:xfrm>
          <a:prstGeom prst="roundRect">
            <a:avLst>
              <a:gd fmla="val 16667" name="adj"/>
            </a:avLst>
          </a:prstGeom>
          <a:noFill/>
          <a:ln cap="flat" cmpd="sng" w="19050">
            <a:solidFill>
              <a:schemeClr val="accent4"/>
            </a:solidFill>
            <a:prstDash val="solid"/>
            <a:round/>
            <a:headEnd len="sm" w="sm" type="none"/>
            <a:tailEnd len="sm" w="sm" type="none"/>
          </a:ln>
        </p:spPr>
      </p:sp>
      <p:sp>
        <p:nvSpPr>
          <p:cNvPr id="221" name="Google Shape;221;p34"/>
          <p:cNvSpPr txBox="1"/>
          <p:nvPr>
            <p:ph type="title"/>
          </p:nvPr>
        </p:nvSpPr>
        <p:spPr>
          <a:xfrm>
            <a:off x="605325" y="1140075"/>
            <a:ext cx="4226400" cy="903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2" name="Google Shape;22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4"/>
          <p:cNvSpPr txBox="1"/>
          <p:nvPr>
            <p:ph idx="1" type="subTitle"/>
          </p:nvPr>
        </p:nvSpPr>
        <p:spPr>
          <a:xfrm>
            <a:off x="605325" y="2182950"/>
            <a:ext cx="4226400" cy="2045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224" name="Google Shape;224;p34" title="image (10).png"/>
          <p:cNvPicPr preferRelativeResize="0"/>
          <p:nvPr/>
        </p:nvPicPr>
        <p:blipFill rotWithShape="1">
          <a:blip r:embed="rId2">
            <a:alphaModFix/>
          </a:blip>
          <a:srcRect b="0" l="0" r="0" t="0"/>
          <a:stretch/>
        </p:blipFill>
        <p:spPr>
          <a:xfrm>
            <a:off x="816395" y="4314788"/>
            <a:ext cx="606379" cy="728918"/>
          </a:xfrm>
          <a:prstGeom prst="rect">
            <a:avLst/>
          </a:prstGeom>
          <a:noFill/>
          <a:ln>
            <a:noFill/>
          </a:ln>
        </p:spPr>
      </p:pic>
      <p:pic>
        <p:nvPicPr>
          <p:cNvPr id="225" name="Google Shape;225;p34"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itleOnly">
  <p:cSld name="TITLE_ONLY">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800"/>
              <a:buFont typeface="Outfit ExtraBold"/>
              <a:buNone/>
              <a:defRPr b="0" sz="4800">
                <a:latin typeface="Outfit ExtraBold"/>
                <a:ea typeface="Outfit ExtraBold"/>
                <a:cs typeface="Outfit ExtraBold"/>
                <a:sym typeface="Outfit Extra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8" name="Google Shape;22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5"/>
          <p:cNvSpPr/>
          <p:nvPr>
            <p:ph idx="2" type="pic"/>
          </p:nvPr>
        </p:nvSpPr>
        <p:spPr>
          <a:xfrm>
            <a:off x="1276350" y="1281825"/>
            <a:ext cx="6591300" cy="3645000"/>
          </a:xfrm>
          <a:prstGeom prst="roundRect">
            <a:avLst>
              <a:gd fmla="val 16667" name="adj"/>
            </a:avLst>
          </a:prstGeom>
          <a:noFill/>
          <a:ln cap="flat" cmpd="sng" w="19050">
            <a:solidFill>
              <a:schemeClr val="accent4"/>
            </a:solidFill>
            <a:prstDash val="solid"/>
            <a:round/>
            <a:headEnd len="sm" w="sm" type="none"/>
            <a:tailEnd len="sm" w="sm" type="none"/>
          </a:ln>
          <a:effectLst>
            <a:outerShdw rotWithShape="0" algn="bl" dir="13500000" dist="38100">
              <a:schemeClr val="accent2"/>
            </a:outerShdw>
          </a:effectLst>
        </p:spPr>
      </p:sp>
      <p:pic>
        <p:nvPicPr>
          <p:cNvPr id="230" name="Google Shape;230;p35" title="image (10).png"/>
          <p:cNvPicPr preferRelativeResize="0"/>
          <p:nvPr/>
        </p:nvPicPr>
        <p:blipFill rotWithShape="1">
          <a:blip r:embed="rId2">
            <a:alphaModFix/>
          </a:blip>
          <a:srcRect b="0" l="0" r="0" t="0"/>
          <a:stretch/>
        </p:blipFill>
        <p:spPr>
          <a:xfrm>
            <a:off x="94616" y="3664116"/>
            <a:ext cx="606379" cy="728918"/>
          </a:xfrm>
          <a:prstGeom prst="rect">
            <a:avLst/>
          </a:prstGeom>
          <a:noFill/>
          <a:ln>
            <a:noFill/>
          </a:ln>
        </p:spPr>
      </p:pic>
      <p:pic>
        <p:nvPicPr>
          <p:cNvPr id="231" name="Google Shape;231;p35"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
    <p:spTree>
      <p:nvGrpSpPr>
        <p:cNvPr id="232" name="Shape 232"/>
        <p:cNvGrpSpPr/>
        <p:nvPr/>
      </p:nvGrpSpPr>
      <p:grpSpPr>
        <a:xfrm>
          <a:off x="0" y="0"/>
          <a:ext cx="0" cy="0"/>
          <a:chOff x="0" y="0"/>
          <a:chExt cx="0" cy="0"/>
        </a:xfrm>
      </p:grpSpPr>
      <p:sp>
        <p:nvSpPr>
          <p:cNvPr id="233" name="Google Shape;23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36"/>
          <p:cNvSpPr txBox="1"/>
          <p:nvPr>
            <p:ph idx="1" type="subTitle"/>
          </p:nvPr>
        </p:nvSpPr>
        <p:spPr>
          <a:xfrm>
            <a:off x="1011150" y="2038125"/>
            <a:ext cx="7121700" cy="7431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800"/>
              <a:buFont typeface="Outfit SemiBold"/>
              <a:buNone/>
              <a:defRPr sz="2800">
                <a:latin typeface="Outfit SemiBold"/>
                <a:ea typeface="Outfit SemiBold"/>
                <a:cs typeface="Outfit SemiBold"/>
                <a:sym typeface="Outfit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5" name="Google Shape;235;p36"/>
          <p:cNvSpPr txBox="1"/>
          <p:nvPr>
            <p:ph idx="2" type="subTitle"/>
          </p:nvPr>
        </p:nvSpPr>
        <p:spPr>
          <a:xfrm>
            <a:off x="1011150" y="2926988"/>
            <a:ext cx="7121700" cy="5319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200"/>
              <a:buFont typeface="Outfit"/>
              <a:buNone/>
              <a:defRPr b="1" sz="3200">
                <a:latin typeface="Outfit"/>
                <a:ea typeface="Outfit"/>
                <a:cs typeface="Outfit"/>
                <a:sym typeface="Outfi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236" name="Google Shape;236;p36"/>
          <p:cNvPicPr preferRelativeResize="0"/>
          <p:nvPr/>
        </p:nvPicPr>
        <p:blipFill rotWithShape="1">
          <a:blip r:embed="rId2">
            <a:alphaModFix/>
          </a:blip>
          <a:srcRect b="0" l="0" r="0" t="0"/>
          <a:stretch/>
        </p:blipFill>
        <p:spPr>
          <a:xfrm>
            <a:off x="113125" y="3523675"/>
            <a:ext cx="1533150" cy="1533150"/>
          </a:xfrm>
          <a:prstGeom prst="rect">
            <a:avLst/>
          </a:prstGeom>
          <a:noFill/>
          <a:ln>
            <a:noFill/>
          </a:ln>
        </p:spPr>
      </p:pic>
      <p:pic>
        <p:nvPicPr>
          <p:cNvPr id="237" name="Google Shape;237;p36" title="image (10).png"/>
          <p:cNvPicPr preferRelativeResize="0"/>
          <p:nvPr/>
        </p:nvPicPr>
        <p:blipFill rotWithShape="1">
          <a:blip r:embed="rId3">
            <a:alphaModFix/>
          </a:blip>
          <a:srcRect b="0" l="0" r="0" t="0"/>
          <a:stretch/>
        </p:blipFill>
        <p:spPr>
          <a:xfrm>
            <a:off x="8414770" y="112588"/>
            <a:ext cx="606379" cy="728918"/>
          </a:xfrm>
          <a:prstGeom prst="rect">
            <a:avLst/>
          </a:prstGeom>
          <a:noFill/>
          <a:ln>
            <a:noFill/>
          </a:ln>
        </p:spPr>
      </p:pic>
      <p:pic>
        <p:nvPicPr>
          <p:cNvPr id="238" name="Google Shape;238;p36" title="نشانه تکرنگ سفید (1).png"/>
          <p:cNvPicPr preferRelativeResize="0"/>
          <p:nvPr/>
        </p:nvPicPr>
        <p:blipFill rotWithShape="1">
          <a:blip r:embed="rId4">
            <a:alphaModFix/>
          </a:blip>
          <a:srcRect b="14986" l="11067" r="54658" t="21835"/>
          <a:stretch/>
        </p:blipFill>
        <p:spPr>
          <a:xfrm>
            <a:off x="7598371" y="84280"/>
            <a:ext cx="907674" cy="94104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type="tx">
  <p:cSld name="TITLE_AND_BODY">
    <p:bg>
      <p:bgPr>
        <a:blipFill>
          <a:blip r:embed="rId2">
            <a:alphaModFix/>
          </a:blip>
          <a:stretch>
            <a:fillRect/>
          </a:stretch>
        </a:blipFill>
      </p:bgPr>
    </p:bg>
    <p:spTree>
      <p:nvGrpSpPr>
        <p:cNvPr id="239" name="Shape 239"/>
        <p:cNvGrpSpPr/>
        <p:nvPr/>
      </p:nvGrpSpPr>
      <p:grpSpPr>
        <a:xfrm>
          <a:off x="0" y="0"/>
          <a:ext cx="0" cy="0"/>
          <a:chOff x="0" y="0"/>
          <a:chExt cx="0" cy="0"/>
        </a:xfrm>
      </p:grpSpPr>
      <p:sp>
        <p:nvSpPr>
          <p:cNvPr id="240" name="Google Shape;24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1" name="Google Shape;241;p37"/>
          <p:cNvSpPr txBox="1"/>
          <p:nvPr>
            <p:ph type="title"/>
          </p:nvPr>
        </p:nvSpPr>
        <p:spPr>
          <a:xfrm>
            <a:off x="2153100" y="1048950"/>
            <a:ext cx="4837800" cy="3045600"/>
          </a:xfrm>
          <a:prstGeom prst="rect">
            <a:avLst/>
          </a:prstGeom>
          <a:noFill/>
          <a:ln>
            <a:noFill/>
          </a:ln>
          <a:effectLst>
            <a:outerShdw rotWithShape="0" algn="bl" dir="2700000" dist="38100">
              <a:schemeClr val="accent4"/>
            </a:outerShdw>
          </a:effectLst>
        </p:spPr>
        <p:txBody>
          <a:bodyPr anchorCtr="0" anchor="ctr" bIns="91425" lIns="91425" spcFirstLastPara="1" rIns="91425" wrap="square" tIns="91425">
            <a:normAutofit/>
          </a:bodyPr>
          <a:lstStyle>
            <a:lvl1pPr lvl="0" algn="ctr">
              <a:lnSpc>
                <a:spcPct val="100000"/>
              </a:lnSpc>
              <a:spcBef>
                <a:spcPts val="0"/>
              </a:spcBef>
              <a:spcAft>
                <a:spcPts val="0"/>
              </a:spcAft>
              <a:buSzPts val="7200"/>
              <a:buFont typeface="Outfit ExtraBold"/>
              <a:buNone/>
              <a:defRPr b="0" sz="7200">
                <a:latin typeface="Outfit ExtraBold"/>
                <a:ea typeface="Outfit ExtraBold"/>
                <a:cs typeface="Outfit ExtraBold"/>
                <a:sym typeface="Outfit ExtraBold"/>
              </a:defRPr>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pic>
        <p:nvPicPr>
          <p:cNvPr id="242" name="Google Shape;242;p37"/>
          <p:cNvPicPr preferRelativeResize="0"/>
          <p:nvPr/>
        </p:nvPicPr>
        <p:blipFill rotWithShape="1">
          <a:blip r:embed="rId3">
            <a:alphaModFix/>
          </a:blip>
          <a:srcRect b="0" l="0" r="0" t="0"/>
          <a:stretch/>
        </p:blipFill>
        <p:spPr>
          <a:xfrm>
            <a:off x="71400" y="3208525"/>
            <a:ext cx="1848299" cy="1848299"/>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243" name="Shape 243"/>
        <p:cNvGrpSpPr/>
        <p:nvPr/>
      </p:nvGrpSpPr>
      <p:grpSpPr>
        <a:xfrm>
          <a:off x="0" y="0"/>
          <a:ext cx="0" cy="0"/>
          <a:chOff x="0" y="0"/>
          <a:chExt cx="0" cy="0"/>
        </a:xfrm>
      </p:grpSpPr>
      <p:sp>
        <p:nvSpPr>
          <p:cNvPr id="244" name="Google Shape;244;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45" name="Google Shape;245;p38" title="image (10).png"/>
          <p:cNvPicPr preferRelativeResize="0"/>
          <p:nvPr/>
        </p:nvPicPr>
        <p:blipFill rotWithShape="1">
          <a:blip r:embed="rId2">
            <a:alphaModFix/>
          </a:blip>
          <a:srcRect b="0" l="0" r="0" t="0"/>
          <a:stretch/>
        </p:blipFill>
        <p:spPr>
          <a:xfrm>
            <a:off x="816395" y="4314788"/>
            <a:ext cx="606379" cy="728918"/>
          </a:xfrm>
          <a:prstGeom prst="rect">
            <a:avLst/>
          </a:prstGeom>
          <a:noFill/>
          <a:ln>
            <a:noFill/>
          </a:ln>
        </p:spPr>
      </p:pic>
      <p:pic>
        <p:nvPicPr>
          <p:cNvPr id="246" name="Google Shape;246;p38"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26d6a479630dadd_23_0)">
  <p:cSld name="Generated (h126d6a479630dadd_23_0)">
    <p:spTree>
      <p:nvGrpSpPr>
        <p:cNvPr id="247" name="Shape 24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8" name="Shape 248"/>
        <p:cNvGrpSpPr/>
        <p:nvPr/>
      </p:nvGrpSpPr>
      <p:grpSpPr>
        <a:xfrm>
          <a:off x="0" y="0"/>
          <a:ext cx="0" cy="0"/>
          <a:chOff x="0" y="0"/>
          <a:chExt cx="0" cy="0"/>
        </a:xfrm>
      </p:grpSpPr>
      <p:pic>
        <p:nvPicPr>
          <p:cNvPr id="249" name="Google Shape;249;p40"/>
          <p:cNvPicPr preferRelativeResize="0"/>
          <p:nvPr/>
        </p:nvPicPr>
        <p:blipFill rotWithShape="1">
          <a:blip r:embed="rId2">
            <a:alphaModFix/>
          </a:blip>
          <a:srcRect b="0" l="0" r="0" t="0"/>
          <a:stretch/>
        </p:blipFill>
        <p:spPr>
          <a:xfrm>
            <a:off x="2429" y="-12872"/>
            <a:ext cx="9139139" cy="5143499"/>
          </a:xfrm>
          <a:prstGeom prst="rect">
            <a:avLst/>
          </a:prstGeom>
          <a:noFill/>
          <a:ln>
            <a:noFill/>
          </a:ln>
        </p:spPr>
      </p:pic>
      <p:sp>
        <p:nvSpPr>
          <p:cNvPr id="250" name="Google Shape;250;p40"/>
          <p:cNvSpPr txBox="1"/>
          <p:nvPr>
            <p:ph type="ctrTitle"/>
          </p:nvPr>
        </p:nvSpPr>
        <p:spPr>
          <a:xfrm>
            <a:off x="172400" y="837125"/>
            <a:ext cx="7694700" cy="1345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Font typeface="Outfit Black"/>
              <a:buNone/>
              <a:defRPr b="0" sz="4200">
                <a:solidFill>
                  <a:schemeClr val="lt1"/>
                </a:solidFill>
                <a:latin typeface="Outfit Black"/>
                <a:ea typeface="Outfit Black"/>
                <a:cs typeface="Outfit Black"/>
                <a:sym typeface="Outfit Black"/>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51" name="Google Shape;251;p40"/>
          <p:cNvSpPr txBox="1"/>
          <p:nvPr>
            <p:ph idx="1" type="subTitle"/>
          </p:nvPr>
        </p:nvSpPr>
        <p:spPr>
          <a:xfrm>
            <a:off x="172400" y="1686200"/>
            <a:ext cx="4003200" cy="1022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2"/>
              </a:buClr>
              <a:buSzPts val="2100"/>
              <a:buFont typeface="Outfit Medium"/>
              <a:buNone/>
              <a:defRPr sz="2100">
                <a:solidFill>
                  <a:schemeClr val="lt2"/>
                </a:solidFill>
                <a:latin typeface="Outfit Medium"/>
                <a:ea typeface="Outfit Medium"/>
                <a:cs typeface="Outfit Medium"/>
                <a:sym typeface="Outfit Medium"/>
              </a:defRPr>
            </a:lvl1pPr>
            <a:lvl2pPr lvl="1" algn="ctr">
              <a:lnSpc>
                <a:spcPct val="100000"/>
              </a:lnSpc>
              <a:spcBef>
                <a:spcPts val="0"/>
              </a:spcBef>
              <a:spcAft>
                <a:spcPts val="0"/>
              </a:spcAft>
              <a:buClr>
                <a:schemeClr val="lt2"/>
              </a:buClr>
              <a:buSzPts val="2800"/>
              <a:buNone/>
              <a:defRPr sz="2800">
                <a:solidFill>
                  <a:schemeClr val="lt2"/>
                </a:solidFill>
              </a:defRPr>
            </a:lvl2pPr>
            <a:lvl3pPr lvl="2" algn="ctr">
              <a:lnSpc>
                <a:spcPct val="100000"/>
              </a:lnSpc>
              <a:spcBef>
                <a:spcPts val="0"/>
              </a:spcBef>
              <a:spcAft>
                <a:spcPts val="0"/>
              </a:spcAft>
              <a:buClr>
                <a:schemeClr val="lt2"/>
              </a:buClr>
              <a:buSzPts val="2800"/>
              <a:buNone/>
              <a:defRPr sz="2800">
                <a:solidFill>
                  <a:schemeClr val="lt2"/>
                </a:solidFill>
              </a:defRPr>
            </a:lvl3pPr>
            <a:lvl4pPr lvl="3" algn="ctr">
              <a:lnSpc>
                <a:spcPct val="100000"/>
              </a:lnSpc>
              <a:spcBef>
                <a:spcPts val="0"/>
              </a:spcBef>
              <a:spcAft>
                <a:spcPts val="0"/>
              </a:spcAft>
              <a:buClr>
                <a:schemeClr val="lt2"/>
              </a:buClr>
              <a:buSzPts val="2800"/>
              <a:buNone/>
              <a:defRPr sz="2800">
                <a:solidFill>
                  <a:schemeClr val="lt2"/>
                </a:solidFill>
              </a:defRPr>
            </a:lvl4pPr>
            <a:lvl5pPr lvl="4" algn="ctr">
              <a:lnSpc>
                <a:spcPct val="100000"/>
              </a:lnSpc>
              <a:spcBef>
                <a:spcPts val="0"/>
              </a:spcBef>
              <a:spcAft>
                <a:spcPts val="0"/>
              </a:spcAft>
              <a:buClr>
                <a:schemeClr val="lt2"/>
              </a:buClr>
              <a:buSzPts val="2800"/>
              <a:buNone/>
              <a:defRPr sz="2800">
                <a:solidFill>
                  <a:schemeClr val="lt2"/>
                </a:solidFill>
              </a:defRPr>
            </a:lvl5pPr>
            <a:lvl6pPr lvl="5" algn="ctr">
              <a:lnSpc>
                <a:spcPct val="100000"/>
              </a:lnSpc>
              <a:spcBef>
                <a:spcPts val="0"/>
              </a:spcBef>
              <a:spcAft>
                <a:spcPts val="0"/>
              </a:spcAft>
              <a:buClr>
                <a:schemeClr val="lt2"/>
              </a:buClr>
              <a:buSzPts val="2800"/>
              <a:buNone/>
              <a:defRPr sz="2800">
                <a:solidFill>
                  <a:schemeClr val="lt2"/>
                </a:solidFill>
              </a:defRPr>
            </a:lvl6pPr>
            <a:lvl7pPr lvl="6" algn="ctr">
              <a:lnSpc>
                <a:spcPct val="100000"/>
              </a:lnSpc>
              <a:spcBef>
                <a:spcPts val="0"/>
              </a:spcBef>
              <a:spcAft>
                <a:spcPts val="0"/>
              </a:spcAft>
              <a:buClr>
                <a:schemeClr val="lt2"/>
              </a:buClr>
              <a:buSzPts val="2800"/>
              <a:buNone/>
              <a:defRPr sz="2800">
                <a:solidFill>
                  <a:schemeClr val="lt2"/>
                </a:solidFill>
              </a:defRPr>
            </a:lvl7pPr>
            <a:lvl8pPr lvl="7" algn="ctr">
              <a:lnSpc>
                <a:spcPct val="100000"/>
              </a:lnSpc>
              <a:spcBef>
                <a:spcPts val="0"/>
              </a:spcBef>
              <a:spcAft>
                <a:spcPts val="0"/>
              </a:spcAft>
              <a:buClr>
                <a:schemeClr val="lt2"/>
              </a:buClr>
              <a:buSzPts val="2800"/>
              <a:buNone/>
              <a:defRPr sz="2800">
                <a:solidFill>
                  <a:schemeClr val="lt2"/>
                </a:solidFill>
              </a:defRPr>
            </a:lvl8pPr>
            <a:lvl9pPr lvl="8" algn="ctr">
              <a:lnSpc>
                <a:spcPct val="100000"/>
              </a:lnSpc>
              <a:spcBef>
                <a:spcPts val="0"/>
              </a:spcBef>
              <a:spcAft>
                <a:spcPts val="0"/>
              </a:spcAft>
              <a:buClr>
                <a:schemeClr val="lt2"/>
              </a:buClr>
              <a:buSzPts val="2800"/>
              <a:buNone/>
              <a:defRPr sz="2800">
                <a:solidFill>
                  <a:schemeClr val="lt2"/>
                </a:solidFill>
              </a:defRPr>
            </a:lvl9pPr>
          </a:lstStyle>
          <a:p/>
        </p:txBody>
      </p:sp>
      <p:sp>
        <p:nvSpPr>
          <p:cNvPr id="252" name="Google Shape;25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253" name="Google Shape;253;p40"/>
          <p:cNvGrpSpPr/>
          <p:nvPr/>
        </p:nvGrpSpPr>
        <p:grpSpPr>
          <a:xfrm>
            <a:off x="172400" y="105650"/>
            <a:ext cx="3597900" cy="677100"/>
            <a:chOff x="311700" y="119675"/>
            <a:chExt cx="3597900" cy="677100"/>
          </a:xfrm>
        </p:grpSpPr>
        <p:sp>
          <p:nvSpPr>
            <p:cNvPr id="254" name="Google Shape;254;p40"/>
            <p:cNvSpPr txBox="1"/>
            <p:nvPr/>
          </p:nvSpPr>
          <p:spPr>
            <a:xfrm>
              <a:off x="311700" y="119675"/>
              <a:ext cx="35979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 spc="0" sz="3200" u="none" cap="none" strike="noStrike">
                  <a:solidFill>
                    <a:schemeClr val="lt1"/>
                  </a:solidFill>
                  <a:latin typeface="Outfit Black"/>
                  <a:ea typeface="Outfit Black"/>
                  <a:cs typeface="Outfit Black"/>
                  <a:sym typeface="Outfit Black"/>
                </a:rPr>
                <a:t>Linux Fest</a:t>
              </a:r>
              <a:endParaRPr b="0" i="0" spc="0" sz="3200" u="none" cap="none" strike="noStrike">
                <a:solidFill>
                  <a:schemeClr val="lt1"/>
                </a:solidFill>
                <a:latin typeface="Outfit Black"/>
                <a:ea typeface="Outfit Black"/>
                <a:cs typeface="Outfit Black"/>
                <a:sym typeface="Outfit Black"/>
              </a:endParaRPr>
            </a:p>
          </p:txBody>
        </p:sp>
        <p:cxnSp>
          <p:nvCxnSpPr>
            <p:cNvPr id="255" name="Google Shape;255;p40"/>
            <p:cNvCxnSpPr/>
            <p:nvPr/>
          </p:nvCxnSpPr>
          <p:spPr>
            <a:xfrm>
              <a:off x="388375" y="665525"/>
              <a:ext cx="1995000" cy="4800"/>
            </a:xfrm>
            <a:prstGeom prst="straightConnector1">
              <a:avLst/>
            </a:prstGeom>
            <a:noFill/>
            <a:ln cap="flat" cmpd="sng" w="38100">
              <a:solidFill>
                <a:schemeClr val="accent4"/>
              </a:solidFill>
              <a:prstDash val="solid"/>
              <a:round/>
              <a:headEnd len="sm" w="sm" type="none"/>
              <a:tailEnd len="sm" w="sm" type="none"/>
            </a:ln>
          </p:spPr>
        </p:cxnSp>
        <p:sp>
          <p:nvSpPr>
            <p:cNvPr id="256" name="Google Shape;256;p40"/>
            <p:cNvSpPr txBox="1"/>
            <p:nvPr/>
          </p:nvSpPr>
          <p:spPr>
            <a:xfrm>
              <a:off x="2338075" y="470306"/>
              <a:ext cx="756900" cy="28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pc="0" sz="1200" u="none" cap="none" strike="noStrike">
                  <a:solidFill>
                    <a:schemeClr val="accent4"/>
                  </a:solidFill>
                  <a:latin typeface="Alexandria Black"/>
                  <a:ea typeface="Alexandria Black"/>
                  <a:cs typeface="Alexandria Black"/>
                  <a:sym typeface="Alexandria Black"/>
                </a:rPr>
                <a:t>2026</a:t>
              </a:r>
              <a:endParaRPr b="0" i="0" spc="0" sz="1200" u="none" cap="none" strike="noStrike">
                <a:solidFill>
                  <a:schemeClr val="accent4"/>
                </a:solidFill>
                <a:latin typeface="Alexandria Black"/>
                <a:ea typeface="Alexandria Black"/>
                <a:cs typeface="Alexandria Black"/>
                <a:sym typeface="Alexandria Black"/>
              </a:endParaRPr>
            </a:p>
          </p:txBody>
        </p:sp>
      </p:grpSp>
      <p:pic>
        <p:nvPicPr>
          <p:cNvPr id="257" name="Google Shape;257;p40" title="image (10).png"/>
          <p:cNvPicPr preferRelativeResize="0"/>
          <p:nvPr/>
        </p:nvPicPr>
        <p:blipFill rotWithShape="1">
          <a:blip r:embed="rId3">
            <a:alphaModFix/>
          </a:blip>
          <a:srcRect b="0" l="0" r="0" t="0"/>
          <a:stretch/>
        </p:blipFill>
        <p:spPr>
          <a:xfrm>
            <a:off x="8414770" y="133963"/>
            <a:ext cx="606379" cy="728918"/>
          </a:xfrm>
          <a:prstGeom prst="rect">
            <a:avLst/>
          </a:prstGeom>
          <a:noFill/>
          <a:ln>
            <a:noFill/>
          </a:ln>
        </p:spPr>
      </p:pic>
      <p:pic>
        <p:nvPicPr>
          <p:cNvPr id="258" name="Google Shape;258;p40" title="نشانه تکرنگ سفید (1).png"/>
          <p:cNvPicPr preferRelativeResize="0"/>
          <p:nvPr/>
        </p:nvPicPr>
        <p:blipFill rotWithShape="1">
          <a:blip r:embed="rId4">
            <a:alphaModFix/>
          </a:blip>
          <a:srcRect b="14986" l="11067" r="54658" t="21835"/>
          <a:stretch/>
        </p:blipFill>
        <p:spPr>
          <a:xfrm>
            <a:off x="7598371" y="105655"/>
            <a:ext cx="907674" cy="941049"/>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on" type="secHead">
  <p:cSld name="SECTION_HEADER">
    <p:bg>
      <p:bgPr>
        <a:solidFill>
          <a:schemeClr val="lt2"/>
        </a:solidFill>
      </p:bgPr>
    </p:bg>
    <p:spTree>
      <p:nvGrpSpPr>
        <p:cNvPr id="259" name="Shape 259"/>
        <p:cNvGrpSpPr/>
        <p:nvPr/>
      </p:nvGrpSpPr>
      <p:grpSpPr>
        <a:xfrm>
          <a:off x="0" y="0"/>
          <a:ext cx="0" cy="0"/>
          <a:chOff x="0" y="0"/>
          <a:chExt cx="0" cy="0"/>
        </a:xfrm>
      </p:grpSpPr>
      <p:sp>
        <p:nvSpPr>
          <p:cNvPr id="260" name="Google Shape;260;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41"/>
          <p:cNvSpPr txBox="1"/>
          <p:nvPr/>
        </p:nvSpPr>
        <p:spPr>
          <a:xfrm>
            <a:off x="311500" y="393875"/>
            <a:ext cx="38301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75000"/>
              </a:lnSpc>
              <a:spcBef>
                <a:spcPts val="0"/>
              </a:spcBef>
              <a:spcAft>
                <a:spcPts val="0"/>
              </a:spcAft>
              <a:buClr>
                <a:srgbClr val="000000"/>
              </a:buClr>
              <a:buSzPts val="6400"/>
              <a:buFont typeface="Arial"/>
              <a:buNone/>
            </a:pPr>
            <a:r>
              <a:rPr b="0" i="0" lang="en" spc="0" sz="6400" u="none" cap="none" strike="noStrike">
                <a:solidFill>
                  <a:schemeClr val="accent1"/>
                </a:solidFill>
                <a:latin typeface="Alexandria Black"/>
                <a:ea typeface="Alexandria Black"/>
                <a:cs typeface="Alexandria Black"/>
                <a:sym typeface="Alexandria Black"/>
              </a:rPr>
              <a:t>WHAT’S ON</a:t>
            </a:r>
            <a:endParaRPr b="0" i="0" spc="0" sz="6400" u="none" cap="none" strike="noStrike">
              <a:solidFill>
                <a:schemeClr val="accent1"/>
              </a:solidFill>
              <a:latin typeface="Alexandria Black"/>
              <a:ea typeface="Alexandria Black"/>
              <a:cs typeface="Alexandria Black"/>
              <a:sym typeface="Alexandria Black"/>
            </a:endParaRPr>
          </a:p>
        </p:txBody>
      </p:sp>
      <p:cxnSp>
        <p:nvCxnSpPr>
          <p:cNvPr id="262" name="Google Shape;262;p41"/>
          <p:cNvCxnSpPr/>
          <p:nvPr/>
        </p:nvCxnSpPr>
        <p:spPr>
          <a:xfrm>
            <a:off x="430625" y="1979450"/>
            <a:ext cx="604200" cy="300"/>
          </a:xfrm>
          <a:prstGeom prst="straightConnector1">
            <a:avLst/>
          </a:prstGeom>
          <a:noFill/>
          <a:ln cap="flat" cmpd="sng" w="76200">
            <a:solidFill>
              <a:schemeClr val="accent4"/>
            </a:solidFill>
            <a:prstDash val="solid"/>
            <a:round/>
            <a:headEnd len="sm" w="sm" type="none"/>
            <a:tailEnd len="sm" w="sm" type="none"/>
          </a:ln>
        </p:spPr>
      </p:cxnSp>
      <p:sp>
        <p:nvSpPr>
          <p:cNvPr id="263" name="Google Shape;263;p41"/>
          <p:cNvSpPr txBox="1"/>
          <p:nvPr/>
        </p:nvSpPr>
        <p:spPr>
          <a:xfrm>
            <a:off x="4029525" y="566072"/>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01</a:t>
            </a:r>
            <a:endParaRPr b="0" i="0" spc="0" sz="9000" u="none" cap="none" strike="noStrike">
              <a:solidFill>
                <a:srgbClr val="DAE9F5"/>
              </a:solidFill>
              <a:latin typeface="Outfit Black"/>
              <a:ea typeface="Outfit Black"/>
              <a:cs typeface="Outfit Black"/>
              <a:sym typeface="Outfit Black"/>
            </a:endParaRPr>
          </a:p>
        </p:txBody>
      </p:sp>
      <p:sp>
        <p:nvSpPr>
          <p:cNvPr id="264" name="Google Shape;264;p41"/>
          <p:cNvSpPr txBox="1"/>
          <p:nvPr/>
        </p:nvSpPr>
        <p:spPr>
          <a:xfrm>
            <a:off x="3869449" y="1786797"/>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02</a:t>
            </a:r>
            <a:endParaRPr b="0" i="0" spc="0" sz="9000" u="none" cap="none" strike="noStrike">
              <a:solidFill>
                <a:srgbClr val="DAE9F5"/>
              </a:solidFill>
              <a:latin typeface="Outfit Black"/>
              <a:ea typeface="Outfit Black"/>
              <a:cs typeface="Outfit Black"/>
              <a:sym typeface="Outfit Black"/>
            </a:endParaRPr>
          </a:p>
        </p:txBody>
      </p:sp>
      <p:sp>
        <p:nvSpPr>
          <p:cNvPr id="265" name="Google Shape;265;p41"/>
          <p:cNvSpPr txBox="1"/>
          <p:nvPr/>
        </p:nvSpPr>
        <p:spPr>
          <a:xfrm>
            <a:off x="3869450" y="3007547"/>
            <a:ext cx="1634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0"/>
              <a:buFont typeface="Arial"/>
              <a:buNone/>
            </a:pPr>
            <a:r>
              <a:rPr b="0" i="0" lang="en" spc="0" sz="9000" u="none" cap="none" strike="noStrike">
                <a:solidFill>
                  <a:srgbClr val="DAE9F5"/>
                </a:solidFill>
                <a:latin typeface="Outfit Black"/>
                <a:ea typeface="Outfit Black"/>
                <a:cs typeface="Outfit Black"/>
                <a:sym typeface="Outfit Black"/>
              </a:rPr>
              <a:t>03</a:t>
            </a:r>
            <a:endParaRPr b="0" i="0" spc="0" sz="9000" u="none" cap="none" strike="noStrike">
              <a:solidFill>
                <a:srgbClr val="DAE9F5"/>
              </a:solidFill>
              <a:latin typeface="Outfit Black"/>
              <a:ea typeface="Outfit Black"/>
              <a:cs typeface="Outfit Black"/>
              <a:sym typeface="Outfit Black"/>
            </a:endParaRPr>
          </a:p>
        </p:txBody>
      </p:sp>
      <p:cxnSp>
        <p:nvCxnSpPr>
          <p:cNvPr id="266" name="Google Shape;266;p41"/>
          <p:cNvCxnSpPr/>
          <p:nvPr/>
        </p:nvCxnSpPr>
        <p:spPr>
          <a:xfrm>
            <a:off x="4050725" y="1948950"/>
            <a:ext cx="4970400" cy="18300"/>
          </a:xfrm>
          <a:prstGeom prst="straightConnector1">
            <a:avLst/>
          </a:prstGeom>
          <a:noFill/>
          <a:ln cap="flat" cmpd="sng" w="9525">
            <a:solidFill>
              <a:schemeClr val="accent3"/>
            </a:solidFill>
            <a:prstDash val="solid"/>
            <a:round/>
            <a:headEnd len="sm" w="sm" type="none"/>
            <a:tailEnd len="sm" w="sm" type="none"/>
          </a:ln>
        </p:spPr>
      </p:cxnSp>
      <p:cxnSp>
        <p:nvCxnSpPr>
          <p:cNvPr id="267" name="Google Shape;267;p41"/>
          <p:cNvCxnSpPr/>
          <p:nvPr/>
        </p:nvCxnSpPr>
        <p:spPr>
          <a:xfrm flipH="1">
            <a:off x="5386125" y="2579111"/>
            <a:ext cx="278100" cy="300"/>
          </a:xfrm>
          <a:prstGeom prst="straightConnector1">
            <a:avLst/>
          </a:prstGeom>
          <a:noFill/>
          <a:ln cap="flat" cmpd="sng" w="76200">
            <a:solidFill>
              <a:schemeClr val="accent4"/>
            </a:solidFill>
            <a:prstDash val="solid"/>
            <a:round/>
            <a:headEnd len="sm" w="sm" type="none"/>
            <a:tailEnd len="sm" w="sm" type="none"/>
          </a:ln>
        </p:spPr>
      </p:cxnSp>
      <p:cxnSp>
        <p:nvCxnSpPr>
          <p:cNvPr id="268" name="Google Shape;268;p41"/>
          <p:cNvCxnSpPr/>
          <p:nvPr/>
        </p:nvCxnSpPr>
        <p:spPr>
          <a:xfrm>
            <a:off x="4050725" y="3191250"/>
            <a:ext cx="4970400" cy="18300"/>
          </a:xfrm>
          <a:prstGeom prst="straightConnector1">
            <a:avLst/>
          </a:prstGeom>
          <a:noFill/>
          <a:ln cap="flat" cmpd="sng" w="9525">
            <a:solidFill>
              <a:schemeClr val="accent3"/>
            </a:solidFill>
            <a:prstDash val="solid"/>
            <a:round/>
            <a:headEnd len="sm" w="sm" type="none"/>
            <a:tailEnd len="sm" w="sm" type="none"/>
          </a:ln>
        </p:spPr>
      </p:cxnSp>
      <p:sp>
        <p:nvSpPr>
          <p:cNvPr id="269" name="Google Shape;269;p41"/>
          <p:cNvSpPr txBox="1"/>
          <p:nvPr>
            <p:ph type="title"/>
          </p:nvPr>
        </p:nvSpPr>
        <p:spPr>
          <a:xfrm>
            <a:off x="5664225" y="873125"/>
            <a:ext cx="3357000" cy="1075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270" name="Google Shape;270;p41"/>
          <p:cNvSpPr txBox="1"/>
          <p:nvPr>
            <p:ph idx="2" type="title"/>
          </p:nvPr>
        </p:nvSpPr>
        <p:spPr>
          <a:xfrm>
            <a:off x="5664225" y="3209550"/>
            <a:ext cx="3357000" cy="1127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271" name="Google Shape;271;p41"/>
          <p:cNvSpPr txBox="1"/>
          <p:nvPr>
            <p:ph idx="3" type="title"/>
          </p:nvPr>
        </p:nvSpPr>
        <p:spPr>
          <a:xfrm>
            <a:off x="5664250" y="1948950"/>
            <a:ext cx="3357000" cy="1242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lgn="l">
              <a:lnSpc>
                <a:spcPct val="100000"/>
              </a:lnSpc>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cxnSp>
        <p:nvCxnSpPr>
          <p:cNvPr id="272" name="Google Shape;272;p41"/>
          <p:cNvCxnSpPr>
            <a:stCxn id="269" idx="1"/>
          </p:cNvCxnSpPr>
          <p:nvPr/>
        </p:nvCxnSpPr>
        <p:spPr>
          <a:xfrm flipH="1">
            <a:off x="5386125" y="1411025"/>
            <a:ext cx="278100" cy="300"/>
          </a:xfrm>
          <a:prstGeom prst="straightConnector1">
            <a:avLst/>
          </a:prstGeom>
          <a:noFill/>
          <a:ln cap="flat" cmpd="sng" w="76200">
            <a:solidFill>
              <a:schemeClr val="accent4"/>
            </a:solidFill>
            <a:prstDash val="solid"/>
            <a:round/>
            <a:headEnd len="sm" w="sm" type="none"/>
            <a:tailEnd len="sm" w="sm" type="none"/>
          </a:ln>
        </p:spPr>
      </p:cxnSp>
      <p:cxnSp>
        <p:nvCxnSpPr>
          <p:cNvPr id="273" name="Google Shape;273;p41"/>
          <p:cNvCxnSpPr/>
          <p:nvPr/>
        </p:nvCxnSpPr>
        <p:spPr>
          <a:xfrm flipH="1">
            <a:off x="5386125" y="3792361"/>
            <a:ext cx="278100" cy="300"/>
          </a:xfrm>
          <a:prstGeom prst="straightConnector1">
            <a:avLst/>
          </a:prstGeom>
          <a:noFill/>
          <a:ln cap="flat" cmpd="sng" w="76200">
            <a:solidFill>
              <a:schemeClr val="accent4"/>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MAIN_POINT_1">
    <p:bg>
      <p:bgPr>
        <a:blipFill>
          <a:blip r:embed="rId2">
            <a:alphaModFix/>
          </a:blip>
          <a:stretch>
            <a:fillRect/>
          </a:stretch>
        </a:blipFill>
      </p:bgPr>
    </p:bg>
    <p:spTree>
      <p:nvGrpSpPr>
        <p:cNvPr id="274" name="Shape 274"/>
        <p:cNvGrpSpPr/>
        <p:nvPr/>
      </p:nvGrpSpPr>
      <p:grpSpPr>
        <a:xfrm>
          <a:off x="0" y="0"/>
          <a:ext cx="0" cy="0"/>
          <a:chOff x="0" y="0"/>
          <a:chExt cx="0" cy="0"/>
        </a:xfrm>
      </p:grpSpPr>
      <p:sp>
        <p:nvSpPr>
          <p:cNvPr id="275" name="Google Shape;27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6" name="Google Shape;276;p42"/>
          <p:cNvSpPr txBox="1"/>
          <p:nvPr>
            <p:ph idx="1" type="subTitle"/>
          </p:nvPr>
        </p:nvSpPr>
        <p:spPr>
          <a:xfrm>
            <a:off x="1011150" y="2038127"/>
            <a:ext cx="7121700" cy="624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800"/>
              <a:buFont typeface="Outfit SemiBold"/>
              <a:buNone/>
              <a:defRPr sz="2800">
                <a:solidFill>
                  <a:schemeClr val="accent1"/>
                </a:solidFill>
                <a:latin typeface="Outfit SemiBold"/>
                <a:ea typeface="Outfit SemiBold"/>
                <a:cs typeface="Outfit SemiBold"/>
                <a:sym typeface="Outfit SemiBold"/>
              </a:defRPr>
            </a:lvl1pPr>
            <a:lvl2pPr lvl="1" algn="l">
              <a:lnSpc>
                <a:spcPct val="115000"/>
              </a:lnSpc>
              <a:spcBef>
                <a:spcPts val="0"/>
              </a:spcBef>
              <a:spcAft>
                <a:spcPts val="0"/>
              </a:spcAft>
              <a:buClr>
                <a:schemeClr val="accent2"/>
              </a:buClr>
              <a:buSzPts val="1400"/>
              <a:buNone/>
              <a:defRPr>
                <a:solidFill>
                  <a:schemeClr val="accent2"/>
                </a:solidFill>
              </a:defRPr>
            </a:lvl2pPr>
            <a:lvl3pPr lvl="2" algn="l">
              <a:lnSpc>
                <a:spcPct val="115000"/>
              </a:lnSpc>
              <a:spcBef>
                <a:spcPts val="0"/>
              </a:spcBef>
              <a:spcAft>
                <a:spcPts val="0"/>
              </a:spcAft>
              <a:buClr>
                <a:schemeClr val="accent2"/>
              </a:buClr>
              <a:buSzPts val="1400"/>
              <a:buNone/>
              <a:defRPr>
                <a:solidFill>
                  <a:schemeClr val="accent2"/>
                </a:solidFill>
              </a:defRPr>
            </a:lvl3pPr>
            <a:lvl4pPr lvl="3" algn="l">
              <a:lnSpc>
                <a:spcPct val="115000"/>
              </a:lnSpc>
              <a:spcBef>
                <a:spcPts val="0"/>
              </a:spcBef>
              <a:spcAft>
                <a:spcPts val="0"/>
              </a:spcAft>
              <a:buClr>
                <a:schemeClr val="accent2"/>
              </a:buClr>
              <a:buSzPts val="1400"/>
              <a:buNone/>
              <a:defRPr>
                <a:solidFill>
                  <a:schemeClr val="accent2"/>
                </a:solidFill>
              </a:defRPr>
            </a:lvl4pPr>
            <a:lvl5pPr lvl="4" algn="l">
              <a:lnSpc>
                <a:spcPct val="115000"/>
              </a:lnSpc>
              <a:spcBef>
                <a:spcPts val="0"/>
              </a:spcBef>
              <a:spcAft>
                <a:spcPts val="0"/>
              </a:spcAft>
              <a:buClr>
                <a:schemeClr val="accent2"/>
              </a:buClr>
              <a:buSzPts val="1400"/>
              <a:buNone/>
              <a:defRPr>
                <a:solidFill>
                  <a:schemeClr val="accent2"/>
                </a:solidFill>
              </a:defRPr>
            </a:lvl5pPr>
            <a:lvl6pPr lvl="5" algn="l">
              <a:lnSpc>
                <a:spcPct val="115000"/>
              </a:lnSpc>
              <a:spcBef>
                <a:spcPts val="0"/>
              </a:spcBef>
              <a:spcAft>
                <a:spcPts val="0"/>
              </a:spcAft>
              <a:buClr>
                <a:schemeClr val="accent2"/>
              </a:buClr>
              <a:buSzPts val="1400"/>
              <a:buNone/>
              <a:defRPr>
                <a:solidFill>
                  <a:schemeClr val="accent2"/>
                </a:solidFill>
              </a:defRPr>
            </a:lvl6pPr>
            <a:lvl7pPr lvl="6" algn="l">
              <a:lnSpc>
                <a:spcPct val="115000"/>
              </a:lnSpc>
              <a:spcBef>
                <a:spcPts val="0"/>
              </a:spcBef>
              <a:spcAft>
                <a:spcPts val="0"/>
              </a:spcAft>
              <a:buClr>
                <a:schemeClr val="accent2"/>
              </a:buClr>
              <a:buSzPts val="1400"/>
              <a:buNone/>
              <a:defRPr>
                <a:solidFill>
                  <a:schemeClr val="accent2"/>
                </a:solidFill>
              </a:defRPr>
            </a:lvl7pPr>
            <a:lvl8pPr lvl="7" algn="l">
              <a:lnSpc>
                <a:spcPct val="115000"/>
              </a:lnSpc>
              <a:spcBef>
                <a:spcPts val="0"/>
              </a:spcBef>
              <a:spcAft>
                <a:spcPts val="0"/>
              </a:spcAft>
              <a:buClr>
                <a:schemeClr val="accent2"/>
              </a:buClr>
              <a:buSzPts val="1400"/>
              <a:buNone/>
              <a:defRPr>
                <a:solidFill>
                  <a:schemeClr val="accent2"/>
                </a:solidFill>
              </a:defRPr>
            </a:lvl8pPr>
            <a:lvl9pPr lvl="8" algn="l">
              <a:lnSpc>
                <a:spcPct val="115000"/>
              </a:lnSpc>
              <a:spcBef>
                <a:spcPts val="0"/>
              </a:spcBef>
              <a:spcAft>
                <a:spcPts val="0"/>
              </a:spcAft>
              <a:buClr>
                <a:schemeClr val="accent2"/>
              </a:buClr>
              <a:buSzPts val="1400"/>
              <a:buNone/>
              <a:defRPr>
                <a:solidFill>
                  <a:schemeClr val="accent2"/>
                </a:solidFill>
              </a:defRPr>
            </a:lvl9pPr>
          </a:lstStyle>
          <a:p/>
        </p:txBody>
      </p:sp>
      <p:sp>
        <p:nvSpPr>
          <p:cNvPr id="277" name="Google Shape;277;p42"/>
          <p:cNvSpPr txBox="1"/>
          <p:nvPr>
            <p:ph idx="2" type="subTitle"/>
          </p:nvPr>
        </p:nvSpPr>
        <p:spPr>
          <a:xfrm>
            <a:off x="1011150" y="2926988"/>
            <a:ext cx="7121700" cy="5319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accent2"/>
              </a:buClr>
              <a:buSzPts val="3200"/>
              <a:buFont typeface="Outfit"/>
              <a:buNone/>
              <a:defRPr b="1" sz="3200">
                <a:solidFill>
                  <a:schemeClr val="accent2"/>
                </a:solidFill>
                <a:latin typeface="Outfit"/>
                <a:ea typeface="Outfit"/>
                <a:cs typeface="Outfit"/>
                <a:sym typeface="Outfit"/>
              </a:defRPr>
            </a:lvl1pPr>
            <a:lvl2pPr lvl="1" algn="l">
              <a:lnSpc>
                <a:spcPct val="115000"/>
              </a:lnSpc>
              <a:spcBef>
                <a:spcPts val="0"/>
              </a:spcBef>
              <a:spcAft>
                <a:spcPts val="0"/>
              </a:spcAft>
              <a:buClr>
                <a:schemeClr val="accent2"/>
              </a:buClr>
              <a:buSzPts val="1400"/>
              <a:buNone/>
              <a:defRPr>
                <a:solidFill>
                  <a:schemeClr val="accent2"/>
                </a:solidFill>
              </a:defRPr>
            </a:lvl2pPr>
            <a:lvl3pPr lvl="2" algn="l">
              <a:lnSpc>
                <a:spcPct val="115000"/>
              </a:lnSpc>
              <a:spcBef>
                <a:spcPts val="0"/>
              </a:spcBef>
              <a:spcAft>
                <a:spcPts val="0"/>
              </a:spcAft>
              <a:buClr>
                <a:schemeClr val="accent2"/>
              </a:buClr>
              <a:buSzPts val="1400"/>
              <a:buNone/>
              <a:defRPr>
                <a:solidFill>
                  <a:schemeClr val="accent2"/>
                </a:solidFill>
              </a:defRPr>
            </a:lvl3pPr>
            <a:lvl4pPr lvl="3" algn="l">
              <a:lnSpc>
                <a:spcPct val="115000"/>
              </a:lnSpc>
              <a:spcBef>
                <a:spcPts val="0"/>
              </a:spcBef>
              <a:spcAft>
                <a:spcPts val="0"/>
              </a:spcAft>
              <a:buClr>
                <a:schemeClr val="accent2"/>
              </a:buClr>
              <a:buSzPts val="1400"/>
              <a:buNone/>
              <a:defRPr>
                <a:solidFill>
                  <a:schemeClr val="accent2"/>
                </a:solidFill>
              </a:defRPr>
            </a:lvl4pPr>
            <a:lvl5pPr lvl="4" algn="l">
              <a:lnSpc>
                <a:spcPct val="115000"/>
              </a:lnSpc>
              <a:spcBef>
                <a:spcPts val="0"/>
              </a:spcBef>
              <a:spcAft>
                <a:spcPts val="0"/>
              </a:spcAft>
              <a:buClr>
                <a:schemeClr val="accent2"/>
              </a:buClr>
              <a:buSzPts val="1400"/>
              <a:buNone/>
              <a:defRPr>
                <a:solidFill>
                  <a:schemeClr val="accent2"/>
                </a:solidFill>
              </a:defRPr>
            </a:lvl5pPr>
            <a:lvl6pPr lvl="5" algn="l">
              <a:lnSpc>
                <a:spcPct val="115000"/>
              </a:lnSpc>
              <a:spcBef>
                <a:spcPts val="0"/>
              </a:spcBef>
              <a:spcAft>
                <a:spcPts val="0"/>
              </a:spcAft>
              <a:buClr>
                <a:schemeClr val="accent2"/>
              </a:buClr>
              <a:buSzPts val="1400"/>
              <a:buNone/>
              <a:defRPr>
                <a:solidFill>
                  <a:schemeClr val="accent2"/>
                </a:solidFill>
              </a:defRPr>
            </a:lvl6pPr>
            <a:lvl7pPr lvl="6" algn="l">
              <a:lnSpc>
                <a:spcPct val="115000"/>
              </a:lnSpc>
              <a:spcBef>
                <a:spcPts val="0"/>
              </a:spcBef>
              <a:spcAft>
                <a:spcPts val="0"/>
              </a:spcAft>
              <a:buClr>
                <a:schemeClr val="accent2"/>
              </a:buClr>
              <a:buSzPts val="1400"/>
              <a:buNone/>
              <a:defRPr>
                <a:solidFill>
                  <a:schemeClr val="accent2"/>
                </a:solidFill>
              </a:defRPr>
            </a:lvl7pPr>
            <a:lvl8pPr lvl="7" algn="l">
              <a:lnSpc>
                <a:spcPct val="115000"/>
              </a:lnSpc>
              <a:spcBef>
                <a:spcPts val="0"/>
              </a:spcBef>
              <a:spcAft>
                <a:spcPts val="0"/>
              </a:spcAft>
              <a:buClr>
                <a:schemeClr val="accent2"/>
              </a:buClr>
              <a:buSzPts val="1400"/>
              <a:buNone/>
              <a:defRPr>
                <a:solidFill>
                  <a:schemeClr val="accent2"/>
                </a:solidFill>
              </a:defRPr>
            </a:lvl8pPr>
            <a:lvl9pPr lvl="8" algn="l">
              <a:lnSpc>
                <a:spcPct val="115000"/>
              </a:lnSpc>
              <a:spcBef>
                <a:spcPts val="0"/>
              </a:spcBef>
              <a:spcAft>
                <a:spcPts val="0"/>
              </a:spcAft>
              <a:buClr>
                <a:schemeClr val="accent2"/>
              </a:buClr>
              <a:buSzPts val="1400"/>
              <a:buNone/>
              <a:defRPr>
                <a:solidFill>
                  <a:schemeClr val="accent2"/>
                </a:solidFill>
              </a:defRPr>
            </a:lvl9pPr>
          </a:lstStyle>
          <a:p/>
        </p:txBody>
      </p:sp>
      <p:pic>
        <p:nvPicPr>
          <p:cNvPr id="278" name="Google Shape;278;p42"/>
          <p:cNvPicPr preferRelativeResize="0"/>
          <p:nvPr/>
        </p:nvPicPr>
        <p:blipFill rotWithShape="1">
          <a:blip r:embed="rId3">
            <a:alphaModFix/>
          </a:blip>
          <a:srcRect b="0" l="0" r="0" t="0"/>
          <a:stretch/>
        </p:blipFill>
        <p:spPr>
          <a:xfrm>
            <a:off x="113125" y="3523675"/>
            <a:ext cx="1533150" cy="153315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9" name="Shape 279"/>
        <p:cNvGrpSpPr/>
        <p:nvPr/>
      </p:nvGrpSpPr>
      <p:grpSpPr>
        <a:xfrm>
          <a:off x="0" y="0"/>
          <a:ext cx="0" cy="0"/>
          <a:chOff x="0" y="0"/>
          <a:chExt cx="0" cy="0"/>
        </a:xfrm>
      </p:grpSpPr>
      <p:sp>
        <p:nvSpPr>
          <p:cNvPr id="280" name="Google Shape;280;p4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281" name="Google Shape;28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82" name="Google Shape;282;p43" title="image (10).png"/>
          <p:cNvPicPr preferRelativeResize="0"/>
          <p:nvPr/>
        </p:nvPicPr>
        <p:blipFill rotWithShape="1">
          <a:blip r:embed="rId2">
            <a:alphaModFix/>
          </a:blip>
          <a:srcRect b="0" l="0" r="0" t="0"/>
          <a:stretch/>
        </p:blipFill>
        <p:spPr>
          <a:xfrm>
            <a:off x="900445" y="112563"/>
            <a:ext cx="606379" cy="728918"/>
          </a:xfrm>
          <a:prstGeom prst="rect">
            <a:avLst/>
          </a:prstGeom>
          <a:noFill/>
          <a:ln>
            <a:noFill/>
          </a:ln>
        </p:spPr>
      </p:pic>
      <p:pic>
        <p:nvPicPr>
          <p:cNvPr id="283" name="Google Shape;283;p43" title="نشانه تکرنگ سفید (1).png"/>
          <p:cNvPicPr preferRelativeResize="0"/>
          <p:nvPr/>
        </p:nvPicPr>
        <p:blipFill rotWithShape="1">
          <a:blip r:embed="rId3">
            <a:alphaModFix/>
          </a:blip>
          <a:srcRect b="14986" l="11067" r="54658" t="21835"/>
          <a:stretch/>
        </p:blipFill>
        <p:spPr>
          <a:xfrm>
            <a:off x="84046" y="84255"/>
            <a:ext cx="907674" cy="9410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284" name="Shape 284"/>
        <p:cNvGrpSpPr/>
        <p:nvPr/>
      </p:nvGrpSpPr>
      <p:grpSpPr>
        <a:xfrm>
          <a:off x="0" y="0"/>
          <a:ext cx="0" cy="0"/>
          <a:chOff x="0" y="0"/>
          <a:chExt cx="0" cy="0"/>
        </a:xfrm>
      </p:grpSpPr>
      <p:sp>
        <p:nvSpPr>
          <p:cNvPr id="285" name="Google Shape;285;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6" name="Google Shape;286;p44"/>
          <p:cNvSpPr/>
          <p:nvPr/>
        </p:nvSpPr>
        <p:spPr>
          <a:xfrm rot="5400000">
            <a:off x="6300" y="-63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EC8F3"/>
              </a:solidFill>
              <a:latin typeface="Outfit Medium"/>
              <a:ea typeface="Outfit Medium"/>
              <a:cs typeface="Outfit Medium"/>
              <a:sym typeface="Outfit Medium"/>
            </a:endParaRPr>
          </a:p>
        </p:txBody>
      </p:sp>
      <p:sp>
        <p:nvSpPr>
          <p:cNvPr id="287" name="Google Shape;287;p44"/>
          <p:cNvSpPr/>
          <p:nvPr/>
        </p:nvSpPr>
        <p:spPr>
          <a:xfrm rot="-5400000">
            <a:off x="8244600" y="42441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EC8F3"/>
              </a:solidFill>
              <a:latin typeface="Outfit Medium"/>
              <a:ea typeface="Outfit Medium"/>
              <a:cs typeface="Outfit Medium"/>
              <a:sym typeface="Outfit Medium"/>
            </a:endParaRPr>
          </a:p>
        </p:txBody>
      </p:sp>
      <p:sp>
        <p:nvSpPr>
          <p:cNvPr id="288" name="Google Shape;288;p44"/>
          <p:cNvSpPr/>
          <p:nvPr/>
        </p:nvSpPr>
        <p:spPr>
          <a:xfrm rot="-9324925">
            <a:off x="8397311" y="4055863"/>
            <a:ext cx="1052072" cy="1139195"/>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289" name="Google Shape;289;p44"/>
          <p:cNvSpPr/>
          <p:nvPr/>
        </p:nvSpPr>
        <p:spPr>
          <a:xfrm rot="-9324341">
            <a:off x="-542714" y="-427341"/>
            <a:ext cx="1135297" cy="1295315"/>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290" name="Google Shape;290;p44"/>
          <p:cNvSpPr/>
          <p:nvPr/>
        </p:nvSpPr>
        <p:spPr>
          <a:xfrm rot="8849822">
            <a:off x="-809158" y="-127413"/>
            <a:ext cx="1245014" cy="1400394"/>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
        <p:nvSpPr>
          <p:cNvPr id="291" name="Google Shape;291;p44"/>
          <p:cNvSpPr/>
          <p:nvPr/>
        </p:nvSpPr>
        <p:spPr>
          <a:xfrm rot="8849399">
            <a:off x="8200123" y="4665602"/>
            <a:ext cx="1256496" cy="1231278"/>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chemeClr val="accent4"/>
              </a:solidFill>
              <a:latin typeface="Outfit Medium"/>
              <a:ea typeface="Outfit Medium"/>
              <a:cs typeface="Outfit Medium"/>
              <a:sym typeface="Outfit Medium"/>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
    <p:bg>
      <p:bgPr>
        <a:blipFill>
          <a:blip r:embed="rId2">
            <a:alphaModFix/>
          </a:blip>
          <a:stretch>
            <a:fillRect/>
          </a:stretch>
        </a:blipFill>
      </p:bgPr>
    </p:bg>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94" name="Google Shape;294;p45" title="image (10).png"/>
          <p:cNvPicPr preferRelativeResize="0"/>
          <p:nvPr/>
        </p:nvPicPr>
        <p:blipFill rotWithShape="1">
          <a:blip r:embed="rId3">
            <a:alphaModFix/>
          </a:blip>
          <a:srcRect b="0" l="0" r="0" t="0"/>
          <a:stretch/>
        </p:blipFill>
        <p:spPr>
          <a:xfrm>
            <a:off x="816395" y="4314788"/>
            <a:ext cx="606379" cy="728918"/>
          </a:xfrm>
          <a:prstGeom prst="rect">
            <a:avLst/>
          </a:prstGeom>
          <a:noFill/>
          <a:ln>
            <a:noFill/>
          </a:ln>
        </p:spPr>
      </p:pic>
      <p:pic>
        <p:nvPicPr>
          <p:cNvPr id="295" name="Google Shape;295;p45"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 column text (h589b60dae8ebcd09_156_0)">
    <p:spTree>
      <p:nvGrpSpPr>
        <p:cNvPr id="296" name="Shape 296"/>
        <p:cNvGrpSpPr/>
        <p:nvPr/>
      </p:nvGrpSpPr>
      <p:grpSpPr>
        <a:xfrm>
          <a:off x="0" y="0"/>
          <a:ext cx="0" cy="0"/>
          <a:chOff x="0" y="0"/>
          <a:chExt cx="0" cy="0"/>
        </a:xfrm>
      </p:grpSpPr>
      <p:sp>
        <p:nvSpPr>
          <p:cNvPr id="297" name="Google Shape;297;p46"/>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98" name="Google Shape;29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46"/>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0" name="Google Shape;300;p46"/>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1" name="Google Shape;301;p46"/>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2" name="Google Shape;302;p46"/>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03" name="Google Shape;303;p46"/>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04" name="Google Shape;304;p46"/>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1">
  <p:cSld name="One column text (h589b60dae8ebcd09_116_0)">
    <p:spTree>
      <p:nvGrpSpPr>
        <p:cNvPr id="305" name="Shape 305"/>
        <p:cNvGrpSpPr/>
        <p:nvPr/>
      </p:nvGrpSpPr>
      <p:grpSpPr>
        <a:xfrm>
          <a:off x="0" y="0"/>
          <a:ext cx="0" cy="0"/>
          <a:chOff x="0" y="0"/>
          <a:chExt cx="0" cy="0"/>
        </a:xfrm>
      </p:grpSpPr>
      <p:sp>
        <p:nvSpPr>
          <p:cNvPr id="306" name="Google Shape;306;p47"/>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7" name="Google Shape;30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08" name="Google Shape;308;p47"/>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9" name="Google Shape;309;p47"/>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0" name="Google Shape;310;p47"/>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1" name="Google Shape;311;p47"/>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12" name="Google Shape;312;p47"/>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13" name="Google Shape;313;p47"/>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1 1">
  <p:cSld name="One column text (h589b60dae8ebcd09_59_0)">
    <p:spTree>
      <p:nvGrpSpPr>
        <p:cNvPr id="314" name="Shape 314"/>
        <p:cNvGrpSpPr/>
        <p:nvPr/>
      </p:nvGrpSpPr>
      <p:grpSpPr>
        <a:xfrm>
          <a:off x="0" y="0"/>
          <a:ext cx="0" cy="0"/>
          <a:chOff x="0" y="0"/>
          <a:chExt cx="0" cy="0"/>
        </a:xfrm>
      </p:grpSpPr>
      <p:sp>
        <p:nvSpPr>
          <p:cNvPr id="315" name="Google Shape;315;p48"/>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6" name="Google Shape;316;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8"/>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8" name="Google Shape;318;p48"/>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9" name="Google Shape;319;p48"/>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0" name="Google Shape;320;p48"/>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21" name="Google Shape;321;p48"/>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22" name="Google Shape;322;p48"/>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1 1 1">
  <p:cSld name="One column text (h589b60dae8ebcd09_11_0)">
    <p:spTree>
      <p:nvGrpSpPr>
        <p:cNvPr id="323" name="Shape 323"/>
        <p:cNvGrpSpPr/>
        <p:nvPr/>
      </p:nvGrpSpPr>
      <p:grpSpPr>
        <a:xfrm>
          <a:off x="0" y="0"/>
          <a:ext cx="0" cy="0"/>
          <a:chOff x="0" y="0"/>
          <a:chExt cx="0" cy="0"/>
        </a:xfrm>
      </p:grpSpPr>
      <p:sp>
        <p:nvSpPr>
          <p:cNvPr id="324" name="Google Shape;324;p49"/>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5" name="Google Shape;32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6" name="Google Shape;326;p49"/>
          <p:cNvSpPr txBox="1"/>
          <p:nvPr>
            <p:ph idx="1" type="subTitle"/>
          </p:nvPr>
        </p:nvSpPr>
        <p:spPr>
          <a:xfrm>
            <a:off x="429000" y="2338650"/>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7" name="Google Shape;327;p49"/>
          <p:cNvSpPr txBox="1"/>
          <p:nvPr>
            <p:ph idx="2" type="subTitle"/>
          </p:nvPr>
        </p:nvSpPr>
        <p:spPr>
          <a:xfrm>
            <a:off x="32571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8" name="Google Shape;328;p49"/>
          <p:cNvSpPr txBox="1"/>
          <p:nvPr>
            <p:ph idx="3" type="subTitle"/>
          </p:nvPr>
        </p:nvSpPr>
        <p:spPr>
          <a:xfrm>
            <a:off x="6085388" y="2434175"/>
            <a:ext cx="2629800" cy="466200"/>
          </a:xfrm>
          <a:prstGeom prst="rect">
            <a:avLst/>
          </a:prstGeom>
          <a:noFill/>
          <a:ln>
            <a:noFill/>
          </a:ln>
        </p:spPr>
        <p:txBody>
          <a:bodyPr anchorCtr="0" anchor="b" bIns="91425" lIns="91425" spcFirstLastPara="1" rIns="91425" wrap="square" tIns="91425">
            <a:normAutofit/>
          </a:bodyPr>
          <a:lstStyle>
            <a:lvl1pPr lvl="0" marR="0" algn="ctr">
              <a:lnSpc>
                <a:spcPct val="100000"/>
              </a:lnSpc>
              <a:spcBef>
                <a:spcPts val="0"/>
              </a:spcBef>
              <a:spcAft>
                <a:spcPts val="0"/>
              </a:spcAft>
              <a:buSzPts val="1800"/>
              <a:buNone/>
              <a:defRPr sz="3200">
                <a:solidFill>
                  <a:schemeClr val="lt2"/>
                </a:solidFill>
                <a:latin typeface="Outfit Black"/>
                <a:ea typeface="Outfit Black"/>
                <a:cs typeface="Outfit Black"/>
                <a:sym typeface="Outfit Blac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9" name="Google Shape;329;p49"/>
          <p:cNvSpPr txBox="1"/>
          <p:nvPr>
            <p:ph idx="4" type="subTitle"/>
          </p:nvPr>
        </p:nvSpPr>
        <p:spPr>
          <a:xfrm>
            <a:off x="60854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30" name="Google Shape;330;p49"/>
          <p:cNvSpPr txBox="1"/>
          <p:nvPr>
            <p:ph idx="5" type="subTitle"/>
          </p:nvPr>
        </p:nvSpPr>
        <p:spPr>
          <a:xfrm>
            <a:off x="3257200" y="2913400"/>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31" name="Google Shape;331;p49"/>
          <p:cNvSpPr txBox="1"/>
          <p:nvPr>
            <p:ph idx="6" type="subTitle"/>
          </p:nvPr>
        </p:nvSpPr>
        <p:spPr>
          <a:xfrm>
            <a:off x="429000" y="2913325"/>
            <a:ext cx="2629800" cy="17499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1800"/>
              <a:buNone/>
              <a:defRPr>
                <a:solidFill>
                  <a:srgbClr val="D9D9D9"/>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image" Target="../media/image27.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6" Type="http://schemas.openxmlformats.org/officeDocument/2006/relationships/theme" Target="../theme/theme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20" Type="http://schemas.openxmlformats.org/officeDocument/2006/relationships/theme" Target="../theme/theme4.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 Type="http://schemas.openxmlformats.org/officeDocument/2006/relationships/image" Target="../media/image27.png"/><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5" Type="http://schemas.openxmlformats.org/officeDocument/2006/relationships/slideLayout" Target="../slideLayouts/slideLayout42.xml"/><Relationship Id="rId14" Type="http://schemas.openxmlformats.org/officeDocument/2006/relationships/slideLayout" Target="../slideLayouts/slideLayout41.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5" Type="http://schemas.openxmlformats.org/officeDocument/2006/relationships/slideLayout" Target="../slideLayouts/slideLayout32.xml"/><Relationship Id="rId19" Type="http://schemas.openxmlformats.org/officeDocument/2006/relationships/slideLayout" Target="../slideLayouts/slideLayout46.xml"/><Relationship Id="rId6" Type="http://schemas.openxmlformats.org/officeDocument/2006/relationships/slideLayout" Target="../slideLayouts/slideLayout33.xml"/><Relationship Id="rId18" Type="http://schemas.openxmlformats.org/officeDocument/2006/relationships/slideLayout" Target="../slideLayouts/slideLayout45.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3200"/>
              <a:buFont typeface="Outfit ExtraBold"/>
              <a:buNone/>
              <a:defRPr sz="3200">
                <a:solidFill>
                  <a:schemeClr val="lt1"/>
                </a:solidFill>
                <a:latin typeface="Outfit ExtraBold"/>
                <a:ea typeface="Outfit ExtraBold"/>
                <a:cs typeface="Outfit ExtraBold"/>
                <a:sym typeface="Outfit Extra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Outfit Medium"/>
              <a:buChar char="●"/>
              <a:defRPr sz="1800">
                <a:solidFill>
                  <a:schemeClr val="lt1"/>
                </a:solidFill>
                <a:latin typeface="Outfit Medium"/>
                <a:ea typeface="Outfit Medium"/>
                <a:cs typeface="Outfit Medium"/>
                <a:sym typeface="Outfit Medium"/>
              </a:defRPr>
            </a:lvl1pPr>
            <a:lvl2pPr indent="-317500" lvl="1" marL="9144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2pPr>
            <a:lvl3pPr indent="-317500" lvl="2" marL="13716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3pPr>
            <a:lvl4pPr indent="-317500" lvl="3" marL="18288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4pPr>
            <a:lvl5pPr indent="-317500" lvl="4" marL="22860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5pPr>
            <a:lvl6pPr indent="-317500" lvl="5" marL="27432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6pPr>
            <a:lvl7pPr indent="-317500" lvl="6" marL="32004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7pPr>
            <a:lvl8pPr indent="-317500" lvl="7" marL="36576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8pPr>
            <a:lvl9pPr indent="-317500" lvl="8" marL="41148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3200"/>
              <a:buFont typeface="Outfit ExtraBold"/>
              <a:buNone/>
              <a:defRPr b="0" i="0" spc="0" sz="3200" u="none" cap="none" strike="noStrike">
                <a:solidFill>
                  <a:schemeClr val="lt1"/>
                </a:solidFill>
                <a:latin typeface="Outfit ExtraBold"/>
                <a:ea typeface="Outfit ExtraBold"/>
                <a:cs typeface="Outfit ExtraBold"/>
                <a:sym typeface="Outfit ExtraBold"/>
              </a:defRPr>
            </a:lvl1pPr>
            <a:lvl2pPr lvl="1"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9pPr>
          </a:lstStyle>
          <a:p/>
        </p:txBody>
      </p:sp>
      <p:sp>
        <p:nvSpPr>
          <p:cNvPr id="104" name="Google Shape;10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1"/>
              </a:buClr>
              <a:buSzPts val="1800"/>
              <a:buFont typeface="Outfit Medium"/>
              <a:buChar char="●"/>
              <a:defRPr b="0" i="0" spc="0" sz="1800" u="none" cap="none" strike="noStrike">
                <a:solidFill>
                  <a:schemeClr val="lt1"/>
                </a:solidFill>
                <a:latin typeface="Outfit Medium"/>
                <a:ea typeface="Outfit Medium"/>
                <a:cs typeface="Outfit Medium"/>
                <a:sym typeface="Outfit Medium"/>
              </a:defRPr>
            </a:lvl1pPr>
            <a:lvl2pPr indent="-317500" lvl="1" marL="9144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2pPr>
            <a:lvl3pPr indent="-317500" lvl="2" marL="13716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3pPr>
            <a:lvl4pPr indent="-317500" lvl="3" marL="18288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4pPr>
            <a:lvl5pPr indent="-317500" lvl="4" marL="22860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5pPr>
            <a:lvl6pPr indent="-317500" lvl="5" marL="27432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6pPr>
            <a:lvl7pPr indent="-317500" lvl="6" marL="32004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7pPr>
            <a:lvl8pPr indent="-317500" lvl="7" marL="36576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8pPr>
            <a:lvl9pPr indent="-317500" lvl="8" marL="41148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9pPr>
          </a:lstStyle>
          <a:p/>
        </p:txBody>
      </p:sp>
      <p:sp>
        <p:nvSpPr>
          <p:cNvPr id="105" name="Google Shape;10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199" name="Shape 199"/>
        <p:cNvGrpSpPr/>
        <p:nvPr/>
      </p:nvGrpSpPr>
      <p:grpSpPr>
        <a:xfrm>
          <a:off x="0" y="0"/>
          <a:ext cx="0" cy="0"/>
          <a:chOff x="0" y="0"/>
          <a:chExt cx="0" cy="0"/>
        </a:xfrm>
      </p:grpSpPr>
      <p:sp>
        <p:nvSpPr>
          <p:cNvPr id="200" name="Google Shape;20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3200"/>
              <a:buFont typeface="Outfit ExtraBold"/>
              <a:buNone/>
              <a:defRPr b="0" i="0" spc="0" sz="3200" u="none" cap="none" strike="noStrike">
                <a:solidFill>
                  <a:schemeClr val="lt1"/>
                </a:solidFill>
                <a:latin typeface="Outfit ExtraBold"/>
                <a:ea typeface="Outfit ExtraBold"/>
                <a:cs typeface="Outfit ExtraBold"/>
                <a:sym typeface="Outfit ExtraBold"/>
              </a:defRPr>
            </a:lvl1pPr>
            <a:lvl2pPr lvl="1"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9pPr>
          </a:lstStyle>
          <a:p/>
        </p:txBody>
      </p:sp>
      <p:sp>
        <p:nvSpPr>
          <p:cNvPr id="201" name="Google Shape;201;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1"/>
              </a:buClr>
              <a:buSzPts val="1800"/>
              <a:buFont typeface="Outfit Medium"/>
              <a:buChar char="●"/>
              <a:defRPr b="0" i="0" spc="0" sz="1800" u="none" cap="none" strike="noStrike">
                <a:solidFill>
                  <a:schemeClr val="lt1"/>
                </a:solidFill>
                <a:latin typeface="Outfit Medium"/>
                <a:ea typeface="Outfit Medium"/>
                <a:cs typeface="Outfit Medium"/>
                <a:sym typeface="Outfit Medium"/>
              </a:defRPr>
            </a:lvl1pPr>
            <a:lvl2pPr indent="-317500" lvl="1" marL="9144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2pPr>
            <a:lvl3pPr indent="-317500" lvl="2" marL="13716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3pPr>
            <a:lvl4pPr indent="-317500" lvl="3" marL="18288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4pPr>
            <a:lvl5pPr indent="-317500" lvl="4" marL="22860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5pPr>
            <a:lvl6pPr indent="-317500" lvl="5" marL="27432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6pPr>
            <a:lvl7pPr indent="-317500" lvl="6" marL="32004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7pPr>
            <a:lvl8pPr indent="-317500" lvl="7" marL="36576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8pPr>
            <a:lvl9pPr indent="-317500" lvl="8" marL="4114800" marR="0" rtl="0" algn="l">
              <a:lnSpc>
                <a:spcPct val="115000"/>
              </a:lnSpc>
              <a:spcBef>
                <a:spcPts val="0"/>
              </a:spcBef>
              <a:spcAft>
                <a:spcPts val="0"/>
              </a:spcAft>
              <a:buClr>
                <a:schemeClr val="lt1"/>
              </a:buClr>
              <a:buSzPts val="1400"/>
              <a:buFont typeface="Outfit Medium"/>
              <a:buChar char="■"/>
              <a:defRPr b="0" i="0" spc="0" sz="1400" u="none" cap="none" strike="noStrike">
                <a:solidFill>
                  <a:schemeClr val="lt1"/>
                </a:solidFill>
                <a:latin typeface="Outfit Medium"/>
                <a:ea typeface="Outfit Medium"/>
                <a:cs typeface="Outfit Medium"/>
                <a:sym typeface="Outfit Medium"/>
              </a:defRPr>
            </a:lvl9pPr>
          </a:lstStyle>
          <a:p/>
        </p:txBody>
      </p:sp>
      <p:sp>
        <p:nvSpPr>
          <p:cNvPr id="202" name="Google Shape;20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41.png"/><Relationship Id="rId4" Type="http://schemas.openxmlformats.org/officeDocument/2006/relationships/hyperlink" Target="http://packops.ir" TargetMode="External"/><Relationship Id="rId5"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5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42.png"/><Relationship Id="rId5" Type="http://schemas.openxmlformats.org/officeDocument/2006/relationships/image" Target="../media/image40.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8.png"/><Relationship Id="rId7"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5" name="Shape 335"/>
        <p:cNvGrpSpPr/>
        <p:nvPr/>
      </p:nvGrpSpPr>
      <p:grpSpPr>
        <a:xfrm>
          <a:off x="0" y="0"/>
          <a:ext cx="0" cy="0"/>
          <a:chOff x="0" y="0"/>
          <a:chExt cx="0" cy="0"/>
        </a:xfrm>
      </p:grpSpPr>
      <p:sp>
        <p:nvSpPr>
          <p:cNvPr id="336" name="Google Shape;336;p50"/>
          <p:cNvSpPr txBox="1"/>
          <p:nvPr>
            <p:ph idx="4294967295" type="subTitle"/>
          </p:nvPr>
        </p:nvSpPr>
        <p:spPr>
          <a:xfrm>
            <a:off x="0" y="2117150"/>
            <a:ext cx="4950600" cy="10221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1200"/>
              </a:spcAft>
              <a:buClr>
                <a:schemeClr val="lt1"/>
              </a:buClr>
              <a:buSzPts val="1800"/>
              <a:buFont typeface="Outfit Medium"/>
              <a:buNone/>
            </a:pPr>
            <a:r>
              <a:rPr b="1" i="0" lang="en" spc="0" sz="2100" u="none" cap="none" strike="noStrike">
                <a:solidFill>
                  <a:schemeClr val="lt1"/>
                </a:solidFill>
                <a:highlight>
                  <a:schemeClr val="accent2"/>
                </a:highlight>
                <a:latin typeface="Outfit"/>
                <a:ea typeface="Outfit"/>
                <a:cs typeface="Outfit"/>
                <a:sym typeface="Outfit"/>
              </a:rPr>
              <a:t>Farshad Nickfetrat</a:t>
            </a:r>
            <a:endParaRPr b="1" i="0" spc="0" sz="2100" u="none" cap="none" strike="noStrike">
              <a:solidFill>
                <a:schemeClr val="lt1"/>
              </a:solidFill>
              <a:highlight>
                <a:schemeClr val="accent2"/>
              </a:highlight>
              <a:latin typeface="Outfit"/>
              <a:ea typeface="Outfit"/>
              <a:cs typeface="Outfit"/>
              <a:sym typeface="Outfit"/>
            </a:endParaRPr>
          </a:p>
        </p:txBody>
      </p:sp>
      <p:sp>
        <p:nvSpPr>
          <p:cNvPr id="337" name="Google Shape;337;p50"/>
          <p:cNvSpPr txBox="1"/>
          <p:nvPr/>
        </p:nvSpPr>
        <p:spPr>
          <a:xfrm>
            <a:off x="0" y="385375"/>
            <a:ext cx="4608600" cy="214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80"/>
              <a:buFont typeface="Arial"/>
              <a:buNone/>
            </a:pPr>
            <a:r>
              <a:rPr lang="en" sz="3180">
                <a:solidFill>
                  <a:schemeClr val="accent2"/>
                </a:solidFill>
                <a:highlight>
                  <a:schemeClr val="lt1"/>
                </a:highlight>
                <a:latin typeface="Outfit ExtraBold"/>
                <a:ea typeface="Outfit ExtraBold"/>
                <a:cs typeface="Outfit ExtraBold"/>
                <a:sym typeface="Outfit ExtraBold"/>
              </a:rPr>
              <a:t>Open Telemetry</a:t>
            </a:r>
            <a:br>
              <a:rPr b="0" i="0" lang="en" spc="0" sz="3180" u="none" cap="none" strike="noStrike">
                <a:solidFill>
                  <a:schemeClr val="accent2"/>
                </a:solidFill>
                <a:highlight>
                  <a:schemeClr val="lt1"/>
                </a:highlight>
                <a:latin typeface="Outfit ExtraBold"/>
                <a:ea typeface="Outfit ExtraBold"/>
                <a:cs typeface="Outfit ExtraBold"/>
                <a:sym typeface="Outfit ExtraBold"/>
              </a:rPr>
            </a:br>
            <a:r>
              <a:rPr b="0" i="0" lang="en" spc="0" sz="3180" u="none" cap="none" strike="noStrike">
                <a:solidFill>
                  <a:schemeClr val="accent2"/>
                </a:solidFill>
                <a:highlight>
                  <a:schemeClr val="lt1"/>
                </a:highlight>
                <a:latin typeface="Outfit ExtraBold"/>
                <a:ea typeface="Outfit ExtraBold"/>
                <a:cs typeface="Outfit ExtraBold"/>
                <a:sym typeface="Outfit ExtraBold"/>
              </a:rPr>
              <a:t>From Incidents</a:t>
            </a:r>
            <a:endParaRPr b="0" i="0" spc="0" sz="3180" u="none" cap="none" strike="noStrike">
              <a:solidFill>
                <a:schemeClr val="accent2"/>
              </a:solidFill>
              <a:highlight>
                <a:schemeClr val="lt1"/>
              </a:highlight>
              <a:latin typeface="Outfit ExtraBold"/>
              <a:ea typeface="Outfit ExtraBold"/>
              <a:cs typeface="Outfit ExtraBold"/>
              <a:sym typeface="Outfit ExtraBold"/>
            </a:endParaRPr>
          </a:p>
          <a:p>
            <a:pPr indent="0" lvl="0" marL="0" marR="0" rtl="0" algn="l">
              <a:lnSpc>
                <a:spcPct val="100000"/>
              </a:lnSpc>
              <a:spcBef>
                <a:spcPts val="0"/>
              </a:spcBef>
              <a:spcAft>
                <a:spcPts val="0"/>
              </a:spcAft>
              <a:buClr>
                <a:srgbClr val="000000"/>
              </a:buClr>
              <a:buSzPts val="3780"/>
              <a:buFont typeface="Arial"/>
              <a:buNone/>
            </a:pPr>
            <a:r>
              <a:rPr b="0" i="0" lang="en" spc="0" sz="3180" u="none" cap="none" strike="noStrike">
                <a:solidFill>
                  <a:schemeClr val="accent2"/>
                </a:solidFill>
                <a:highlight>
                  <a:schemeClr val="lt1"/>
                </a:highlight>
                <a:latin typeface="Outfit ExtraBold"/>
                <a:ea typeface="Outfit ExtraBold"/>
                <a:cs typeface="Outfit ExtraBold"/>
                <a:sym typeface="Outfit ExtraBold"/>
              </a:rPr>
              <a:t> to Insight</a:t>
            </a:r>
            <a:endParaRPr b="0" i="0" spc="0" sz="3180" u="none" cap="none" strike="noStrike">
              <a:solidFill>
                <a:schemeClr val="accent2"/>
              </a:solidFill>
              <a:highlight>
                <a:schemeClr val="lt1"/>
              </a:highlight>
              <a:latin typeface="Outfit ExtraBold"/>
              <a:ea typeface="Outfit ExtraBold"/>
              <a:cs typeface="Outfit ExtraBold"/>
              <a:sym typeface="Outfit ExtraBold"/>
            </a:endParaRPr>
          </a:p>
          <a:p>
            <a:pPr indent="0" lvl="0" marL="0" marR="0" rtl="0" algn="l">
              <a:lnSpc>
                <a:spcPct val="100000"/>
              </a:lnSpc>
              <a:spcBef>
                <a:spcPts val="0"/>
              </a:spcBef>
              <a:spcAft>
                <a:spcPts val="0"/>
              </a:spcAft>
              <a:buClr>
                <a:srgbClr val="000000"/>
              </a:buClr>
              <a:buSzPts val="3780"/>
              <a:buFont typeface="Arial"/>
              <a:buNone/>
            </a:pPr>
            <a:r>
              <a:t/>
            </a:r>
            <a:endParaRPr b="0" i="0" spc="0" sz="3180" u="none" cap="none" strike="noStrike">
              <a:solidFill>
                <a:schemeClr val="accent2"/>
              </a:solidFill>
              <a:highlight>
                <a:schemeClr val="lt1"/>
              </a:highlight>
              <a:latin typeface="Outfit ExtraBold"/>
              <a:ea typeface="Outfit ExtraBold"/>
              <a:cs typeface="Outfit ExtraBold"/>
              <a:sym typeface="Outfi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type="title"/>
          </p:nvPr>
        </p:nvSpPr>
        <p:spPr>
          <a:xfrm>
            <a:off x="4317550" y="1187250"/>
            <a:ext cx="4226400" cy="903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800"/>
              <a:t>Farshad Nickfetrat</a:t>
            </a:r>
            <a:endParaRPr sz="2800"/>
          </a:p>
          <a:p>
            <a:pPr indent="0" lvl="0" marL="0" rtl="0" algn="l">
              <a:spcBef>
                <a:spcPts val="0"/>
              </a:spcBef>
              <a:spcAft>
                <a:spcPts val="0"/>
              </a:spcAft>
              <a:buNone/>
            </a:pPr>
            <a:r>
              <a:t/>
            </a:r>
            <a:endParaRPr/>
          </a:p>
        </p:txBody>
      </p:sp>
      <p:cxnSp>
        <p:nvCxnSpPr>
          <p:cNvPr id="343" name="Google Shape;343;p51"/>
          <p:cNvCxnSpPr/>
          <p:nvPr/>
        </p:nvCxnSpPr>
        <p:spPr>
          <a:xfrm>
            <a:off x="123247" y="958542"/>
            <a:ext cx="4194300" cy="1800"/>
          </a:xfrm>
          <a:prstGeom prst="straightConnector1">
            <a:avLst/>
          </a:prstGeom>
          <a:noFill/>
          <a:ln cap="flat" cmpd="sng" w="16375">
            <a:solidFill>
              <a:schemeClr val="accent4"/>
            </a:solidFill>
            <a:prstDash val="solid"/>
            <a:round/>
            <a:headEnd len="med" w="med" type="none"/>
            <a:tailEnd len="med" w="med" type="none"/>
          </a:ln>
        </p:spPr>
      </p:cxnSp>
      <p:pic>
        <p:nvPicPr>
          <p:cNvPr id="344" name="Google Shape;344;p51" title="telegram-peer-photo-size-4-412750257435904781-1-0-0-removebg-preview.png"/>
          <p:cNvPicPr preferRelativeResize="0"/>
          <p:nvPr>
            <p:ph idx="2" type="pic"/>
          </p:nvPr>
        </p:nvPicPr>
        <p:blipFill rotWithShape="1">
          <a:blip r:embed="rId3">
            <a:alphaModFix/>
          </a:blip>
          <a:srcRect b="0" l="2946" r="2946" t="0"/>
          <a:stretch/>
        </p:blipFill>
        <p:spPr>
          <a:xfrm>
            <a:off x="323250" y="1242600"/>
            <a:ext cx="2239500" cy="2379600"/>
          </a:xfrm>
          <a:prstGeom prst="roundRect">
            <a:avLst>
              <a:gd fmla="val 16667" name="adj"/>
            </a:avLst>
          </a:prstGeom>
        </p:spPr>
      </p:pic>
      <p:sp>
        <p:nvSpPr>
          <p:cNvPr id="345" name="Google Shape;345;p51"/>
          <p:cNvSpPr txBox="1"/>
          <p:nvPr>
            <p:ph idx="1" type="subTitle"/>
          </p:nvPr>
        </p:nvSpPr>
        <p:spPr>
          <a:xfrm>
            <a:off x="4364650" y="1891950"/>
            <a:ext cx="4226400" cy="204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CTO of Devops Iran</a:t>
            </a:r>
            <a:endParaRPr/>
          </a:p>
          <a:p>
            <a:pPr indent="0" lvl="0" marL="0" rtl="0" algn="l">
              <a:spcBef>
                <a:spcPts val="0"/>
              </a:spcBef>
              <a:spcAft>
                <a:spcPts val="0"/>
              </a:spcAft>
              <a:buNone/>
            </a:pPr>
            <a:r>
              <a:rPr lang="en"/>
              <a:t>Founder of </a:t>
            </a:r>
            <a:r>
              <a:rPr lang="en" u="sng">
                <a:solidFill>
                  <a:schemeClr val="hlink"/>
                </a:solidFill>
                <a:hlinkClick r:id="rId4"/>
              </a:rPr>
              <a:t>Packops.ir</a:t>
            </a:r>
            <a:br>
              <a:rPr lang="en"/>
            </a:br>
            <a:r>
              <a:rPr lang="en"/>
              <a:t>Devops Team Lead At ADLAS</a:t>
            </a:r>
            <a:endParaRPr/>
          </a:p>
          <a:p>
            <a:pPr indent="0" lvl="0" marL="0" rtl="0" algn="l">
              <a:spcBef>
                <a:spcPts val="0"/>
              </a:spcBef>
              <a:spcAft>
                <a:spcPts val="0"/>
              </a:spcAft>
              <a:buNone/>
            </a:pPr>
            <a:r>
              <a:rPr lang="en"/>
              <a:t>Devops Engineer Alibaba</a:t>
            </a:r>
            <a:endParaRPr/>
          </a:p>
          <a:p>
            <a:pPr indent="0" lvl="0" marL="0" rtl="0" algn="l">
              <a:spcBef>
                <a:spcPts val="0"/>
              </a:spcBef>
              <a:spcAft>
                <a:spcPts val="0"/>
              </a:spcAft>
              <a:buNone/>
            </a:pPr>
            <a:r>
              <a:rPr lang="en"/>
              <a:t>Devops Engineer Zarinpal</a:t>
            </a:r>
            <a:endParaRPr/>
          </a:p>
        </p:txBody>
      </p:sp>
      <p:sp>
        <p:nvSpPr>
          <p:cNvPr id="346" name="Google Shape;346;p51"/>
          <p:cNvSpPr txBox="1"/>
          <p:nvPr>
            <p:ph type="title"/>
          </p:nvPr>
        </p:nvSpPr>
        <p:spPr>
          <a:xfrm>
            <a:off x="185425" y="56450"/>
            <a:ext cx="4226400" cy="903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t>Who am I ?</a:t>
            </a:r>
            <a:endParaRPr/>
          </a:p>
        </p:txBody>
      </p:sp>
      <p:pic>
        <p:nvPicPr>
          <p:cNvPr id="347" name="Google Shape;347;p51"/>
          <p:cNvPicPr preferRelativeResize="0"/>
          <p:nvPr/>
        </p:nvPicPr>
        <p:blipFill>
          <a:blip r:embed="rId5">
            <a:alphaModFix/>
          </a:blip>
          <a:stretch>
            <a:fillRect/>
          </a:stretch>
        </p:blipFill>
        <p:spPr>
          <a:xfrm>
            <a:off x="7534350" y="3536500"/>
            <a:ext cx="1572200" cy="1572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2"/>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The Day Internet Broked</a:t>
            </a:r>
            <a:endParaRPr sz="3000">
              <a:solidFill>
                <a:schemeClr val="lt2"/>
              </a:solidFill>
            </a:endParaRPr>
          </a:p>
        </p:txBody>
      </p:sp>
      <p:cxnSp>
        <p:nvCxnSpPr>
          <p:cNvPr id="352" name="Google Shape;352;p52"/>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
        <p:nvSpPr>
          <p:cNvPr id="353" name="Google Shape;353;p52"/>
          <p:cNvSpPr txBox="1"/>
          <p:nvPr>
            <p:ph idx="4294967295" type="title"/>
          </p:nvPr>
        </p:nvSpPr>
        <p:spPr>
          <a:xfrm>
            <a:off x="2444100" y="2859425"/>
            <a:ext cx="49926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 sz="2800"/>
              <a:t>Cloudflare incident</a:t>
            </a:r>
            <a:endParaRPr sz="2800"/>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3"/>
          <p:cNvSpPr txBox="1"/>
          <p:nvPr>
            <p:ph type="title"/>
          </p:nvPr>
        </p:nvSpPr>
        <p:spPr>
          <a:xfrm>
            <a:off x="13925" y="452825"/>
            <a:ext cx="49926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 sz="2800"/>
              <a:t>Cloudflare incident</a:t>
            </a:r>
            <a:endParaRPr sz="2800"/>
          </a:p>
          <a:p>
            <a:pPr indent="0" lvl="0" marL="0" rtl="0" algn="l">
              <a:lnSpc>
                <a:spcPct val="100000"/>
              </a:lnSpc>
              <a:spcBef>
                <a:spcPts val="0"/>
              </a:spcBef>
              <a:spcAft>
                <a:spcPts val="0"/>
              </a:spcAft>
              <a:buSzPct val="111111"/>
              <a:buNone/>
            </a:pPr>
            <a:r>
              <a:t/>
            </a:r>
            <a:endParaRPr/>
          </a:p>
        </p:txBody>
      </p:sp>
      <p:pic>
        <p:nvPicPr>
          <p:cNvPr id="359" name="Google Shape;359;p53"/>
          <p:cNvPicPr preferRelativeResize="0"/>
          <p:nvPr>
            <p:ph idx="2" type="pic"/>
          </p:nvPr>
        </p:nvPicPr>
        <p:blipFill rotWithShape="1">
          <a:blip r:embed="rId3">
            <a:alphaModFix/>
          </a:blip>
          <a:srcRect b="0" l="0" r="0" t="0"/>
          <a:stretch/>
        </p:blipFill>
        <p:spPr>
          <a:xfrm>
            <a:off x="5616400" y="1356725"/>
            <a:ext cx="3444900" cy="3444900"/>
          </a:xfrm>
          <a:prstGeom prst="roundRect">
            <a:avLst>
              <a:gd fmla="val 16667" name="adj"/>
            </a:avLst>
          </a:prstGeom>
          <a:noFill/>
          <a:ln>
            <a:noFill/>
          </a:ln>
        </p:spPr>
      </p:pic>
      <p:cxnSp>
        <p:nvCxnSpPr>
          <p:cNvPr id="360" name="Google Shape;360;p53"/>
          <p:cNvCxnSpPr/>
          <p:nvPr/>
        </p:nvCxnSpPr>
        <p:spPr>
          <a:xfrm>
            <a:off x="123247" y="958542"/>
            <a:ext cx="4194300" cy="1800"/>
          </a:xfrm>
          <a:prstGeom prst="straightConnector1">
            <a:avLst/>
          </a:prstGeom>
          <a:noFill/>
          <a:ln cap="flat" cmpd="sng" w="16375">
            <a:solidFill>
              <a:schemeClr val="accent4"/>
            </a:solidFill>
            <a:prstDash val="solid"/>
            <a:round/>
            <a:headEnd len="sm" w="sm" type="none"/>
            <a:tailEnd len="sm" w="sm" type="none"/>
          </a:ln>
        </p:spPr>
      </p:cxnSp>
      <p:sp>
        <p:nvSpPr>
          <p:cNvPr id="361" name="Google Shape;361;p53"/>
          <p:cNvSpPr txBox="1"/>
          <p:nvPr/>
        </p:nvSpPr>
        <p:spPr>
          <a:xfrm>
            <a:off x="13925" y="1280400"/>
            <a:ext cx="7424700" cy="1192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500"/>
              <a:buFont typeface="Arial"/>
              <a:buNone/>
            </a:pPr>
            <a:r>
              <a:rPr b="0" i="0" lang="en" spc="0" sz="1500" u="none" cap="none" strike="noStrike">
                <a:solidFill>
                  <a:schemeClr val="lt1"/>
                </a:solidFill>
                <a:latin typeface="Outfit"/>
                <a:ea typeface="Outfit"/>
                <a:cs typeface="Outfit"/>
                <a:sym typeface="Outfit"/>
              </a:rPr>
              <a:t>An outage becomes a detective story.</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What changed, which services failed, and how did errors spread?</a:t>
            </a:r>
            <a:endParaRPr b="0" i="0" spc="0" sz="1500" u="none" cap="none" strike="noStrike">
              <a:solidFill>
                <a:schemeClr val="lt1"/>
              </a:solidFill>
              <a:latin typeface="Outfit"/>
              <a:ea typeface="Outfit"/>
              <a:cs typeface="Outfit"/>
              <a:sym typeface="Outfit"/>
            </a:endParaRPr>
          </a:p>
          <a:p>
            <a:pPr indent="0" lvl="0" marL="0" marR="0" rtl="0" algn="l">
              <a:lnSpc>
                <a:spcPct val="115000"/>
              </a:lnSpc>
              <a:spcBef>
                <a:spcPts val="1200"/>
              </a:spcBef>
              <a:spcAft>
                <a:spcPts val="0"/>
              </a:spcAft>
              <a:buClr>
                <a:srgbClr val="000000"/>
              </a:buClr>
              <a:buSzPts val="1500"/>
              <a:buFont typeface="Arial"/>
              <a:buNone/>
            </a:pPr>
            <a:r>
              <a:t/>
            </a:r>
            <a:endParaRPr b="0" i="0" spc="0" sz="1500" u="none" cap="none" strike="noStrike">
              <a:solidFill>
                <a:schemeClr val="lt1"/>
              </a:solidFill>
              <a:latin typeface="Outfit"/>
              <a:ea typeface="Outfit"/>
              <a:cs typeface="Outfit"/>
              <a:sym typeface="Outfit"/>
            </a:endParaRPr>
          </a:p>
          <a:p>
            <a:pPr indent="0" lvl="0" marL="0" marR="0" rtl="0" algn="l">
              <a:lnSpc>
                <a:spcPct val="115000"/>
              </a:lnSpc>
              <a:spcBef>
                <a:spcPts val="1200"/>
              </a:spcBef>
              <a:spcAft>
                <a:spcPts val="0"/>
              </a:spcAft>
              <a:buClr>
                <a:srgbClr val="000000"/>
              </a:buClr>
              <a:buSzPts val="1100"/>
              <a:buFont typeface="Arial"/>
              <a:buNone/>
            </a:pPr>
            <a:r>
              <a:t/>
            </a:r>
            <a:endParaRPr b="0" i="0" spc="0" sz="1100" u="none" cap="none" strike="noStrike">
              <a:solidFill>
                <a:schemeClr val="lt1"/>
              </a:solidFill>
              <a:latin typeface="Outfit"/>
              <a:ea typeface="Outfit"/>
              <a:cs typeface="Outfit"/>
              <a:sym typeface="Outfit"/>
            </a:endParaRPr>
          </a:p>
        </p:txBody>
      </p:sp>
      <p:sp>
        <p:nvSpPr>
          <p:cNvPr id="362" name="Google Shape;362;p53"/>
          <p:cNvSpPr txBox="1"/>
          <p:nvPr/>
        </p:nvSpPr>
        <p:spPr>
          <a:xfrm>
            <a:off x="123250" y="2255925"/>
            <a:ext cx="4097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lang="en" sz="2000">
                <a:solidFill>
                  <a:schemeClr val="lt1"/>
                </a:solidFill>
                <a:latin typeface="Outfit"/>
                <a:ea typeface="Outfit"/>
                <a:cs typeface="Outfit"/>
                <a:sym typeface="Outfit"/>
              </a:rPr>
              <a:t>It </a:t>
            </a:r>
            <a:r>
              <a:rPr lang="en" sz="2000">
                <a:solidFill>
                  <a:schemeClr val="lt1"/>
                </a:solidFill>
                <a:latin typeface="Outfit"/>
                <a:ea typeface="Outfit"/>
                <a:cs typeface="Outfit"/>
                <a:sym typeface="Outfit"/>
              </a:rPr>
              <a:t>tooks </a:t>
            </a:r>
            <a:r>
              <a:rPr lang="en" sz="2000">
                <a:solidFill>
                  <a:schemeClr val="lt1"/>
                </a:solidFill>
                <a:latin typeface="Outfit"/>
                <a:ea typeface="Outfit"/>
                <a:cs typeface="Outfit"/>
                <a:sym typeface="Outfit"/>
              </a:rPr>
              <a:t> 6 </a:t>
            </a:r>
            <a:r>
              <a:rPr lang="en" sz="2000">
                <a:solidFill>
                  <a:schemeClr val="lt1"/>
                </a:solidFill>
                <a:latin typeface="Outfit"/>
                <a:ea typeface="Outfit"/>
                <a:cs typeface="Outfit"/>
                <a:sym typeface="Outfit"/>
              </a:rPr>
              <a:t>Hours to understand !!</a:t>
            </a:r>
            <a:endParaRPr sz="2000">
              <a:solidFill>
                <a:schemeClr val="lt1"/>
              </a:solidFill>
              <a:latin typeface="Outfit"/>
              <a:ea typeface="Outfit"/>
              <a:cs typeface="Outfit"/>
              <a:sym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4"/>
          <p:cNvSpPr txBox="1"/>
          <p:nvPr>
            <p:ph type="title"/>
          </p:nvPr>
        </p:nvSpPr>
        <p:spPr>
          <a:xfrm>
            <a:off x="13925" y="452825"/>
            <a:ext cx="59004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26984"/>
              <a:buNone/>
            </a:pPr>
            <a:r>
              <a:rPr lang="en" sz="2800"/>
              <a:t>Cloudflare incident: an investigation</a:t>
            </a:r>
            <a:endParaRPr sz="2800"/>
          </a:p>
          <a:p>
            <a:pPr indent="0" lvl="0" marL="0" rtl="0" algn="l">
              <a:lnSpc>
                <a:spcPct val="100000"/>
              </a:lnSpc>
              <a:spcBef>
                <a:spcPts val="0"/>
              </a:spcBef>
              <a:spcAft>
                <a:spcPts val="0"/>
              </a:spcAft>
              <a:buSzPct val="111111"/>
              <a:buNone/>
            </a:pPr>
            <a:r>
              <a:t/>
            </a:r>
            <a:endParaRPr/>
          </a:p>
        </p:txBody>
      </p:sp>
      <p:cxnSp>
        <p:nvCxnSpPr>
          <p:cNvPr id="368" name="Google Shape;368;p54"/>
          <p:cNvCxnSpPr/>
          <p:nvPr/>
        </p:nvCxnSpPr>
        <p:spPr>
          <a:xfrm>
            <a:off x="123247" y="958542"/>
            <a:ext cx="4194300" cy="1800"/>
          </a:xfrm>
          <a:prstGeom prst="straightConnector1">
            <a:avLst/>
          </a:prstGeom>
          <a:noFill/>
          <a:ln cap="flat" cmpd="sng" w="16375">
            <a:solidFill>
              <a:schemeClr val="accent4"/>
            </a:solidFill>
            <a:prstDash val="solid"/>
            <a:round/>
            <a:headEnd len="sm" w="sm" type="none"/>
            <a:tailEnd len="sm" w="sm" type="none"/>
          </a:ln>
        </p:spPr>
      </p:cxnSp>
      <p:sp>
        <p:nvSpPr>
          <p:cNvPr id="369" name="Google Shape;369;p54"/>
          <p:cNvSpPr txBox="1"/>
          <p:nvPr/>
        </p:nvSpPr>
        <p:spPr>
          <a:xfrm>
            <a:off x="123250" y="1217950"/>
            <a:ext cx="5131200" cy="227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pc="0" sz="1500" u="none" cap="none" strike="noStrike">
                <a:solidFill>
                  <a:schemeClr val="lt1"/>
                </a:solidFill>
                <a:latin typeface="Outfit"/>
                <a:ea typeface="Outfit"/>
                <a:cs typeface="Outfit"/>
                <a:sym typeface="Outfit"/>
              </a:rPr>
              <a:t>What happened?</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Start with the official incident timeline.</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Compare error-rate and latency changes.</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Inspect component logs and deployment events.</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Trace a failing request where instrumentation exists.</a:t>
            </a:r>
            <a:br>
              <a:rPr b="0" i="0" lang="en" spc="0" sz="1500" u="none" cap="none" strike="noStrike">
                <a:solidFill>
                  <a:schemeClr val="lt1"/>
                </a:solidFill>
                <a:latin typeface="Outfit"/>
                <a:ea typeface="Outfit"/>
                <a:cs typeface="Outfit"/>
                <a:sym typeface="Outfit"/>
              </a:rPr>
            </a:b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Observability does not prevent every outage.</a:t>
            </a:r>
            <a:endParaRPr b="0" i="0" spc="0" sz="1500" u="none" cap="none" strike="noStrike">
              <a:solidFill>
                <a:schemeClr val="lt1"/>
              </a:solidFill>
              <a:latin typeface="Outfit"/>
              <a:ea typeface="Outfit"/>
              <a:cs typeface="Outfit"/>
              <a:sym typeface="Outfit"/>
            </a:endParaRPr>
          </a:p>
          <a:p>
            <a:pPr indent="0" lvl="0" marL="0" marR="0" rtl="0" algn="l">
              <a:lnSpc>
                <a:spcPct val="115000"/>
              </a:lnSpc>
              <a:spcBef>
                <a:spcPts val="0"/>
              </a:spcBef>
              <a:spcAft>
                <a:spcPts val="0"/>
              </a:spcAft>
              <a:buNone/>
            </a:pPr>
            <a:r>
              <a:t/>
            </a:r>
            <a:endParaRPr b="0" i="0" spc="0" sz="1500" u="sng" cap="none" strike="noStrike">
              <a:solidFill>
                <a:schemeClr val="lt1"/>
              </a:solidFill>
              <a:latin typeface="Outfit"/>
              <a:ea typeface="Outfit"/>
              <a:cs typeface="Outfit"/>
              <a:sym typeface="Outfit"/>
            </a:endParaRPr>
          </a:p>
        </p:txBody>
      </p:sp>
      <p:sp>
        <p:nvSpPr>
          <p:cNvPr id="370" name="Google Shape;370;p54"/>
          <p:cNvSpPr txBox="1"/>
          <p:nvPr/>
        </p:nvSpPr>
        <p:spPr>
          <a:xfrm>
            <a:off x="4872800" y="1113300"/>
            <a:ext cx="4002300" cy="227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 spc="0" sz="1500" u="none" cap="none" strike="noStrike">
                <a:solidFill>
                  <a:schemeClr val="lt1"/>
                </a:solidFill>
                <a:latin typeface="Outfit"/>
                <a:ea typeface="Outfit"/>
                <a:cs typeface="Outfit"/>
                <a:sym typeface="Outfit"/>
              </a:rPr>
              <a:t>Investigation framework</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Metrics tell us when and how much.</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Logs explain individual failures.</a:t>
            </a: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Traces show the request path.</a:t>
            </a:r>
            <a:br>
              <a:rPr b="0" i="0" lang="en" spc="0" sz="1500" u="none" cap="none" strike="noStrike">
                <a:solidFill>
                  <a:schemeClr val="lt1"/>
                </a:solidFill>
                <a:latin typeface="Outfit"/>
                <a:ea typeface="Outfit"/>
                <a:cs typeface="Outfit"/>
                <a:sym typeface="Outfit"/>
              </a:rPr>
            </a:br>
            <a:br>
              <a:rPr b="0" i="0" lang="en" spc="0" sz="1500" u="none" cap="none" strike="noStrike">
                <a:solidFill>
                  <a:schemeClr val="lt1"/>
                </a:solidFill>
                <a:latin typeface="Outfit"/>
                <a:ea typeface="Outfit"/>
                <a:cs typeface="Outfit"/>
                <a:sym typeface="Outfit"/>
              </a:rPr>
            </a:br>
            <a:r>
              <a:rPr b="0" i="0" lang="en" spc="0" sz="1500" u="none" cap="none" strike="noStrike">
                <a:solidFill>
                  <a:schemeClr val="lt1"/>
                </a:solidFill>
                <a:latin typeface="Outfit"/>
                <a:ea typeface="Outfit"/>
                <a:cs typeface="Outfit"/>
                <a:sym typeface="Outfit"/>
              </a:rPr>
              <a:t>These are suggested investigation steps, not claims about Cloudflare’s actual instrumentation.</a:t>
            </a:r>
            <a:endParaRPr b="0" i="0" spc="0" sz="1800" u="none" cap="none" strike="noStrike">
              <a:solidFill>
                <a:srgbClr val="000000"/>
              </a:solidFill>
              <a:latin typeface="Outfit"/>
              <a:ea typeface="Outfit"/>
              <a:cs typeface="Outfit"/>
              <a:sym typeface="Outfi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5"/>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You can’t fix what you </a:t>
            </a:r>
            <a:r>
              <a:rPr lang="en" sz="3000">
                <a:solidFill>
                  <a:schemeClr val="lt2"/>
                </a:solidFill>
              </a:rPr>
              <a:t>Don't</a:t>
            </a:r>
            <a:r>
              <a:rPr lang="en" sz="3000">
                <a:solidFill>
                  <a:schemeClr val="lt2"/>
                </a:solidFill>
              </a:rPr>
              <a:t> understand</a:t>
            </a:r>
            <a:endParaRPr sz="3000">
              <a:solidFill>
                <a:schemeClr val="lt2"/>
              </a:solidFill>
            </a:endParaRPr>
          </a:p>
        </p:txBody>
      </p:sp>
      <p:cxnSp>
        <p:nvCxnSpPr>
          <p:cNvPr id="375" name="Google Shape;375;p55"/>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Monitoring VS </a:t>
            </a:r>
            <a:r>
              <a:rPr lang="en"/>
              <a:t>Observability</a:t>
            </a:r>
            <a:endParaRPr/>
          </a:p>
        </p:txBody>
      </p:sp>
      <p:sp>
        <p:nvSpPr>
          <p:cNvPr id="381" name="Google Shape;381;p56"/>
          <p:cNvSpPr txBox="1"/>
          <p:nvPr/>
        </p:nvSpPr>
        <p:spPr>
          <a:xfrm>
            <a:off x="853925" y="1602412"/>
            <a:ext cx="7899600" cy="635400"/>
          </a:xfrm>
          <a:prstGeom prst="rect">
            <a:avLst/>
          </a:prstGeom>
          <a:noFill/>
          <a:ln>
            <a:noFill/>
          </a:ln>
        </p:spPr>
        <p:txBody>
          <a:bodyPr anchorCtr="0" anchor="t" bIns="105925" lIns="105925" spcFirstLastPara="1" rIns="105925" wrap="square" tIns="105925">
            <a:spAutoFit/>
          </a:bodyPr>
          <a:lstStyle/>
          <a:p>
            <a:pPr indent="0" lvl="0" marL="529714" marR="0" rtl="0" algn="l">
              <a:lnSpc>
                <a:spcPct val="115000"/>
              </a:lnSpc>
              <a:spcBef>
                <a:spcPts val="1390"/>
              </a:spcBef>
              <a:spcAft>
                <a:spcPts val="0"/>
              </a:spcAft>
              <a:buNone/>
            </a:pPr>
            <a:r>
              <a:rPr b="1" lang="en" sz="2738">
                <a:solidFill>
                  <a:schemeClr val="lt1"/>
                </a:solidFill>
                <a:latin typeface="Outfit"/>
                <a:ea typeface="Outfit"/>
                <a:cs typeface="Outfit"/>
                <a:sym typeface="Outfit"/>
              </a:rPr>
              <a:t>Monitoring  tell you something is broken</a:t>
            </a:r>
            <a:endParaRPr b="0" i="0" spc="0" sz="2274" u="none" cap="none" strike="noStrike">
              <a:solidFill>
                <a:schemeClr val="lt1"/>
              </a:solidFill>
              <a:latin typeface="Outfit"/>
              <a:ea typeface="Outfit"/>
              <a:cs typeface="Outfit"/>
              <a:sym typeface="Outfit"/>
            </a:endParaRPr>
          </a:p>
        </p:txBody>
      </p:sp>
      <p:sp>
        <p:nvSpPr>
          <p:cNvPr id="382" name="Google Shape;382;p56"/>
          <p:cNvSpPr txBox="1"/>
          <p:nvPr/>
        </p:nvSpPr>
        <p:spPr>
          <a:xfrm>
            <a:off x="1461086" y="2462387"/>
            <a:ext cx="5576400" cy="635400"/>
          </a:xfrm>
          <a:prstGeom prst="rect">
            <a:avLst/>
          </a:prstGeom>
          <a:noFill/>
          <a:ln>
            <a:noFill/>
          </a:ln>
        </p:spPr>
        <p:txBody>
          <a:bodyPr anchorCtr="0" anchor="t" bIns="105925" lIns="105925" spcFirstLastPara="1" rIns="105925" wrap="square" tIns="105925">
            <a:spAutoFit/>
          </a:bodyPr>
          <a:lstStyle/>
          <a:p>
            <a:pPr indent="0" lvl="0" marL="0" marR="0" rtl="0" algn="l">
              <a:lnSpc>
                <a:spcPct val="115000"/>
              </a:lnSpc>
              <a:spcBef>
                <a:spcPts val="1390"/>
              </a:spcBef>
              <a:spcAft>
                <a:spcPts val="0"/>
              </a:spcAft>
              <a:buNone/>
            </a:pPr>
            <a:r>
              <a:rPr b="1" lang="en" sz="2738">
                <a:solidFill>
                  <a:schemeClr val="lt1"/>
                </a:solidFill>
                <a:latin typeface="Outfit"/>
                <a:ea typeface="Outfit"/>
                <a:cs typeface="Outfit"/>
                <a:sym typeface="Outfit"/>
              </a:rPr>
              <a:t>observability tells you why</a:t>
            </a:r>
            <a:endParaRPr sz="2738">
              <a:solidFill>
                <a:schemeClr val="lt1"/>
              </a:solidFill>
              <a:latin typeface="Outfit"/>
              <a:ea typeface="Outfit"/>
              <a:cs typeface="Outfit"/>
              <a:sym typeface="Outfi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When we need Observility</a:t>
            </a:r>
            <a:endParaRPr/>
          </a:p>
        </p:txBody>
      </p:sp>
      <p:sp>
        <p:nvSpPr>
          <p:cNvPr id="388" name="Google Shape;388;p57"/>
          <p:cNvSpPr txBox="1"/>
          <p:nvPr/>
        </p:nvSpPr>
        <p:spPr>
          <a:xfrm>
            <a:off x="322525" y="1871200"/>
            <a:ext cx="2751000" cy="481500"/>
          </a:xfrm>
          <a:prstGeom prst="rect">
            <a:avLst/>
          </a:prstGeom>
          <a:noFill/>
          <a:ln>
            <a:noFill/>
          </a:ln>
        </p:spPr>
        <p:txBody>
          <a:bodyPr anchorCtr="0" anchor="t" bIns="105925" lIns="105925" spcFirstLastPara="1" rIns="105925" wrap="square" tIns="105925">
            <a:spAutoFit/>
          </a:bodyPr>
          <a:lstStyle/>
          <a:p>
            <a:pPr indent="0" lvl="0" marL="529714" marR="0" rtl="0" algn="l">
              <a:lnSpc>
                <a:spcPct val="115000"/>
              </a:lnSpc>
              <a:spcBef>
                <a:spcPts val="1390"/>
              </a:spcBef>
              <a:spcAft>
                <a:spcPts val="0"/>
              </a:spcAft>
              <a:buNone/>
            </a:pPr>
            <a:r>
              <a:rPr b="1" lang="en" sz="1738">
                <a:solidFill>
                  <a:schemeClr val="lt1"/>
                </a:solidFill>
                <a:latin typeface="Outfit"/>
                <a:ea typeface="Outfit"/>
                <a:cs typeface="Outfit"/>
                <a:sym typeface="Outfit"/>
              </a:rPr>
              <a:t>Before an incident</a:t>
            </a:r>
            <a:endParaRPr b="0" i="0" spc="0" sz="1274" u="none" cap="none" strike="noStrike">
              <a:solidFill>
                <a:schemeClr val="lt1"/>
              </a:solidFill>
              <a:latin typeface="Outfit"/>
              <a:ea typeface="Outfit"/>
              <a:cs typeface="Outfit"/>
              <a:sym typeface="Outfit"/>
            </a:endParaRPr>
          </a:p>
        </p:txBody>
      </p:sp>
      <p:sp>
        <p:nvSpPr>
          <p:cNvPr id="389" name="Google Shape;389;p57"/>
          <p:cNvSpPr txBox="1"/>
          <p:nvPr/>
        </p:nvSpPr>
        <p:spPr>
          <a:xfrm>
            <a:off x="3514671" y="1871200"/>
            <a:ext cx="2004600" cy="481500"/>
          </a:xfrm>
          <a:prstGeom prst="rect">
            <a:avLst/>
          </a:prstGeom>
          <a:noFill/>
          <a:ln>
            <a:noFill/>
          </a:ln>
        </p:spPr>
        <p:txBody>
          <a:bodyPr anchorCtr="0" anchor="t" bIns="105925" lIns="105925" spcFirstLastPara="1" rIns="105925" wrap="square" tIns="105925">
            <a:spAutoFit/>
          </a:bodyPr>
          <a:lstStyle/>
          <a:p>
            <a:pPr indent="0" lvl="0" marL="0" marR="0" rtl="0" algn="l">
              <a:lnSpc>
                <a:spcPct val="115000"/>
              </a:lnSpc>
              <a:spcBef>
                <a:spcPts val="1390"/>
              </a:spcBef>
              <a:spcAft>
                <a:spcPts val="0"/>
              </a:spcAft>
              <a:buNone/>
            </a:pPr>
            <a:r>
              <a:rPr b="1" lang="en" sz="1738">
                <a:solidFill>
                  <a:schemeClr val="lt1"/>
                </a:solidFill>
                <a:latin typeface="Outfit"/>
                <a:ea typeface="Outfit"/>
                <a:cs typeface="Outfit"/>
                <a:sym typeface="Outfit"/>
              </a:rPr>
              <a:t>During Incident</a:t>
            </a:r>
            <a:endParaRPr sz="1738">
              <a:solidFill>
                <a:schemeClr val="lt1"/>
              </a:solidFill>
              <a:latin typeface="Outfit"/>
              <a:ea typeface="Outfit"/>
              <a:cs typeface="Outfit"/>
              <a:sym typeface="Outfit"/>
            </a:endParaRPr>
          </a:p>
        </p:txBody>
      </p:sp>
      <p:sp>
        <p:nvSpPr>
          <p:cNvPr id="390" name="Google Shape;390;p57"/>
          <p:cNvSpPr txBox="1"/>
          <p:nvPr/>
        </p:nvSpPr>
        <p:spPr>
          <a:xfrm>
            <a:off x="6044495" y="1943000"/>
            <a:ext cx="2221500" cy="481500"/>
          </a:xfrm>
          <a:prstGeom prst="rect">
            <a:avLst/>
          </a:prstGeom>
          <a:noFill/>
          <a:ln>
            <a:noFill/>
          </a:ln>
        </p:spPr>
        <p:txBody>
          <a:bodyPr anchorCtr="0" anchor="t" bIns="105925" lIns="105925" spcFirstLastPara="1" rIns="105925" wrap="square" tIns="105925">
            <a:spAutoFit/>
          </a:bodyPr>
          <a:lstStyle/>
          <a:p>
            <a:pPr indent="0" lvl="0" marL="0" marR="0" rtl="0" algn="l">
              <a:lnSpc>
                <a:spcPct val="115000"/>
              </a:lnSpc>
              <a:spcBef>
                <a:spcPts val="1390"/>
              </a:spcBef>
              <a:spcAft>
                <a:spcPts val="0"/>
              </a:spcAft>
              <a:buNone/>
            </a:pPr>
            <a:r>
              <a:rPr b="1" lang="en" sz="1738">
                <a:solidFill>
                  <a:schemeClr val="lt1"/>
                </a:solidFill>
                <a:latin typeface="Outfit"/>
                <a:ea typeface="Outfit"/>
                <a:cs typeface="Outfit"/>
                <a:sym typeface="Outfit"/>
              </a:rPr>
              <a:t>After incident</a:t>
            </a:r>
            <a:endParaRPr sz="1738">
              <a:solidFill>
                <a:schemeClr val="lt1"/>
              </a:solidFill>
              <a:latin typeface="Outfit"/>
              <a:ea typeface="Outfit"/>
              <a:cs typeface="Outfit"/>
              <a:sym typeface="Outfit"/>
            </a:endParaRPr>
          </a:p>
        </p:txBody>
      </p:sp>
      <p:sp>
        <p:nvSpPr>
          <p:cNvPr id="391" name="Google Shape;391;p57"/>
          <p:cNvSpPr txBox="1"/>
          <p:nvPr/>
        </p:nvSpPr>
        <p:spPr>
          <a:xfrm>
            <a:off x="70175" y="2424500"/>
            <a:ext cx="3084600" cy="481500"/>
          </a:xfrm>
          <a:prstGeom prst="rect">
            <a:avLst/>
          </a:prstGeom>
          <a:noFill/>
          <a:ln>
            <a:noFill/>
          </a:ln>
        </p:spPr>
        <p:txBody>
          <a:bodyPr anchorCtr="0" anchor="t" bIns="105925" lIns="105925" spcFirstLastPara="1" rIns="105925" wrap="square" tIns="105925">
            <a:spAutoFit/>
          </a:bodyPr>
          <a:lstStyle/>
          <a:p>
            <a:pPr indent="0" lvl="0" marL="529714" marR="0" rtl="0" algn="l">
              <a:lnSpc>
                <a:spcPct val="115000"/>
              </a:lnSpc>
              <a:spcBef>
                <a:spcPts val="1390"/>
              </a:spcBef>
              <a:spcAft>
                <a:spcPts val="0"/>
              </a:spcAft>
              <a:buNone/>
            </a:pPr>
            <a:r>
              <a:rPr b="1" lang="en" sz="1738">
                <a:solidFill>
                  <a:schemeClr val="lt1"/>
                </a:solidFill>
                <a:highlight>
                  <a:srgbClr val="F7941D"/>
                </a:highlight>
                <a:latin typeface="Outfit"/>
                <a:ea typeface="Outfit"/>
                <a:cs typeface="Outfit"/>
                <a:sym typeface="Outfit"/>
              </a:rPr>
              <a:t>Prediction/prevention</a:t>
            </a:r>
            <a:endParaRPr b="0" i="0" spc="0" sz="1274" u="none" cap="none" strike="noStrike">
              <a:solidFill>
                <a:schemeClr val="lt1"/>
              </a:solidFill>
              <a:highlight>
                <a:srgbClr val="F7941D"/>
              </a:highlight>
              <a:latin typeface="Outfit"/>
              <a:ea typeface="Outfit"/>
              <a:cs typeface="Outfit"/>
              <a:sym typeface="Outfit"/>
            </a:endParaRPr>
          </a:p>
        </p:txBody>
      </p:sp>
      <p:sp>
        <p:nvSpPr>
          <p:cNvPr id="392" name="Google Shape;392;p57"/>
          <p:cNvSpPr txBox="1"/>
          <p:nvPr/>
        </p:nvSpPr>
        <p:spPr>
          <a:xfrm>
            <a:off x="3084725" y="2534600"/>
            <a:ext cx="2004600" cy="789000"/>
          </a:xfrm>
          <a:prstGeom prst="rect">
            <a:avLst/>
          </a:prstGeom>
          <a:noFill/>
          <a:ln>
            <a:noFill/>
          </a:ln>
        </p:spPr>
        <p:txBody>
          <a:bodyPr anchorCtr="0" anchor="t" bIns="105925" lIns="105925" spcFirstLastPara="1" rIns="105925" wrap="square" tIns="105925">
            <a:spAutoFit/>
          </a:bodyPr>
          <a:lstStyle/>
          <a:p>
            <a:pPr indent="0" lvl="0" marL="529714" marR="0" rtl="0" algn="l">
              <a:lnSpc>
                <a:spcPct val="115000"/>
              </a:lnSpc>
              <a:spcBef>
                <a:spcPts val="1390"/>
              </a:spcBef>
              <a:spcAft>
                <a:spcPts val="0"/>
              </a:spcAft>
              <a:buNone/>
            </a:pPr>
            <a:r>
              <a:rPr b="1" lang="en" sz="1738">
                <a:solidFill>
                  <a:schemeClr val="lt1"/>
                </a:solidFill>
                <a:highlight>
                  <a:srgbClr val="F7941D"/>
                </a:highlight>
                <a:latin typeface="Outfit"/>
                <a:ea typeface="Outfit"/>
                <a:cs typeface="Outfit"/>
                <a:sym typeface="Outfit"/>
              </a:rPr>
              <a:t>Diagnos / Tshoot</a:t>
            </a:r>
            <a:endParaRPr b="0" i="0" spc="0" sz="1274" u="none" cap="none" strike="noStrike">
              <a:solidFill>
                <a:schemeClr val="lt1"/>
              </a:solidFill>
              <a:highlight>
                <a:srgbClr val="F7941D"/>
              </a:highlight>
              <a:latin typeface="Outfit"/>
              <a:ea typeface="Outfit"/>
              <a:cs typeface="Outfit"/>
              <a:sym typeface="Outfit"/>
            </a:endParaRPr>
          </a:p>
        </p:txBody>
      </p:sp>
      <p:sp>
        <p:nvSpPr>
          <p:cNvPr id="393" name="Google Shape;393;p57"/>
          <p:cNvSpPr txBox="1"/>
          <p:nvPr/>
        </p:nvSpPr>
        <p:spPr>
          <a:xfrm>
            <a:off x="5610000" y="2445350"/>
            <a:ext cx="3534000" cy="967500"/>
          </a:xfrm>
          <a:prstGeom prst="rect">
            <a:avLst/>
          </a:prstGeom>
          <a:noFill/>
          <a:ln>
            <a:noFill/>
          </a:ln>
        </p:spPr>
        <p:txBody>
          <a:bodyPr anchorCtr="0" anchor="t" bIns="105925" lIns="105925" spcFirstLastPara="1" rIns="105925" wrap="square" tIns="105925">
            <a:spAutoFit/>
          </a:bodyPr>
          <a:lstStyle/>
          <a:p>
            <a:pPr indent="0" lvl="0" marL="529714" marR="0" rtl="0" algn="l">
              <a:lnSpc>
                <a:spcPct val="115000"/>
              </a:lnSpc>
              <a:spcBef>
                <a:spcPts val="1390"/>
              </a:spcBef>
              <a:spcAft>
                <a:spcPts val="0"/>
              </a:spcAft>
              <a:buNone/>
            </a:pPr>
            <a:r>
              <a:rPr b="1" lang="en" sz="1738">
                <a:solidFill>
                  <a:schemeClr val="lt1"/>
                </a:solidFill>
                <a:highlight>
                  <a:srgbClr val="F7941D"/>
                </a:highlight>
                <a:latin typeface="Outfit"/>
                <a:ea typeface="Outfit"/>
                <a:cs typeface="Outfit"/>
                <a:sym typeface="Outfit"/>
              </a:rPr>
              <a:t>Analysis </a:t>
            </a:r>
            <a:endParaRPr b="1" sz="1738">
              <a:solidFill>
                <a:schemeClr val="lt1"/>
              </a:solidFill>
              <a:highlight>
                <a:srgbClr val="F7941D"/>
              </a:highlight>
              <a:latin typeface="Outfit"/>
              <a:ea typeface="Outfit"/>
              <a:cs typeface="Outfit"/>
              <a:sym typeface="Outfit"/>
            </a:endParaRPr>
          </a:p>
          <a:p>
            <a:pPr indent="0" lvl="0" marL="529714" marR="0" rtl="0" algn="l">
              <a:lnSpc>
                <a:spcPct val="115000"/>
              </a:lnSpc>
              <a:spcBef>
                <a:spcPts val="1390"/>
              </a:spcBef>
              <a:spcAft>
                <a:spcPts val="0"/>
              </a:spcAft>
              <a:buNone/>
            </a:pPr>
            <a:r>
              <a:rPr b="1" lang="en" sz="1738">
                <a:solidFill>
                  <a:schemeClr val="lt1"/>
                </a:solidFill>
                <a:highlight>
                  <a:srgbClr val="F7941D"/>
                </a:highlight>
                <a:latin typeface="Outfit"/>
                <a:ea typeface="Outfit"/>
                <a:cs typeface="Outfit"/>
                <a:sym typeface="Outfit"/>
              </a:rPr>
              <a:t> &amp; Improvement</a:t>
            </a:r>
            <a:endParaRPr b="1" sz="1738">
              <a:solidFill>
                <a:schemeClr val="lt1"/>
              </a:solidFill>
              <a:highlight>
                <a:srgbClr val="F7941D"/>
              </a:highlight>
              <a:latin typeface="Outfit"/>
              <a:ea typeface="Outfit"/>
              <a:cs typeface="Outfit"/>
              <a:sym typeface="Outfi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8"/>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Knowing </a:t>
            </a:r>
            <a:r>
              <a:rPr lang="en" sz="3000">
                <a:solidFill>
                  <a:schemeClr val="lt2"/>
                </a:solidFill>
              </a:rPr>
              <a:t>Something</a:t>
            </a:r>
            <a:r>
              <a:rPr lang="en" sz="3000">
                <a:solidFill>
                  <a:schemeClr val="lt2"/>
                </a:solidFill>
              </a:rPr>
              <a:t> is broken</a:t>
            </a:r>
            <a:endParaRPr sz="3000">
              <a:solidFill>
                <a:schemeClr val="lt2"/>
              </a:solidFill>
            </a:endParaRPr>
          </a:p>
        </p:txBody>
      </p:sp>
      <p:cxnSp>
        <p:nvCxnSpPr>
          <p:cNvPr id="398" name="Google Shape;398;p58"/>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
        <p:nvSpPr>
          <p:cNvPr id="399" name="Google Shape;399;p58"/>
          <p:cNvSpPr txBox="1"/>
          <p:nvPr>
            <p:ph idx="4294967295" type="title"/>
          </p:nvPr>
        </p:nvSpPr>
        <p:spPr>
          <a:xfrm>
            <a:off x="1635875" y="2843700"/>
            <a:ext cx="62727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 sz="2800"/>
              <a:t>Doesn't</a:t>
            </a:r>
            <a:r>
              <a:rPr lang="en" sz="2800"/>
              <a:t> mean </a:t>
            </a:r>
            <a:r>
              <a:rPr lang="en" sz="2800"/>
              <a:t>knowing</a:t>
            </a:r>
            <a:r>
              <a:rPr lang="en" sz="2800"/>
              <a:t> why it’s broken</a:t>
            </a:r>
            <a:endParaRPr sz="2800"/>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9"/>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t/>
            </a:r>
            <a:endParaRPr sz="3000">
              <a:solidFill>
                <a:schemeClr val="lt2"/>
              </a:solidFill>
            </a:endParaRPr>
          </a:p>
          <a:p>
            <a:pPr indent="0" lvl="0" marL="0" rtl="0" algn="l">
              <a:lnSpc>
                <a:spcPct val="100000"/>
              </a:lnSpc>
              <a:spcBef>
                <a:spcPts val="0"/>
              </a:spcBef>
              <a:spcAft>
                <a:spcPts val="0"/>
              </a:spcAft>
              <a:buNone/>
            </a:pPr>
            <a:r>
              <a:rPr lang="en" sz="3000">
                <a:solidFill>
                  <a:schemeClr val="lt2"/>
                </a:solidFill>
              </a:rPr>
              <a:t>Observability is about system behaviour</a:t>
            </a:r>
            <a:endParaRPr sz="3000">
              <a:solidFill>
                <a:schemeClr val="lt2"/>
              </a:solidFill>
            </a:endParaRPr>
          </a:p>
        </p:txBody>
      </p:sp>
      <p:cxnSp>
        <p:nvCxnSpPr>
          <p:cNvPr id="404" name="Google Shape;404;p59"/>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
        <p:nvSpPr>
          <p:cNvPr id="405" name="Google Shape;405;p59"/>
          <p:cNvSpPr txBox="1"/>
          <p:nvPr>
            <p:ph idx="4294967295" type="title"/>
          </p:nvPr>
        </p:nvSpPr>
        <p:spPr>
          <a:xfrm>
            <a:off x="2618975" y="2797600"/>
            <a:ext cx="30201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 sz="2800"/>
              <a:t>Not system alerts</a:t>
            </a:r>
            <a:endParaRPr sz="2800"/>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0"/>
          <p:cNvSpPr txBox="1"/>
          <p:nvPr>
            <p:ph idx="1" type="subTitle"/>
          </p:nvPr>
        </p:nvSpPr>
        <p:spPr>
          <a:xfrm>
            <a:off x="1011150" y="1013099"/>
            <a:ext cx="7121700" cy="1655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lang="en" sz="3000">
                <a:solidFill>
                  <a:schemeClr val="lt2"/>
                </a:solidFill>
              </a:rPr>
              <a:t>Evidence shortens the path from symptom to root cause.</a:t>
            </a:r>
            <a:endParaRPr sz="3000">
              <a:solidFill>
                <a:schemeClr val="lt2"/>
              </a:solidFill>
            </a:endParaRPr>
          </a:p>
        </p:txBody>
      </p:sp>
      <p:sp>
        <p:nvSpPr>
          <p:cNvPr id="411" name="Google Shape;411;p60"/>
          <p:cNvSpPr txBox="1"/>
          <p:nvPr>
            <p:ph idx="2" type="subTitle"/>
          </p:nvPr>
        </p:nvSpPr>
        <p:spPr>
          <a:xfrm>
            <a:off x="1011150" y="3103738"/>
            <a:ext cx="7121700" cy="531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 sz="2200"/>
              <a:t>THE LESSON</a:t>
            </a:r>
            <a:endParaRPr sz="2200"/>
          </a:p>
        </p:txBody>
      </p:sp>
      <p:cxnSp>
        <p:nvCxnSpPr>
          <p:cNvPr id="412" name="Google Shape;412;p60"/>
          <p:cNvCxnSpPr/>
          <p:nvPr/>
        </p:nvCxnSpPr>
        <p:spPr>
          <a:xfrm>
            <a:off x="1011150" y="2797603"/>
            <a:ext cx="7121700" cy="0"/>
          </a:xfrm>
          <a:prstGeom prst="straightConnector1">
            <a:avLst/>
          </a:prstGeom>
          <a:noFill/>
          <a:ln cap="flat" cmpd="sng" w="19050">
            <a:solidFill>
              <a:schemeClr val="accent4"/>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1"/>
          <p:cNvSpPr txBox="1"/>
          <p:nvPr>
            <p:ph idx="1" type="subTitle"/>
          </p:nvPr>
        </p:nvSpPr>
        <p:spPr>
          <a:xfrm>
            <a:off x="1011150" y="1013099"/>
            <a:ext cx="7121700" cy="1655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lang="en" sz="3000">
                <a:solidFill>
                  <a:schemeClr val="lt2"/>
                </a:solidFill>
              </a:rPr>
              <a:t>Evidence shortens the path from symptom to root cause.</a:t>
            </a:r>
            <a:endParaRPr sz="3000">
              <a:solidFill>
                <a:schemeClr val="lt2"/>
              </a:solidFill>
            </a:endParaRPr>
          </a:p>
        </p:txBody>
      </p:sp>
      <p:sp>
        <p:nvSpPr>
          <p:cNvPr id="418" name="Google Shape;418;p61"/>
          <p:cNvSpPr txBox="1"/>
          <p:nvPr>
            <p:ph idx="2" type="subTitle"/>
          </p:nvPr>
        </p:nvSpPr>
        <p:spPr>
          <a:xfrm>
            <a:off x="1011150" y="3103738"/>
            <a:ext cx="7121700" cy="531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 sz="2200"/>
              <a:t>THE LESSON</a:t>
            </a:r>
            <a:endParaRPr sz="2200"/>
          </a:p>
        </p:txBody>
      </p:sp>
      <p:cxnSp>
        <p:nvCxnSpPr>
          <p:cNvPr id="419" name="Google Shape;419;p61"/>
          <p:cNvCxnSpPr/>
          <p:nvPr/>
        </p:nvCxnSpPr>
        <p:spPr>
          <a:xfrm>
            <a:off x="1011150" y="2797603"/>
            <a:ext cx="7121700" cy="0"/>
          </a:xfrm>
          <a:prstGeom prst="straightConnector1">
            <a:avLst/>
          </a:prstGeom>
          <a:noFill/>
          <a:ln cap="flat" cmpd="sng" w="19050">
            <a:solidFill>
              <a:schemeClr val="accent4"/>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2"/>
          <p:cNvSpPr txBox="1"/>
          <p:nvPr>
            <p:ph type="title"/>
          </p:nvPr>
        </p:nvSpPr>
        <p:spPr>
          <a:xfrm>
            <a:off x="738475" y="204650"/>
            <a:ext cx="75756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latin typeface="Arial"/>
                <a:ea typeface="Arial"/>
                <a:cs typeface="Arial"/>
                <a:sym typeface="Arial"/>
              </a:rPr>
              <a:t>3 pillars of observability </a:t>
            </a:r>
            <a:endParaRPr sz="2800">
              <a:latin typeface="Arial"/>
              <a:ea typeface="Arial"/>
              <a:cs typeface="Arial"/>
              <a:sym typeface="Arial"/>
            </a:endParaRPr>
          </a:p>
        </p:txBody>
      </p:sp>
      <p:cxnSp>
        <p:nvCxnSpPr>
          <p:cNvPr id="425" name="Google Shape;425;p62"/>
          <p:cNvCxnSpPr/>
          <p:nvPr/>
        </p:nvCxnSpPr>
        <p:spPr>
          <a:xfrm>
            <a:off x="123247" y="958542"/>
            <a:ext cx="4194300" cy="1800"/>
          </a:xfrm>
          <a:prstGeom prst="straightConnector1">
            <a:avLst/>
          </a:prstGeom>
          <a:noFill/>
          <a:ln cap="flat" cmpd="sng" w="9525">
            <a:solidFill>
              <a:srgbClr val="F9B233"/>
            </a:solidFill>
            <a:prstDash val="solid"/>
            <a:round/>
            <a:headEnd len="sm" w="sm" type="none"/>
            <a:tailEnd len="sm" w="sm" type="none"/>
          </a:ln>
        </p:spPr>
      </p:cxnSp>
      <p:grpSp>
        <p:nvGrpSpPr>
          <p:cNvPr id="426" name="Google Shape;426;p62"/>
          <p:cNvGrpSpPr/>
          <p:nvPr/>
        </p:nvGrpSpPr>
        <p:grpSpPr>
          <a:xfrm>
            <a:off x="571500" y="1285875"/>
            <a:ext cx="2476500" cy="2762400"/>
            <a:chOff x="0" y="0"/>
            <a:chExt cx="2476500" cy="2762400"/>
          </a:xfrm>
        </p:grpSpPr>
        <p:sp>
          <p:nvSpPr>
            <p:cNvPr id="427" name="Google Shape;427;p62"/>
            <p:cNvSpPr/>
            <p:nvPr/>
          </p:nvSpPr>
          <p:spPr>
            <a:xfrm>
              <a:off x="0" y="0"/>
              <a:ext cx="2476500" cy="2762400"/>
            </a:xfrm>
            <a:prstGeom prst="roundRect">
              <a:avLst>
                <a:gd fmla="val 6153" name="adj"/>
              </a:avLst>
            </a:prstGeom>
            <a:solidFill>
              <a:srgbClr val="0D1B2A">
                <a:alpha val="75000"/>
              </a:srgbClr>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62"/>
            <p:cNvSpPr/>
            <p:nvPr/>
          </p:nvSpPr>
          <p:spPr>
            <a:xfrm>
              <a:off x="381000" y="0"/>
              <a:ext cx="1714500" cy="285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9" name="Google Shape;429;p62"/>
            <p:cNvPicPr preferRelativeResize="0"/>
            <p:nvPr/>
          </p:nvPicPr>
          <p:blipFill rotWithShape="1">
            <a:blip r:embed="rId3">
              <a:alphaModFix/>
            </a:blip>
            <a:srcRect b="0" l="0" r="0" t="0"/>
            <a:stretch/>
          </p:blipFill>
          <p:spPr>
            <a:xfrm>
              <a:off x="947738" y="376238"/>
              <a:ext cx="581100" cy="581100"/>
            </a:xfrm>
            <a:prstGeom prst="rect">
              <a:avLst/>
            </a:prstGeom>
            <a:noFill/>
            <a:ln>
              <a:noFill/>
            </a:ln>
          </p:spPr>
        </p:pic>
        <p:sp>
          <p:nvSpPr>
            <p:cNvPr id="430" name="Google Shape;430;p62"/>
            <p:cNvSpPr txBox="1"/>
            <p:nvPr/>
          </p:nvSpPr>
          <p:spPr>
            <a:xfrm>
              <a:off x="952500" y="416052"/>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38BDF8"/>
                  </a:solidFill>
                  <a:latin typeface="Material Icons"/>
                  <a:ea typeface="Material Icons"/>
                  <a:cs typeface="Material Icons"/>
                  <a:sym typeface="Material Icons"/>
                </a:rPr>
                <a:t>show_chart</a:t>
              </a:r>
              <a:endParaRPr sz="2400">
                <a:solidFill>
                  <a:srgbClr val="38BDF8"/>
                </a:solidFill>
                <a:latin typeface="Material Icons"/>
                <a:ea typeface="Material Icons"/>
                <a:cs typeface="Material Icons"/>
                <a:sym typeface="Material Icons"/>
              </a:endParaRPr>
            </a:p>
          </p:txBody>
        </p:sp>
        <p:sp>
          <p:nvSpPr>
            <p:cNvPr id="431" name="Google Shape;431;p62"/>
            <p:cNvSpPr txBox="1"/>
            <p:nvPr/>
          </p:nvSpPr>
          <p:spPr>
            <a:xfrm>
              <a:off x="190500" y="1095375"/>
              <a:ext cx="2095500" cy="1476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800">
                  <a:solidFill>
                    <a:srgbClr val="FFFFFF"/>
                  </a:solidFill>
                  <a:latin typeface="Outfit ExtraBold"/>
                  <a:ea typeface="Outfit ExtraBold"/>
                  <a:cs typeface="Outfit ExtraBold"/>
                  <a:sym typeface="Outfit ExtraBold"/>
                </a:rPr>
                <a:t>METRICS</a:t>
              </a:r>
              <a:endParaRPr b="0" sz="1800">
                <a:solidFill>
                  <a:srgbClr val="FFFFFF"/>
                </a:solidFill>
                <a:latin typeface="Outfit ExtraBold"/>
                <a:ea typeface="Outfit ExtraBold"/>
                <a:cs typeface="Outfit ExtraBold"/>
                <a:sym typeface="Outfit ExtraBold"/>
              </a:endParaRPr>
            </a:p>
            <a:p>
              <a:pPr indent="0" lvl="0" marL="0" rtl="0" algn="ctr">
                <a:spcBef>
                  <a:spcPts val="900"/>
                </a:spcBef>
                <a:spcAft>
                  <a:spcPts val="0"/>
                </a:spcAft>
                <a:buNone/>
              </a:pPr>
              <a:r>
                <a:rPr b="0" lang="en" sz="1250">
                  <a:solidFill>
                    <a:srgbClr val="94A3B8"/>
                  </a:solidFill>
                  <a:latin typeface="Outfit"/>
                  <a:ea typeface="Outfit"/>
                  <a:cs typeface="Outfit"/>
                  <a:sym typeface="Outfit"/>
                </a:rPr>
                <a:t>Time series reveal rates and trends.</a:t>
              </a:r>
              <a:endParaRPr b="0" sz="1250">
                <a:solidFill>
                  <a:srgbClr val="94A3B8"/>
                </a:solidFill>
                <a:latin typeface="Outfit"/>
                <a:ea typeface="Outfit"/>
                <a:cs typeface="Outfit"/>
                <a:sym typeface="Outfit"/>
              </a:endParaRPr>
            </a:p>
          </p:txBody>
        </p:sp>
      </p:grpSp>
      <p:grpSp>
        <p:nvGrpSpPr>
          <p:cNvPr id="432" name="Google Shape;432;p62"/>
          <p:cNvGrpSpPr/>
          <p:nvPr/>
        </p:nvGrpSpPr>
        <p:grpSpPr>
          <a:xfrm>
            <a:off x="3333750" y="1285875"/>
            <a:ext cx="2476500" cy="2762400"/>
            <a:chOff x="0" y="0"/>
            <a:chExt cx="2476500" cy="2762400"/>
          </a:xfrm>
        </p:grpSpPr>
        <p:sp>
          <p:nvSpPr>
            <p:cNvPr id="433" name="Google Shape;433;p62"/>
            <p:cNvSpPr/>
            <p:nvPr/>
          </p:nvSpPr>
          <p:spPr>
            <a:xfrm>
              <a:off x="0" y="0"/>
              <a:ext cx="2476500" cy="2762400"/>
            </a:xfrm>
            <a:prstGeom prst="roundRect">
              <a:avLst>
                <a:gd fmla="val 6153" name="adj"/>
              </a:avLst>
            </a:prstGeom>
            <a:solidFill>
              <a:srgbClr val="0D1B2A">
                <a:alpha val="75000"/>
              </a:srgbClr>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62"/>
            <p:cNvSpPr/>
            <p:nvPr/>
          </p:nvSpPr>
          <p:spPr>
            <a:xfrm>
              <a:off x="381000" y="0"/>
              <a:ext cx="1714500" cy="285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35" name="Google Shape;435;p62"/>
            <p:cNvPicPr preferRelativeResize="0"/>
            <p:nvPr/>
          </p:nvPicPr>
          <p:blipFill rotWithShape="1">
            <a:blip r:embed="rId4">
              <a:alphaModFix/>
            </a:blip>
            <a:srcRect b="0" l="0" r="0" t="0"/>
            <a:stretch/>
          </p:blipFill>
          <p:spPr>
            <a:xfrm>
              <a:off x="947738" y="376238"/>
              <a:ext cx="581100" cy="581100"/>
            </a:xfrm>
            <a:prstGeom prst="rect">
              <a:avLst/>
            </a:prstGeom>
            <a:noFill/>
            <a:ln>
              <a:noFill/>
            </a:ln>
          </p:spPr>
        </p:pic>
        <p:sp>
          <p:nvSpPr>
            <p:cNvPr id="436" name="Google Shape;436;p62"/>
            <p:cNvSpPr txBox="1"/>
            <p:nvPr/>
          </p:nvSpPr>
          <p:spPr>
            <a:xfrm>
              <a:off x="952500" y="416052"/>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F59E0B"/>
                  </a:solidFill>
                  <a:latin typeface="Material Icons"/>
                  <a:ea typeface="Material Icons"/>
                  <a:cs typeface="Material Icons"/>
                  <a:sym typeface="Material Icons"/>
                </a:rPr>
                <a:t>receipt_long</a:t>
              </a:r>
              <a:endParaRPr sz="2400">
                <a:solidFill>
                  <a:srgbClr val="F59E0B"/>
                </a:solidFill>
                <a:latin typeface="Material Icons"/>
                <a:ea typeface="Material Icons"/>
                <a:cs typeface="Material Icons"/>
                <a:sym typeface="Material Icons"/>
              </a:endParaRPr>
            </a:p>
          </p:txBody>
        </p:sp>
        <p:sp>
          <p:nvSpPr>
            <p:cNvPr id="437" name="Google Shape;437;p62"/>
            <p:cNvSpPr txBox="1"/>
            <p:nvPr/>
          </p:nvSpPr>
          <p:spPr>
            <a:xfrm>
              <a:off x="190500" y="1095375"/>
              <a:ext cx="2095500" cy="1476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800">
                  <a:solidFill>
                    <a:srgbClr val="FFFFFF"/>
                  </a:solidFill>
                  <a:latin typeface="Outfit ExtraBold"/>
                  <a:ea typeface="Outfit ExtraBold"/>
                  <a:cs typeface="Outfit ExtraBold"/>
                  <a:sym typeface="Outfit ExtraBold"/>
                </a:rPr>
                <a:t>LOGS</a:t>
              </a:r>
              <a:endParaRPr b="0" sz="1800">
                <a:solidFill>
                  <a:srgbClr val="FFFFFF"/>
                </a:solidFill>
                <a:latin typeface="Outfit ExtraBold"/>
                <a:ea typeface="Outfit ExtraBold"/>
                <a:cs typeface="Outfit ExtraBold"/>
                <a:sym typeface="Outfit ExtraBold"/>
              </a:endParaRPr>
            </a:p>
            <a:p>
              <a:pPr indent="0" lvl="0" marL="0" rtl="0" algn="ctr">
                <a:spcBef>
                  <a:spcPts val="900"/>
                </a:spcBef>
                <a:spcAft>
                  <a:spcPts val="0"/>
                </a:spcAft>
                <a:buNone/>
              </a:pPr>
              <a:r>
                <a:rPr b="0" lang="en" sz="1250">
                  <a:solidFill>
                    <a:srgbClr val="94A3B8"/>
                  </a:solidFill>
                  <a:latin typeface="Outfit"/>
                  <a:ea typeface="Outfit"/>
                  <a:cs typeface="Outfit"/>
                  <a:sym typeface="Outfit"/>
                </a:rPr>
                <a:t>Events explain what happened.</a:t>
              </a:r>
              <a:endParaRPr b="0" sz="1250">
                <a:solidFill>
                  <a:srgbClr val="94A3B8"/>
                </a:solidFill>
                <a:latin typeface="Outfit"/>
                <a:ea typeface="Outfit"/>
                <a:cs typeface="Outfit"/>
                <a:sym typeface="Outfit"/>
              </a:endParaRPr>
            </a:p>
          </p:txBody>
        </p:sp>
      </p:grpSp>
      <p:grpSp>
        <p:nvGrpSpPr>
          <p:cNvPr id="438" name="Google Shape;438;p62"/>
          <p:cNvGrpSpPr/>
          <p:nvPr/>
        </p:nvGrpSpPr>
        <p:grpSpPr>
          <a:xfrm>
            <a:off x="6096000" y="1285875"/>
            <a:ext cx="2476500" cy="2762400"/>
            <a:chOff x="0" y="0"/>
            <a:chExt cx="2476500" cy="2762400"/>
          </a:xfrm>
        </p:grpSpPr>
        <p:sp>
          <p:nvSpPr>
            <p:cNvPr id="439" name="Google Shape;439;p62"/>
            <p:cNvSpPr/>
            <p:nvPr/>
          </p:nvSpPr>
          <p:spPr>
            <a:xfrm>
              <a:off x="0" y="0"/>
              <a:ext cx="2476500" cy="2762400"/>
            </a:xfrm>
            <a:prstGeom prst="roundRect">
              <a:avLst>
                <a:gd fmla="val 6153" name="adj"/>
              </a:avLst>
            </a:prstGeom>
            <a:solidFill>
              <a:srgbClr val="0D1B2A">
                <a:alpha val="75000"/>
              </a:srgbClr>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62"/>
            <p:cNvSpPr/>
            <p:nvPr/>
          </p:nvSpPr>
          <p:spPr>
            <a:xfrm>
              <a:off x="381000" y="0"/>
              <a:ext cx="1714500" cy="28500"/>
            </a:xfrm>
            <a:prstGeom prst="roundRect">
              <a:avLst>
                <a:gd fmla="val 50000" name="adj"/>
              </a:avLst>
            </a:prstGeom>
            <a:solidFill>
              <a:srgbClr val="C084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41" name="Google Shape;441;p62"/>
            <p:cNvPicPr preferRelativeResize="0"/>
            <p:nvPr/>
          </p:nvPicPr>
          <p:blipFill rotWithShape="1">
            <a:blip r:embed="rId5">
              <a:alphaModFix/>
            </a:blip>
            <a:srcRect b="0" l="0" r="0" t="0"/>
            <a:stretch/>
          </p:blipFill>
          <p:spPr>
            <a:xfrm>
              <a:off x="947738" y="376238"/>
              <a:ext cx="581100" cy="581100"/>
            </a:xfrm>
            <a:prstGeom prst="rect">
              <a:avLst/>
            </a:prstGeom>
            <a:noFill/>
            <a:ln>
              <a:noFill/>
            </a:ln>
          </p:spPr>
        </p:pic>
        <p:sp>
          <p:nvSpPr>
            <p:cNvPr id="442" name="Google Shape;442;p62"/>
            <p:cNvSpPr txBox="1"/>
            <p:nvPr/>
          </p:nvSpPr>
          <p:spPr>
            <a:xfrm>
              <a:off x="952500" y="416052"/>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C084FC"/>
                  </a:solidFill>
                  <a:latin typeface="Material Icons"/>
                  <a:ea typeface="Material Icons"/>
                  <a:cs typeface="Material Icons"/>
                  <a:sym typeface="Material Icons"/>
                </a:rPr>
                <a:t>alt_route</a:t>
              </a:r>
              <a:endParaRPr sz="2400">
                <a:solidFill>
                  <a:srgbClr val="C084FC"/>
                </a:solidFill>
                <a:latin typeface="Material Icons"/>
                <a:ea typeface="Material Icons"/>
                <a:cs typeface="Material Icons"/>
                <a:sym typeface="Material Icons"/>
              </a:endParaRPr>
            </a:p>
          </p:txBody>
        </p:sp>
        <p:sp>
          <p:nvSpPr>
            <p:cNvPr id="443" name="Google Shape;443;p62"/>
            <p:cNvSpPr txBox="1"/>
            <p:nvPr/>
          </p:nvSpPr>
          <p:spPr>
            <a:xfrm>
              <a:off x="190500" y="1095375"/>
              <a:ext cx="2095500" cy="1476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800">
                  <a:solidFill>
                    <a:srgbClr val="FFFFFF"/>
                  </a:solidFill>
                  <a:latin typeface="Outfit ExtraBold"/>
                  <a:ea typeface="Outfit ExtraBold"/>
                  <a:cs typeface="Outfit ExtraBold"/>
                  <a:sym typeface="Outfit ExtraBold"/>
                </a:rPr>
                <a:t>TRACES</a:t>
              </a:r>
              <a:endParaRPr b="0" sz="1800">
                <a:solidFill>
                  <a:srgbClr val="FFFFFF"/>
                </a:solidFill>
                <a:latin typeface="Outfit ExtraBold"/>
                <a:ea typeface="Outfit ExtraBold"/>
                <a:cs typeface="Outfit ExtraBold"/>
                <a:sym typeface="Outfit ExtraBold"/>
              </a:endParaRPr>
            </a:p>
            <a:p>
              <a:pPr indent="0" lvl="0" marL="0" rtl="0" algn="ctr">
                <a:spcBef>
                  <a:spcPts val="900"/>
                </a:spcBef>
                <a:spcAft>
                  <a:spcPts val="0"/>
                </a:spcAft>
                <a:buNone/>
              </a:pPr>
              <a:r>
                <a:rPr b="0" lang="en" sz="1250">
                  <a:solidFill>
                    <a:srgbClr val="94A3B8"/>
                  </a:solidFill>
                  <a:latin typeface="Outfit"/>
                  <a:ea typeface="Outfit"/>
                  <a:cs typeface="Outfit"/>
                  <a:sym typeface="Outfit"/>
                </a:rPr>
                <a:t>Spans reveal latency across services.</a:t>
              </a:r>
              <a:endParaRPr b="0" sz="1250">
                <a:solidFill>
                  <a:srgbClr val="94A3B8"/>
                </a:solidFill>
                <a:latin typeface="Outfit"/>
                <a:ea typeface="Outfit"/>
                <a:cs typeface="Outfit"/>
                <a:sym typeface="Outfi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3"/>
          <p:cNvPicPr preferRelativeResize="0"/>
          <p:nvPr/>
        </p:nvPicPr>
        <p:blipFill rotWithShape="1">
          <a:blip r:embed="rId3">
            <a:alphaModFix/>
          </a:blip>
          <a:srcRect b="0" l="0" r="0" t="0"/>
          <a:stretch/>
        </p:blipFill>
        <p:spPr>
          <a:xfrm>
            <a:off x="154051" y="360750"/>
            <a:ext cx="755701" cy="755701"/>
          </a:xfrm>
          <a:prstGeom prst="rect">
            <a:avLst/>
          </a:prstGeom>
          <a:noFill/>
          <a:ln>
            <a:noFill/>
          </a:ln>
        </p:spPr>
      </p:pic>
      <p:pic>
        <p:nvPicPr>
          <p:cNvPr id="449" name="Google Shape;449;p63" title="image (10).png"/>
          <p:cNvPicPr preferRelativeResize="0"/>
          <p:nvPr/>
        </p:nvPicPr>
        <p:blipFill rotWithShape="1">
          <a:blip r:embed="rId4">
            <a:alphaModFix/>
          </a:blip>
          <a:srcRect b="0" l="0" r="0" t="0"/>
          <a:stretch/>
        </p:blipFill>
        <p:spPr>
          <a:xfrm>
            <a:off x="816395" y="4314788"/>
            <a:ext cx="606379" cy="728918"/>
          </a:xfrm>
          <a:prstGeom prst="rect">
            <a:avLst/>
          </a:prstGeom>
          <a:noFill/>
          <a:ln>
            <a:noFill/>
          </a:ln>
        </p:spPr>
      </p:pic>
      <p:pic>
        <p:nvPicPr>
          <p:cNvPr id="450" name="Google Shape;450;p63"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451" name="Google Shape;451;p63"/>
          <p:cNvSpPr txBox="1"/>
          <p:nvPr>
            <p:ph type="title"/>
          </p:nvPr>
        </p:nvSpPr>
        <p:spPr>
          <a:xfrm>
            <a:off x="745850" y="111950"/>
            <a:ext cx="4992600" cy="903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latin typeface="Outfit"/>
                <a:ea typeface="Outfit"/>
                <a:cs typeface="Outfit"/>
                <a:sym typeface="Outfit"/>
              </a:rPr>
              <a:t>Monitoring (Metrics)</a:t>
            </a:r>
            <a:r>
              <a:rPr lang="en" sz="2800">
                <a:latin typeface="Outfit"/>
                <a:ea typeface="Outfit"/>
                <a:cs typeface="Outfit"/>
                <a:sym typeface="Outfit"/>
              </a:rPr>
              <a:t> </a:t>
            </a:r>
            <a:endParaRPr sz="2800">
              <a:latin typeface="Outfit"/>
              <a:ea typeface="Outfit"/>
              <a:cs typeface="Outfit"/>
              <a:sym typeface="Outfit"/>
            </a:endParaRPr>
          </a:p>
        </p:txBody>
      </p:sp>
      <p:cxnSp>
        <p:nvCxnSpPr>
          <p:cNvPr id="452" name="Google Shape;452;p63"/>
          <p:cNvCxnSpPr/>
          <p:nvPr/>
        </p:nvCxnSpPr>
        <p:spPr>
          <a:xfrm>
            <a:off x="123247" y="958542"/>
            <a:ext cx="4194300" cy="1800"/>
          </a:xfrm>
          <a:prstGeom prst="straightConnector1">
            <a:avLst/>
          </a:prstGeom>
          <a:noFill/>
          <a:ln cap="flat" cmpd="sng" w="9525">
            <a:solidFill>
              <a:srgbClr val="F9B233"/>
            </a:solidFill>
            <a:prstDash val="solid"/>
            <a:round/>
            <a:headEnd len="sm" w="sm" type="none"/>
            <a:tailEnd len="sm" w="sm" type="none"/>
          </a:ln>
        </p:spPr>
      </p:cxnSp>
      <p:sp>
        <p:nvSpPr>
          <p:cNvPr id="453" name="Google Shape;453;p63"/>
          <p:cNvSpPr txBox="1"/>
          <p:nvPr/>
        </p:nvSpPr>
        <p:spPr>
          <a:xfrm>
            <a:off x="258175" y="1238250"/>
            <a:ext cx="5627400" cy="2953200"/>
          </a:xfrm>
          <a:prstGeom prst="rect">
            <a:avLst/>
          </a:prstGeom>
          <a:solidFill>
            <a:srgbClr val="000000">
              <a:alpha val="0"/>
            </a:srgbClr>
          </a:solidFill>
          <a:ln>
            <a:noFill/>
          </a:ln>
        </p:spPr>
        <p:txBody>
          <a:bodyPr anchorCtr="0" anchor="t" bIns="95250" lIns="95250" spcFirstLastPara="1" rIns="95250" wrap="square" tIns="95250">
            <a:spAutoFit/>
          </a:bodyPr>
          <a:lstStyle/>
          <a:p>
            <a:pPr indent="0" lvl="0" marL="0" rtl="0" algn="l">
              <a:spcBef>
                <a:spcPts val="0"/>
              </a:spcBef>
              <a:spcAft>
                <a:spcPts val="0"/>
              </a:spcAft>
              <a:buNone/>
            </a:pPr>
            <a:r>
              <a:rPr b="1" i="0" lang="en" sz="1530">
                <a:solidFill>
                  <a:srgbClr val="F9B233"/>
                </a:solidFill>
                <a:latin typeface="Outfit"/>
                <a:ea typeface="Outfit"/>
                <a:cs typeface="Outfit"/>
                <a:sym typeface="Outfit"/>
              </a:rPr>
              <a:t>Monitoring is like a nurse!</a:t>
            </a:r>
            <a:endParaRPr b="1" i="0" sz="1530">
              <a:solidFill>
                <a:srgbClr val="F9B233"/>
              </a:solidFill>
              <a:latin typeface="Outfit"/>
              <a:ea typeface="Outfit"/>
              <a:cs typeface="Outfit"/>
              <a:sym typeface="Outfit"/>
            </a:endParaRPr>
          </a:p>
          <a:p>
            <a:pPr indent="0" lvl="0" marL="0" rtl="0" algn="l">
              <a:spcBef>
                <a:spcPts val="1400"/>
              </a:spcBef>
              <a:spcAft>
                <a:spcPts val="0"/>
              </a:spcAft>
              <a:buNone/>
            </a:pPr>
            <a:r>
              <a:rPr b="0" i="0" lang="en" sz="1275">
                <a:solidFill>
                  <a:srgbClr val="FFFFFF"/>
                </a:solidFill>
                <a:latin typeface="Outfit"/>
                <a:ea typeface="Outfit"/>
                <a:cs typeface="Outfit"/>
                <a:sym typeface="Outfit"/>
              </a:rPr>
              <a:t>Just as a nurse regularly checks a patient's vital signs, monitoring continuously inspects the health of the infrastructure, services, and individual system components.</a:t>
            </a:r>
            <a:endParaRPr b="1" i="0" sz="1275">
              <a:solidFill>
                <a:srgbClr val="F9B233"/>
              </a:solidFill>
              <a:latin typeface="Outfit"/>
              <a:ea typeface="Outfit"/>
              <a:cs typeface="Outfit"/>
              <a:sym typeface="Outfit"/>
            </a:endParaRPr>
          </a:p>
          <a:p>
            <a:pPr indent="-325755" lvl="0" marL="457200" rtl="0" algn="l">
              <a:spcBef>
                <a:spcPts val="1600"/>
              </a:spcBef>
              <a:spcAft>
                <a:spcPts val="0"/>
              </a:spcAft>
              <a:buClr>
                <a:srgbClr val="F9B233"/>
              </a:buClr>
              <a:buSzPts val="1530"/>
              <a:buFont typeface="Outfit"/>
              <a:buChar char="●"/>
            </a:pPr>
            <a:r>
              <a:rPr b="1" i="0" lang="en" sz="1275">
                <a:solidFill>
                  <a:srgbClr val="FFFFFF"/>
                </a:solidFill>
                <a:latin typeface="Outfit"/>
                <a:ea typeface="Outfit"/>
                <a:cs typeface="Outfit"/>
                <a:sym typeface="Outfit"/>
              </a:rPr>
              <a:t>Continuous Health Checks: </a:t>
            </a:r>
            <a:r>
              <a:rPr b="0" i="0" lang="en" sz="1275">
                <a:solidFill>
                  <a:srgbClr val="D9D9D9"/>
                </a:solidFill>
                <a:latin typeface="Outfit"/>
                <a:ea typeface="Outfit"/>
                <a:cs typeface="Outfit"/>
                <a:sym typeface="Outfit"/>
              </a:rPr>
              <a:t>Real-time assessment and measurement of the operating status of all infrastructure components.</a:t>
            </a:r>
            <a:endParaRPr b="1" i="0" sz="1530">
              <a:solidFill>
                <a:srgbClr val="F9B233"/>
              </a:solidFill>
              <a:latin typeface="Outfit"/>
              <a:ea typeface="Outfit"/>
              <a:cs typeface="Outfit"/>
              <a:sym typeface="Outfit"/>
            </a:endParaRPr>
          </a:p>
          <a:p>
            <a:pPr indent="-325755" lvl="0" marL="457200" rtl="0" algn="l">
              <a:spcBef>
                <a:spcPts val="1000"/>
              </a:spcBef>
              <a:spcAft>
                <a:spcPts val="0"/>
              </a:spcAft>
              <a:buClr>
                <a:srgbClr val="F9B233"/>
              </a:buClr>
              <a:buSzPts val="1530"/>
              <a:buFont typeface="Outfit"/>
              <a:buChar char="●"/>
            </a:pPr>
            <a:r>
              <a:rPr b="1" i="0" lang="en" sz="1275">
                <a:solidFill>
                  <a:srgbClr val="FFFFFF"/>
                </a:solidFill>
                <a:latin typeface="Outfit"/>
                <a:ea typeface="Outfit"/>
                <a:cs typeface="Outfit"/>
                <a:sym typeface="Outfit"/>
              </a:rPr>
              <a:t>Metrics Collection: </a:t>
            </a:r>
            <a:r>
              <a:rPr b="0" i="0" lang="en" sz="1275">
                <a:solidFill>
                  <a:srgbClr val="D9D9D9"/>
                </a:solidFill>
                <a:latin typeface="Outfit"/>
                <a:ea typeface="Outfit"/>
                <a:cs typeface="Outfit"/>
                <a:sym typeface="Outfit"/>
              </a:rPr>
              <a:t>Recording and measuring key performance indicators such as CPU usage, RAM memory, and network traffic.</a:t>
            </a:r>
            <a:endParaRPr b="1" i="0" sz="1530">
              <a:solidFill>
                <a:srgbClr val="F9B233"/>
              </a:solidFill>
              <a:latin typeface="Outfit"/>
              <a:ea typeface="Outfit"/>
              <a:cs typeface="Outfit"/>
              <a:sym typeface="Outfit"/>
            </a:endParaRPr>
          </a:p>
          <a:p>
            <a:pPr indent="-325755" lvl="0" marL="457200" rtl="0" algn="l">
              <a:spcBef>
                <a:spcPts val="1000"/>
              </a:spcBef>
              <a:spcAft>
                <a:spcPts val="0"/>
              </a:spcAft>
              <a:buClr>
                <a:srgbClr val="F9B233"/>
              </a:buClr>
              <a:buSzPts val="1530"/>
              <a:buFont typeface="Outfit"/>
              <a:buChar char="●"/>
            </a:pPr>
            <a:r>
              <a:rPr b="1" i="0" lang="en" sz="1275">
                <a:solidFill>
                  <a:srgbClr val="FFFFFF"/>
                </a:solidFill>
                <a:latin typeface="Outfit"/>
                <a:ea typeface="Outfit"/>
                <a:cs typeface="Outfit"/>
                <a:sym typeface="Outfit"/>
              </a:rPr>
              <a:t>Early Alerting: </a:t>
            </a:r>
            <a:r>
              <a:rPr b="0" i="0" lang="en" sz="1275">
                <a:solidFill>
                  <a:srgbClr val="D9D9D9"/>
                </a:solidFill>
                <a:latin typeface="Outfit"/>
                <a:ea typeface="Outfit"/>
                <a:cs typeface="Outfit"/>
                <a:sym typeface="Outfit"/>
              </a:rPr>
              <a:t>Rapid detection of anomalies and issues before service outages occur.</a:t>
            </a:r>
            <a:endParaRPr b="1" i="0" sz="1530">
              <a:solidFill>
                <a:srgbClr val="F9B233"/>
              </a:solidFill>
              <a:latin typeface="Outfit"/>
              <a:ea typeface="Outfit"/>
              <a:cs typeface="Outfit"/>
              <a:sym typeface="Outfit"/>
            </a:endParaRPr>
          </a:p>
        </p:txBody>
      </p:sp>
      <p:pic>
        <p:nvPicPr>
          <p:cNvPr id="454" name="Google Shape;454;p63"/>
          <p:cNvPicPr preferRelativeResize="0"/>
          <p:nvPr/>
        </p:nvPicPr>
        <p:blipFill>
          <a:blip r:embed="rId6">
            <a:alphaModFix/>
          </a:blip>
          <a:stretch>
            <a:fillRect/>
          </a:stretch>
        </p:blipFill>
        <p:spPr>
          <a:xfrm>
            <a:off x="5854151" y="1723522"/>
            <a:ext cx="3269825" cy="3269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4"/>
          <p:cNvSpPr txBox="1"/>
          <p:nvPr>
            <p:ph type="title"/>
          </p:nvPr>
        </p:nvSpPr>
        <p:spPr>
          <a:xfrm>
            <a:off x="745850" y="111950"/>
            <a:ext cx="4992600" cy="903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latin typeface="Outfit"/>
                <a:ea typeface="Outfit"/>
                <a:cs typeface="Outfit"/>
                <a:sym typeface="Outfit"/>
              </a:rPr>
              <a:t>Tracing </a:t>
            </a:r>
            <a:endParaRPr sz="2800">
              <a:latin typeface="Outfit"/>
              <a:ea typeface="Outfit"/>
              <a:cs typeface="Outfit"/>
              <a:sym typeface="Outfit"/>
            </a:endParaRPr>
          </a:p>
        </p:txBody>
      </p:sp>
      <p:cxnSp>
        <p:nvCxnSpPr>
          <p:cNvPr id="460" name="Google Shape;460;p64"/>
          <p:cNvCxnSpPr/>
          <p:nvPr/>
        </p:nvCxnSpPr>
        <p:spPr>
          <a:xfrm>
            <a:off x="123247" y="958542"/>
            <a:ext cx="4194300" cy="1800"/>
          </a:xfrm>
          <a:prstGeom prst="straightConnector1">
            <a:avLst/>
          </a:prstGeom>
          <a:noFill/>
          <a:ln cap="flat" cmpd="sng" w="9525">
            <a:solidFill>
              <a:srgbClr val="F9B233"/>
            </a:solidFill>
            <a:prstDash val="solid"/>
            <a:round/>
            <a:headEnd len="sm" w="sm" type="none"/>
            <a:tailEnd len="sm" w="sm" type="none"/>
          </a:ln>
        </p:spPr>
      </p:cxnSp>
      <p:pic>
        <p:nvPicPr>
          <p:cNvPr id="461" name="Google Shape;461;p64"/>
          <p:cNvPicPr preferRelativeResize="0"/>
          <p:nvPr/>
        </p:nvPicPr>
        <p:blipFill>
          <a:blip r:embed="rId3">
            <a:alphaModFix/>
          </a:blip>
          <a:stretch>
            <a:fillRect/>
          </a:stretch>
        </p:blipFill>
        <p:spPr>
          <a:xfrm>
            <a:off x="2386250" y="2346775"/>
            <a:ext cx="4722401" cy="2734550"/>
          </a:xfrm>
          <a:prstGeom prst="rect">
            <a:avLst/>
          </a:prstGeom>
          <a:noFill/>
          <a:ln>
            <a:noFill/>
          </a:ln>
        </p:spPr>
      </p:pic>
      <p:sp>
        <p:nvSpPr>
          <p:cNvPr id="462" name="Google Shape;462;p64"/>
          <p:cNvSpPr txBox="1"/>
          <p:nvPr/>
        </p:nvSpPr>
        <p:spPr>
          <a:xfrm>
            <a:off x="123250" y="1112925"/>
            <a:ext cx="8379000" cy="148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ECEEF2"/>
                </a:solidFill>
                <a:highlight>
                  <a:srgbClr val="0A0C10"/>
                </a:highlight>
                <a:latin typeface="Outfit"/>
                <a:ea typeface="Outfit"/>
                <a:cs typeface="Outfit"/>
                <a:sym typeface="Outfit"/>
              </a:rPr>
              <a:t>A trace is a detailed representation of a request’s journey as it travels various services within a distributed system. It acts like a map, illustrating how the request moves through different components. A trace consists of multiple spans, each representing a discrete unit of work within a service (e.g., a network request or database query). These spans collectively form the entire path of the request through the system.</a:t>
            </a:r>
            <a:endParaRPr sz="1300">
              <a:solidFill>
                <a:srgbClr val="ECEEF2"/>
              </a:solidFill>
              <a:highlight>
                <a:srgbClr val="0A0C10"/>
              </a:highlight>
              <a:latin typeface="Outfit"/>
              <a:ea typeface="Outfit"/>
              <a:cs typeface="Outfit"/>
              <a:sym typeface="Outfit"/>
            </a:endParaRPr>
          </a:p>
          <a:p>
            <a:pPr indent="0" lvl="0" marL="0" rtl="0" algn="l">
              <a:lnSpc>
                <a:spcPct val="115000"/>
              </a:lnSpc>
              <a:spcBef>
                <a:spcPts val="1500"/>
              </a:spcBef>
              <a:spcAft>
                <a:spcPts val="0"/>
              </a:spcAft>
              <a:buNone/>
            </a:pPr>
            <a:r>
              <a:t/>
            </a:r>
            <a:endParaRPr sz="1200">
              <a:solidFill>
                <a:schemeClr val="dk1"/>
              </a:solidFill>
              <a:latin typeface="Outfit"/>
              <a:ea typeface="Outfit"/>
              <a:cs typeface="Outfit"/>
              <a:sym typeface="Outfi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5"/>
          <p:cNvSpPr txBox="1"/>
          <p:nvPr>
            <p:ph type="title"/>
          </p:nvPr>
        </p:nvSpPr>
        <p:spPr>
          <a:xfrm>
            <a:off x="745850" y="111950"/>
            <a:ext cx="4992600" cy="903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latin typeface="Outfit"/>
                <a:ea typeface="Outfit"/>
                <a:cs typeface="Outfit"/>
                <a:sym typeface="Outfit"/>
              </a:rPr>
              <a:t>Span </a:t>
            </a:r>
            <a:endParaRPr sz="2800">
              <a:latin typeface="Outfit"/>
              <a:ea typeface="Outfit"/>
              <a:cs typeface="Outfit"/>
              <a:sym typeface="Outfit"/>
            </a:endParaRPr>
          </a:p>
        </p:txBody>
      </p:sp>
      <p:cxnSp>
        <p:nvCxnSpPr>
          <p:cNvPr id="468" name="Google Shape;468;p65"/>
          <p:cNvCxnSpPr/>
          <p:nvPr/>
        </p:nvCxnSpPr>
        <p:spPr>
          <a:xfrm>
            <a:off x="123247" y="958542"/>
            <a:ext cx="4194300" cy="1800"/>
          </a:xfrm>
          <a:prstGeom prst="straightConnector1">
            <a:avLst/>
          </a:prstGeom>
          <a:noFill/>
          <a:ln cap="flat" cmpd="sng" w="9525">
            <a:solidFill>
              <a:srgbClr val="F9B233"/>
            </a:solidFill>
            <a:prstDash val="solid"/>
            <a:round/>
            <a:headEnd len="sm" w="sm" type="none"/>
            <a:tailEnd len="sm" w="sm" type="none"/>
          </a:ln>
        </p:spPr>
      </p:cxnSp>
      <p:sp>
        <p:nvSpPr>
          <p:cNvPr id="469" name="Google Shape;469;p65"/>
          <p:cNvSpPr txBox="1"/>
          <p:nvPr/>
        </p:nvSpPr>
        <p:spPr>
          <a:xfrm>
            <a:off x="170450" y="1173075"/>
            <a:ext cx="7549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Outfit"/>
                <a:ea typeface="Outfit"/>
                <a:cs typeface="Outfit"/>
                <a:sym typeface="Outfit"/>
              </a:rPr>
              <a:t>What are spans in distributed tracing?</a:t>
            </a:r>
            <a:endParaRPr>
              <a:solidFill>
                <a:schemeClr val="lt1"/>
              </a:solidFill>
              <a:latin typeface="Outfit"/>
              <a:ea typeface="Outfit"/>
              <a:cs typeface="Outfit"/>
              <a:sym typeface="Outfit"/>
            </a:endParaRPr>
          </a:p>
          <a:p>
            <a:pPr indent="0" lvl="0" marL="0" rtl="0" algn="l">
              <a:spcBef>
                <a:spcPts val="0"/>
              </a:spcBef>
              <a:spcAft>
                <a:spcPts val="0"/>
              </a:spcAft>
              <a:buNone/>
            </a:pPr>
            <a:r>
              <a:rPr lang="en">
                <a:solidFill>
                  <a:schemeClr val="lt1"/>
                </a:solidFill>
                <a:latin typeface="Outfit"/>
                <a:ea typeface="Outfit"/>
                <a:cs typeface="Outfit"/>
                <a:sym typeface="Outfit"/>
              </a:rPr>
              <a:t>In distributed tracing, a user request or a transaction is represented by a trace. Traces are broken down into multiple spans. Spans represent a single logical operation within a trace. For example, a function call during a user request can be represented by a span.</a:t>
            </a:r>
            <a:endParaRPr>
              <a:solidFill>
                <a:schemeClr val="lt1"/>
              </a:solidFill>
              <a:latin typeface="Outfit"/>
              <a:ea typeface="Outfit"/>
              <a:cs typeface="Outfit"/>
              <a:sym typeface="Outfit"/>
            </a:endParaRPr>
          </a:p>
        </p:txBody>
      </p:sp>
      <p:pic>
        <p:nvPicPr>
          <p:cNvPr id="470" name="Google Shape;470;p65"/>
          <p:cNvPicPr preferRelativeResize="0"/>
          <p:nvPr/>
        </p:nvPicPr>
        <p:blipFill>
          <a:blip r:embed="rId3">
            <a:alphaModFix/>
          </a:blip>
          <a:stretch>
            <a:fillRect/>
          </a:stretch>
        </p:blipFill>
        <p:spPr>
          <a:xfrm>
            <a:off x="2498550" y="2377000"/>
            <a:ext cx="5992794" cy="2618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p66"/>
          <p:cNvPicPr preferRelativeResize="0"/>
          <p:nvPr/>
        </p:nvPicPr>
        <p:blipFill rotWithShape="1">
          <a:blip r:embed="rId3">
            <a:alphaModFix/>
          </a:blip>
          <a:srcRect b="0" l="0" r="0" t="0"/>
          <a:stretch/>
        </p:blipFill>
        <p:spPr>
          <a:xfrm>
            <a:off x="152400" y="361950"/>
            <a:ext cx="752400" cy="752400"/>
          </a:xfrm>
          <a:prstGeom prst="rect">
            <a:avLst/>
          </a:prstGeom>
          <a:noFill/>
          <a:ln>
            <a:noFill/>
          </a:ln>
        </p:spPr>
      </p:pic>
      <p:sp>
        <p:nvSpPr>
          <p:cNvPr id="476" name="Google Shape;476;p66"/>
          <p:cNvSpPr txBox="1"/>
          <p:nvPr/>
        </p:nvSpPr>
        <p:spPr>
          <a:xfrm>
            <a:off x="809625" y="114300"/>
            <a:ext cx="4991100" cy="904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 sz="2800">
                <a:solidFill>
                  <a:srgbClr val="FFFFFF"/>
                </a:solidFill>
                <a:latin typeface="Outfit"/>
                <a:ea typeface="Outfit"/>
                <a:cs typeface="Outfit"/>
                <a:sym typeface="Outfit"/>
              </a:rPr>
              <a:t>Log</a:t>
            </a:r>
            <a:endParaRPr b="1" sz="2800">
              <a:solidFill>
                <a:srgbClr val="FFFFFF"/>
              </a:solidFill>
              <a:latin typeface="Outfit"/>
              <a:ea typeface="Outfit"/>
              <a:cs typeface="Outfit"/>
              <a:sym typeface="Outfit"/>
            </a:endParaRPr>
          </a:p>
        </p:txBody>
      </p:sp>
      <p:cxnSp>
        <p:nvCxnSpPr>
          <p:cNvPr id="477" name="Google Shape;477;p66"/>
          <p:cNvCxnSpPr/>
          <p:nvPr/>
        </p:nvCxnSpPr>
        <p:spPr>
          <a:xfrm>
            <a:off x="123825" y="962025"/>
            <a:ext cx="4191000" cy="0"/>
          </a:xfrm>
          <a:prstGeom prst="straightConnector1">
            <a:avLst/>
          </a:prstGeom>
          <a:solidFill>
            <a:srgbClr val="FFFFFF"/>
          </a:solidFill>
          <a:ln cap="flat" cmpd="sng" w="9525">
            <a:solidFill>
              <a:srgbClr val="F9B233"/>
            </a:solidFill>
            <a:prstDash val="solid"/>
            <a:round/>
            <a:headEnd len="sm" w="sm" type="none"/>
            <a:tailEnd len="sm" w="sm" type="none"/>
          </a:ln>
        </p:spPr>
      </p:cxnSp>
      <p:sp>
        <p:nvSpPr>
          <p:cNvPr id="478" name="Google Shape;478;p66"/>
          <p:cNvSpPr txBox="1"/>
          <p:nvPr/>
        </p:nvSpPr>
        <p:spPr>
          <a:xfrm>
            <a:off x="123825" y="1152488"/>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ECEEF2"/>
                </a:solidFill>
                <a:highlight>
                  <a:srgbClr val="0A0C10"/>
                </a:highlight>
                <a:latin typeface="Outfit"/>
                <a:ea typeface="Outfit"/>
                <a:cs typeface="Outfit"/>
                <a:sym typeface="Outfit"/>
              </a:rPr>
              <a:t>A log is an immutable, time-stamped record of discrete events happening within a system.</a:t>
            </a:r>
            <a:endParaRPr b="0" sz="1203">
              <a:solidFill>
                <a:srgbClr val="ECEEF2"/>
              </a:solidFill>
              <a:latin typeface="Outfit"/>
              <a:ea typeface="Outfit"/>
              <a:cs typeface="Outfit"/>
              <a:sym typeface="Outfit"/>
            </a:endParaRPr>
          </a:p>
        </p:txBody>
      </p:sp>
      <p:sp>
        <p:nvSpPr>
          <p:cNvPr id="479" name="Google Shape;479;p66"/>
          <p:cNvSpPr txBox="1"/>
          <p:nvPr/>
        </p:nvSpPr>
        <p:spPr>
          <a:xfrm>
            <a:off x="123825" y="1571625"/>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F9B233"/>
                </a:solidFill>
                <a:latin typeface="Outfit"/>
                <a:ea typeface="Outfit"/>
                <a:cs typeface="Outfit"/>
                <a:sym typeface="Outfit"/>
              </a:rPr>
              <a:t>Why Logs Matter in Telemetry</a:t>
            </a:r>
            <a:endParaRPr b="1" sz="1600">
              <a:solidFill>
                <a:srgbClr val="F9B233"/>
              </a:solidFill>
              <a:latin typeface="Outfit"/>
              <a:ea typeface="Outfit"/>
              <a:cs typeface="Outfit"/>
              <a:sym typeface="Outfit"/>
            </a:endParaRPr>
          </a:p>
        </p:txBody>
      </p:sp>
      <p:grpSp>
        <p:nvGrpSpPr>
          <p:cNvPr id="480" name="Google Shape;480;p66"/>
          <p:cNvGrpSpPr/>
          <p:nvPr/>
        </p:nvGrpSpPr>
        <p:grpSpPr>
          <a:xfrm>
            <a:off x="123825" y="1952625"/>
            <a:ext cx="2667000" cy="1238400"/>
            <a:chOff x="0" y="0"/>
            <a:chExt cx="2667000" cy="1238400"/>
          </a:xfrm>
        </p:grpSpPr>
        <p:sp>
          <p:nvSpPr>
            <p:cNvPr id="481" name="Google Shape;481;p66"/>
            <p:cNvSpPr/>
            <p:nvPr/>
          </p:nvSpPr>
          <p:spPr>
            <a:xfrm>
              <a:off x="0" y="0"/>
              <a:ext cx="2667000" cy="1238400"/>
            </a:xfrm>
            <a:prstGeom prst="roundRect">
              <a:avLst>
                <a:gd fmla="val 6153" name="adj"/>
              </a:avLst>
            </a:prstGeom>
            <a:solidFill>
              <a:srgbClr val="0A0C10">
                <a:alpha val="60000"/>
              </a:srgbClr>
            </a:solidFill>
            <a:ln cap="flat" cmpd="sng" w="9525">
              <a:solidFill>
                <a:srgbClr val="2A32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66"/>
            <p:cNvSpPr txBox="1"/>
            <p:nvPr/>
          </p:nvSpPr>
          <p:spPr>
            <a:xfrm>
              <a:off x="142875" y="11430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1. Root Cause Analysis</a:t>
              </a:r>
              <a:endParaRPr b="1" sz="1203">
                <a:solidFill>
                  <a:srgbClr val="FFFFFF"/>
                </a:solidFill>
                <a:latin typeface="Outfit"/>
                <a:ea typeface="Outfit"/>
                <a:cs typeface="Outfit"/>
                <a:sym typeface="Outfit"/>
              </a:endParaRPr>
            </a:p>
          </p:txBody>
        </p:sp>
        <p:sp>
          <p:nvSpPr>
            <p:cNvPr id="483" name="Google Shape;483;p66"/>
            <p:cNvSpPr txBox="1"/>
            <p:nvPr/>
          </p:nvSpPr>
          <p:spPr>
            <a:xfrm>
              <a:off x="142875" y="381000"/>
              <a:ext cx="2381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CCD2DC"/>
                  </a:solidFill>
                  <a:latin typeface="Outfit"/>
                  <a:ea typeface="Outfit"/>
                  <a:cs typeface="Outfit"/>
                  <a:sym typeface="Outfit"/>
                </a:rPr>
                <a:t>Provides detailed contextual evidence (stack traces, exact error payloads) when a failure occurs.</a:t>
              </a:r>
              <a:endParaRPr b="0" sz="1050">
                <a:solidFill>
                  <a:srgbClr val="CCD2DC"/>
                </a:solidFill>
                <a:latin typeface="Outfit"/>
                <a:ea typeface="Outfit"/>
                <a:cs typeface="Outfit"/>
                <a:sym typeface="Outfit"/>
              </a:endParaRPr>
            </a:p>
          </p:txBody>
        </p:sp>
      </p:grpSp>
      <p:grpSp>
        <p:nvGrpSpPr>
          <p:cNvPr id="484" name="Google Shape;484;p66"/>
          <p:cNvGrpSpPr/>
          <p:nvPr/>
        </p:nvGrpSpPr>
        <p:grpSpPr>
          <a:xfrm>
            <a:off x="2914650" y="1952625"/>
            <a:ext cx="2667000" cy="1238400"/>
            <a:chOff x="0" y="0"/>
            <a:chExt cx="2667000" cy="1238400"/>
          </a:xfrm>
        </p:grpSpPr>
        <p:sp>
          <p:nvSpPr>
            <p:cNvPr id="485" name="Google Shape;485;p66"/>
            <p:cNvSpPr/>
            <p:nvPr/>
          </p:nvSpPr>
          <p:spPr>
            <a:xfrm>
              <a:off x="0" y="0"/>
              <a:ext cx="2667000" cy="1238400"/>
            </a:xfrm>
            <a:prstGeom prst="roundRect">
              <a:avLst>
                <a:gd fmla="val 6153" name="adj"/>
              </a:avLst>
            </a:prstGeom>
            <a:solidFill>
              <a:srgbClr val="0A0C10">
                <a:alpha val="60000"/>
              </a:srgbClr>
            </a:solidFill>
            <a:ln cap="flat" cmpd="sng" w="9525">
              <a:solidFill>
                <a:srgbClr val="2A32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66"/>
            <p:cNvSpPr txBox="1"/>
            <p:nvPr/>
          </p:nvSpPr>
          <p:spPr>
            <a:xfrm>
              <a:off x="142875" y="11430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2. Audit &amp; Compliance</a:t>
              </a:r>
              <a:endParaRPr b="1" sz="1203">
                <a:solidFill>
                  <a:srgbClr val="FFFFFF"/>
                </a:solidFill>
                <a:latin typeface="Outfit"/>
                <a:ea typeface="Outfit"/>
                <a:cs typeface="Outfit"/>
                <a:sym typeface="Outfit"/>
              </a:endParaRPr>
            </a:p>
          </p:txBody>
        </p:sp>
        <p:sp>
          <p:nvSpPr>
            <p:cNvPr id="487" name="Google Shape;487;p66"/>
            <p:cNvSpPr txBox="1"/>
            <p:nvPr/>
          </p:nvSpPr>
          <p:spPr>
            <a:xfrm>
              <a:off x="142875" y="381000"/>
              <a:ext cx="2381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CCD2DC"/>
                  </a:solidFill>
                  <a:latin typeface="Outfit"/>
                  <a:ea typeface="Outfit"/>
                  <a:cs typeface="Outfit"/>
                  <a:sym typeface="Outfit"/>
                </a:rPr>
                <a:t>Serves as an authoritative history of user activities, security checks, and state transitions over time.</a:t>
              </a:r>
              <a:endParaRPr b="0" sz="1050">
                <a:solidFill>
                  <a:srgbClr val="CCD2DC"/>
                </a:solidFill>
                <a:latin typeface="Outfit"/>
                <a:ea typeface="Outfit"/>
                <a:cs typeface="Outfit"/>
                <a:sym typeface="Outfit"/>
              </a:endParaRPr>
            </a:p>
          </p:txBody>
        </p:sp>
      </p:grpSp>
      <p:grpSp>
        <p:nvGrpSpPr>
          <p:cNvPr id="488" name="Google Shape;488;p66"/>
          <p:cNvGrpSpPr/>
          <p:nvPr/>
        </p:nvGrpSpPr>
        <p:grpSpPr>
          <a:xfrm>
            <a:off x="123825" y="3333750"/>
            <a:ext cx="2667000" cy="1238400"/>
            <a:chOff x="0" y="0"/>
            <a:chExt cx="2667000" cy="1238400"/>
          </a:xfrm>
        </p:grpSpPr>
        <p:sp>
          <p:nvSpPr>
            <p:cNvPr id="489" name="Google Shape;489;p66"/>
            <p:cNvSpPr/>
            <p:nvPr/>
          </p:nvSpPr>
          <p:spPr>
            <a:xfrm>
              <a:off x="0" y="0"/>
              <a:ext cx="2667000" cy="1238400"/>
            </a:xfrm>
            <a:prstGeom prst="roundRect">
              <a:avLst>
                <a:gd fmla="val 6153" name="adj"/>
              </a:avLst>
            </a:prstGeom>
            <a:solidFill>
              <a:srgbClr val="0A0C10">
                <a:alpha val="60000"/>
              </a:srgbClr>
            </a:solidFill>
            <a:ln cap="flat" cmpd="sng" w="9525">
              <a:solidFill>
                <a:srgbClr val="2A32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66"/>
            <p:cNvSpPr txBox="1"/>
            <p:nvPr/>
          </p:nvSpPr>
          <p:spPr>
            <a:xfrm>
              <a:off x="142875" y="11430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3. High Granularity</a:t>
              </a:r>
              <a:endParaRPr b="1" sz="1203">
                <a:solidFill>
                  <a:srgbClr val="FFFFFF"/>
                </a:solidFill>
                <a:latin typeface="Outfit"/>
                <a:ea typeface="Outfit"/>
                <a:cs typeface="Outfit"/>
                <a:sym typeface="Outfit"/>
              </a:endParaRPr>
            </a:p>
          </p:txBody>
        </p:sp>
        <p:sp>
          <p:nvSpPr>
            <p:cNvPr id="491" name="Google Shape;491;p66"/>
            <p:cNvSpPr txBox="1"/>
            <p:nvPr/>
          </p:nvSpPr>
          <p:spPr>
            <a:xfrm>
              <a:off x="142875" y="381000"/>
              <a:ext cx="2381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CCD2DC"/>
                  </a:solidFill>
                  <a:latin typeface="Outfit"/>
                  <a:ea typeface="Outfit"/>
                  <a:cs typeface="Outfit"/>
                  <a:sym typeface="Outfit"/>
                </a:rPr>
                <a:t>Captures exact variable states and specific logic paths that aggregates (metrics) obscure.</a:t>
              </a:r>
              <a:endParaRPr b="0" sz="1050">
                <a:solidFill>
                  <a:srgbClr val="CCD2DC"/>
                </a:solidFill>
                <a:latin typeface="Outfit"/>
                <a:ea typeface="Outfit"/>
                <a:cs typeface="Outfit"/>
                <a:sym typeface="Outfit"/>
              </a:endParaRPr>
            </a:p>
          </p:txBody>
        </p:sp>
      </p:grpSp>
      <p:grpSp>
        <p:nvGrpSpPr>
          <p:cNvPr id="492" name="Google Shape;492;p66"/>
          <p:cNvGrpSpPr/>
          <p:nvPr/>
        </p:nvGrpSpPr>
        <p:grpSpPr>
          <a:xfrm>
            <a:off x="2914650" y="3333750"/>
            <a:ext cx="2667000" cy="1238400"/>
            <a:chOff x="0" y="0"/>
            <a:chExt cx="2667000" cy="1238400"/>
          </a:xfrm>
        </p:grpSpPr>
        <p:sp>
          <p:nvSpPr>
            <p:cNvPr id="493" name="Google Shape;493;p66"/>
            <p:cNvSpPr/>
            <p:nvPr/>
          </p:nvSpPr>
          <p:spPr>
            <a:xfrm>
              <a:off x="0" y="0"/>
              <a:ext cx="2667000" cy="1238400"/>
            </a:xfrm>
            <a:prstGeom prst="roundRect">
              <a:avLst>
                <a:gd fmla="val 6153" name="adj"/>
              </a:avLst>
            </a:prstGeom>
            <a:solidFill>
              <a:srgbClr val="0A0C10">
                <a:alpha val="60000"/>
              </a:srgbClr>
            </a:solidFill>
            <a:ln cap="flat" cmpd="sng" w="9525">
              <a:solidFill>
                <a:srgbClr val="2A32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66"/>
            <p:cNvSpPr txBox="1"/>
            <p:nvPr/>
          </p:nvSpPr>
          <p:spPr>
            <a:xfrm>
              <a:off x="142875" y="11430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4. Debugging Unforeseen Issues</a:t>
              </a:r>
              <a:endParaRPr b="1" sz="1203">
                <a:solidFill>
                  <a:srgbClr val="FFFFFF"/>
                </a:solidFill>
                <a:latin typeface="Outfit"/>
                <a:ea typeface="Outfit"/>
                <a:cs typeface="Outfit"/>
                <a:sym typeface="Outfit"/>
              </a:endParaRPr>
            </a:p>
          </p:txBody>
        </p:sp>
        <p:sp>
          <p:nvSpPr>
            <p:cNvPr id="495" name="Google Shape;495;p66"/>
            <p:cNvSpPr txBox="1"/>
            <p:nvPr/>
          </p:nvSpPr>
          <p:spPr>
            <a:xfrm>
              <a:off x="142875" y="381000"/>
              <a:ext cx="2381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CCD2DC"/>
                  </a:solidFill>
                  <a:latin typeface="Outfit"/>
                  <a:ea typeface="Outfit"/>
                  <a:cs typeface="Outfit"/>
                  <a:sym typeface="Outfit"/>
                </a:rPr>
                <a:t>Allows developers to inspect arbitrary event details without re-instrumenting code in advance.</a:t>
              </a:r>
              <a:endParaRPr b="0" sz="1050">
                <a:solidFill>
                  <a:srgbClr val="CCD2DC"/>
                </a:solidFill>
                <a:latin typeface="Outfit"/>
                <a:ea typeface="Outfit"/>
                <a:cs typeface="Outfit"/>
                <a:sym typeface="Outfit"/>
              </a:endParaRPr>
            </a:p>
          </p:txBody>
        </p:sp>
      </p:grpSp>
      <p:pic>
        <p:nvPicPr>
          <p:cNvPr id="496" name="Google Shape;496;p66"/>
          <p:cNvPicPr preferRelativeResize="0"/>
          <p:nvPr/>
        </p:nvPicPr>
        <p:blipFill>
          <a:blip r:embed="rId4">
            <a:alphaModFix/>
          </a:blip>
          <a:stretch>
            <a:fillRect/>
          </a:stretch>
        </p:blipFill>
        <p:spPr>
          <a:xfrm>
            <a:off x="6669525" y="1175025"/>
            <a:ext cx="2474475" cy="3773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id="501" name="Google Shape;501;p67"/>
          <p:cNvPicPr preferRelativeResize="0"/>
          <p:nvPr/>
        </p:nvPicPr>
        <p:blipFill rotWithShape="1">
          <a:blip r:embed="rId3">
            <a:alphaModFix/>
          </a:blip>
          <a:srcRect b="0" l="0" r="0" t="0"/>
          <a:stretch/>
        </p:blipFill>
        <p:spPr>
          <a:xfrm>
            <a:off x="152400" y="361950"/>
            <a:ext cx="752400" cy="752400"/>
          </a:xfrm>
          <a:prstGeom prst="rect">
            <a:avLst/>
          </a:prstGeom>
          <a:noFill/>
          <a:ln>
            <a:noFill/>
          </a:ln>
        </p:spPr>
      </p:pic>
      <p:sp>
        <p:nvSpPr>
          <p:cNvPr id="502" name="Google Shape;502;p67"/>
          <p:cNvSpPr txBox="1"/>
          <p:nvPr/>
        </p:nvSpPr>
        <p:spPr>
          <a:xfrm>
            <a:off x="809625" y="0"/>
            <a:ext cx="4991100" cy="904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 sz="2800">
                <a:solidFill>
                  <a:srgbClr val="FFFFFF"/>
                </a:solidFill>
                <a:latin typeface="Outfit"/>
                <a:ea typeface="Outfit"/>
                <a:cs typeface="Outfit"/>
                <a:sym typeface="Outfit"/>
              </a:rPr>
              <a:t>Who , when , what action ?</a:t>
            </a:r>
            <a:endParaRPr b="1" sz="2800">
              <a:solidFill>
                <a:srgbClr val="FFFFFF"/>
              </a:solidFill>
              <a:latin typeface="Outfit"/>
              <a:ea typeface="Outfit"/>
              <a:cs typeface="Outfit"/>
              <a:sym typeface="Outfit"/>
            </a:endParaRPr>
          </a:p>
        </p:txBody>
      </p:sp>
      <p:cxnSp>
        <p:nvCxnSpPr>
          <p:cNvPr id="503" name="Google Shape;503;p67"/>
          <p:cNvCxnSpPr/>
          <p:nvPr/>
        </p:nvCxnSpPr>
        <p:spPr>
          <a:xfrm>
            <a:off x="123825" y="962025"/>
            <a:ext cx="4191000" cy="0"/>
          </a:xfrm>
          <a:prstGeom prst="straightConnector1">
            <a:avLst/>
          </a:prstGeom>
          <a:solidFill>
            <a:srgbClr val="FFFFFF"/>
          </a:solidFill>
          <a:ln cap="flat" cmpd="sng" w="9525">
            <a:solidFill>
              <a:srgbClr val="F9B233"/>
            </a:solidFill>
            <a:prstDash val="solid"/>
            <a:round/>
            <a:headEnd len="sm" w="sm" type="none"/>
            <a:tailEnd len="sm" w="sm" type="none"/>
          </a:ln>
        </p:spPr>
      </p:cxnSp>
      <p:pic>
        <p:nvPicPr>
          <p:cNvPr id="504" name="Google Shape;504;p67"/>
          <p:cNvPicPr preferRelativeResize="0"/>
          <p:nvPr/>
        </p:nvPicPr>
        <p:blipFill>
          <a:blip r:embed="rId4">
            <a:alphaModFix/>
          </a:blip>
          <a:stretch>
            <a:fillRect/>
          </a:stretch>
        </p:blipFill>
        <p:spPr>
          <a:xfrm>
            <a:off x="1057200" y="1057200"/>
            <a:ext cx="6989884" cy="3933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pic>
        <p:nvPicPr>
          <p:cNvPr id="509" name="Google Shape;509;p68"/>
          <p:cNvPicPr preferRelativeResize="0"/>
          <p:nvPr/>
        </p:nvPicPr>
        <p:blipFill rotWithShape="1">
          <a:blip r:embed="rId3">
            <a:alphaModFix/>
          </a:blip>
          <a:srcRect b="0" l="0" r="0" t="0"/>
          <a:stretch/>
        </p:blipFill>
        <p:spPr>
          <a:xfrm>
            <a:off x="154051" y="360750"/>
            <a:ext cx="755700" cy="755700"/>
          </a:xfrm>
          <a:prstGeom prst="rect">
            <a:avLst/>
          </a:prstGeom>
          <a:noFill/>
          <a:ln>
            <a:noFill/>
          </a:ln>
        </p:spPr>
      </p:pic>
      <p:sp>
        <p:nvSpPr>
          <p:cNvPr id="510" name="Google Shape;510;p68"/>
          <p:cNvSpPr txBox="1"/>
          <p:nvPr/>
        </p:nvSpPr>
        <p:spPr>
          <a:xfrm>
            <a:off x="866675" y="360750"/>
            <a:ext cx="60390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eBPF: Zero-Code Observability</a:t>
            </a:r>
            <a:endParaRPr b="0" sz="2800">
              <a:solidFill>
                <a:srgbClr val="FFFFFF"/>
              </a:solidFill>
              <a:latin typeface="Outfit ExtraBold"/>
              <a:ea typeface="Outfit ExtraBold"/>
              <a:cs typeface="Outfit ExtraBold"/>
              <a:sym typeface="Outfit ExtraBold"/>
            </a:endParaRPr>
          </a:p>
        </p:txBody>
      </p:sp>
      <p:cxnSp>
        <p:nvCxnSpPr>
          <p:cNvPr id="511" name="Google Shape;511;p68"/>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sp>
        <p:nvSpPr>
          <p:cNvPr id="512" name="Google Shape;512;p68"/>
          <p:cNvSpPr txBox="1"/>
          <p:nvPr/>
        </p:nvSpPr>
        <p:spPr>
          <a:xfrm>
            <a:off x="666750" y="1238250"/>
            <a:ext cx="7810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FFFFFF"/>
                </a:solidFill>
                <a:latin typeface="Outfit"/>
                <a:ea typeface="Outfit"/>
                <a:cs typeface="Outfit"/>
                <a:sym typeface="Outfit"/>
              </a:rPr>
              <a:t>Extended Berkeley Packet Filter (eBPF) allows running sandboxed programs in the Linux kernel without changing kernel source code or loading modules, powering seamless telemetry for OpenTelemetry.</a:t>
            </a:r>
            <a:endParaRPr b="0" sz="1203">
              <a:solidFill>
                <a:srgbClr val="FFFFFF"/>
              </a:solidFill>
              <a:latin typeface="Outfit"/>
              <a:ea typeface="Outfit"/>
              <a:cs typeface="Outfit"/>
              <a:sym typeface="Outfit"/>
            </a:endParaRPr>
          </a:p>
        </p:txBody>
      </p:sp>
      <p:grpSp>
        <p:nvGrpSpPr>
          <p:cNvPr id="513" name="Google Shape;513;p68"/>
          <p:cNvGrpSpPr/>
          <p:nvPr/>
        </p:nvGrpSpPr>
        <p:grpSpPr>
          <a:xfrm>
            <a:off x="666750" y="1905000"/>
            <a:ext cx="3714900" cy="2190900"/>
            <a:chOff x="0" y="0"/>
            <a:chExt cx="3714900" cy="2190900"/>
          </a:xfrm>
        </p:grpSpPr>
        <p:sp>
          <p:nvSpPr>
            <p:cNvPr id="514" name="Google Shape;514;p68"/>
            <p:cNvSpPr/>
            <p:nvPr/>
          </p:nvSpPr>
          <p:spPr>
            <a:xfrm>
              <a:off x="0" y="0"/>
              <a:ext cx="3714900" cy="2190900"/>
            </a:xfrm>
            <a:prstGeom prst="roundRect">
              <a:avLst>
                <a:gd fmla="val 4347"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68"/>
            <p:cNvSpPr/>
            <p:nvPr/>
          </p:nvSpPr>
          <p:spPr>
            <a:xfrm>
              <a:off x="0" y="0"/>
              <a:ext cx="3714900" cy="400200"/>
            </a:xfrm>
            <a:prstGeom prst="roundRect">
              <a:avLst>
                <a:gd fmla="val 23809"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68"/>
            <p:cNvSpPr txBox="1"/>
            <p:nvPr/>
          </p:nvSpPr>
          <p:spPr>
            <a:xfrm>
              <a:off x="190500" y="95250"/>
              <a:ext cx="3333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F9B233"/>
                  </a:solidFill>
                  <a:latin typeface="Outfit"/>
                  <a:ea typeface="Outfit"/>
                  <a:cs typeface="Outfit"/>
                  <a:sym typeface="Outfit"/>
                </a:rPr>
                <a:t>Key Benefits</a:t>
              </a:r>
              <a:endParaRPr b="1" sz="1600">
                <a:solidFill>
                  <a:srgbClr val="F9B233"/>
                </a:solidFill>
                <a:latin typeface="Outfit"/>
                <a:ea typeface="Outfit"/>
                <a:cs typeface="Outfit"/>
                <a:sym typeface="Outfit"/>
              </a:endParaRPr>
            </a:p>
          </p:txBody>
        </p:sp>
        <p:sp>
          <p:nvSpPr>
            <p:cNvPr id="517" name="Google Shape;517;p68"/>
            <p:cNvSpPr txBox="1"/>
            <p:nvPr/>
          </p:nvSpPr>
          <p:spPr>
            <a:xfrm>
              <a:off x="190500" y="523875"/>
              <a:ext cx="3333900" cy="157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 Zero Code Modification</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Instantly trace applications without rebuilding or re-deploying code.</a:t>
              </a:r>
              <a:endParaRPr b="1" sz="1203">
                <a:solidFill>
                  <a:srgbClr val="FFFFFF"/>
                </a:solidFill>
                <a:latin typeface="Outfit"/>
                <a:ea typeface="Outfit"/>
                <a:cs typeface="Outfit"/>
                <a:sym typeface="Outfit"/>
              </a:endParaRPr>
            </a:p>
            <a:p>
              <a:pPr indent="0" lvl="0" marL="0" rtl="0" algn="l">
                <a:spcBef>
                  <a:spcPts val="0"/>
                </a:spcBef>
                <a:spcAft>
                  <a:spcPts val="0"/>
                </a:spcAft>
                <a:buNone/>
              </a:pPr>
              <a:r>
                <a:rPr b="1" lang="en" sz="1203">
                  <a:solidFill>
                    <a:srgbClr val="FFFFFF"/>
                  </a:solidFill>
                  <a:latin typeface="Outfit"/>
                  <a:ea typeface="Outfit"/>
                  <a:cs typeface="Outfit"/>
                  <a:sym typeface="Outfit"/>
                </a:rPr>
                <a:t>🚀 Ultra-Low Overhead</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Executes directly in kernel space with minimal CPU/memory footprint.</a:t>
              </a:r>
              <a:endParaRPr b="1" sz="1203">
                <a:solidFill>
                  <a:srgbClr val="FFFFFF"/>
                </a:solidFill>
                <a:latin typeface="Outfit"/>
                <a:ea typeface="Outfit"/>
                <a:cs typeface="Outfit"/>
                <a:sym typeface="Outfit"/>
              </a:endParaRPr>
            </a:p>
            <a:p>
              <a:pPr indent="0" lvl="0" marL="0" rtl="0" algn="l">
                <a:spcBef>
                  <a:spcPts val="0"/>
                </a:spcBef>
                <a:spcAft>
                  <a:spcPts val="0"/>
                </a:spcAft>
                <a:buNone/>
              </a:pPr>
              <a:r>
                <a:rPr b="1" lang="en" sz="1203">
                  <a:solidFill>
                    <a:srgbClr val="FFFFFF"/>
                  </a:solidFill>
                  <a:latin typeface="Outfit"/>
                  <a:ea typeface="Outfit"/>
                  <a:cs typeface="Outfit"/>
                  <a:sym typeface="Outfit"/>
                </a:rPr>
                <a:t>🔒 Deep System Safety</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Verified by the kernel to ensure zero risk of crashing production servers.</a:t>
              </a:r>
              <a:endParaRPr b="1" sz="1203">
                <a:solidFill>
                  <a:srgbClr val="FFFFFF"/>
                </a:solidFill>
                <a:latin typeface="Outfit"/>
                <a:ea typeface="Outfit"/>
                <a:cs typeface="Outfit"/>
                <a:sym typeface="Outfit"/>
              </a:endParaRPr>
            </a:p>
          </p:txBody>
        </p:sp>
      </p:grpSp>
      <p:grpSp>
        <p:nvGrpSpPr>
          <p:cNvPr id="518" name="Google Shape;518;p68"/>
          <p:cNvGrpSpPr/>
          <p:nvPr/>
        </p:nvGrpSpPr>
        <p:grpSpPr>
          <a:xfrm>
            <a:off x="4762500" y="1905000"/>
            <a:ext cx="3714900" cy="2190900"/>
            <a:chOff x="0" y="0"/>
            <a:chExt cx="3714900" cy="2190900"/>
          </a:xfrm>
        </p:grpSpPr>
        <p:sp>
          <p:nvSpPr>
            <p:cNvPr id="519" name="Google Shape;519;p68"/>
            <p:cNvSpPr/>
            <p:nvPr/>
          </p:nvSpPr>
          <p:spPr>
            <a:xfrm>
              <a:off x="0" y="0"/>
              <a:ext cx="3714900" cy="2190900"/>
            </a:xfrm>
            <a:prstGeom prst="roundRect">
              <a:avLst>
                <a:gd fmla="val 4347"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68"/>
            <p:cNvSpPr/>
            <p:nvPr/>
          </p:nvSpPr>
          <p:spPr>
            <a:xfrm>
              <a:off x="0" y="0"/>
              <a:ext cx="3714900" cy="400200"/>
            </a:xfrm>
            <a:prstGeom prst="roundRect">
              <a:avLst>
                <a:gd fmla="val 23809"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68"/>
            <p:cNvSpPr txBox="1"/>
            <p:nvPr/>
          </p:nvSpPr>
          <p:spPr>
            <a:xfrm>
              <a:off x="190500" y="95250"/>
              <a:ext cx="3333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38BDF8"/>
                  </a:solidFill>
                  <a:latin typeface="Outfit"/>
                  <a:ea typeface="Outfit"/>
                  <a:cs typeface="Outfit"/>
                  <a:sym typeface="Outfit"/>
                </a:rPr>
                <a:t>OpenTelemetry Use Cases</a:t>
              </a:r>
              <a:endParaRPr b="1" sz="1600">
                <a:solidFill>
                  <a:srgbClr val="38BDF8"/>
                </a:solidFill>
                <a:latin typeface="Outfit"/>
                <a:ea typeface="Outfit"/>
                <a:cs typeface="Outfit"/>
                <a:sym typeface="Outfit"/>
              </a:endParaRPr>
            </a:p>
          </p:txBody>
        </p:sp>
        <p:sp>
          <p:nvSpPr>
            <p:cNvPr id="522" name="Google Shape;522;p68"/>
            <p:cNvSpPr txBox="1"/>
            <p:nvPr/>
          </p:nvSpPr>
          <p:spPr>
            <a:xfrm>
              <a:off x="190500" y="523875"/>
              <a:ext cx="3333900" cy="157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FFFFFF"/>
                  </a:solidFill>
                  <a:latin typeface="Outfit"/>
                  <a:ea typeface="Outfit"/>
                  <a:cs typeface="Outfit"/>
                  <a:sym typeface="Outfit"/>
                </a:rPr>
                <a:t>🌐 Auto-Instrumentation</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Capture HTTP, gRPC, and database calls automatically across services.</a:t>
              </a:r>
              <a:endParaRPr b="1" sz="1203">
                <a:solidFill>
                  <a:srgbClr val="FFFFFF"/>
                </a:solidFill>
                <a:latin typeface="Outfit"/>
                <a:ea typeface="Outfit"/>
                <a:cs typeface="Outfit"/>
                <a:sym typeface="Outfit"/>
              </a:endParaRPr>
            </a:p>
            <a:p>
              <a:pPr indent="0" lvl="0" marL="0" rtl="0" algn="l">
                <a:spcBef>
                  <a:spcPts val="0"/>
                </a:spcBef>
                <a:spcAft>
                  <a:spcPts val="0"/>
                </a:spcAft>
                <a:buNone/>
              </a:pPr>
              <a:r>
                <a:rPr b="1" lang="en" sz="1203">
                  <a:solidFill>
                    <a:srgbClr val="FFFFFF"/>
                  </a:solidFill>
                  <a:latin typeface="Outfit"/>
                  <a:ea typeface="Outfit"/>
                  <a:cs typeface="Outfit"/>
                  <a:sym typeface="Outfit"/>
                </a:rPr>
                <a:t>📡 Network &amp; Security Metrics</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Track TCP connections, packet loss, latency, and socket events effortlessly.</a:t>
              </a:r>
              <a:endParaRPr b="1" sz="1203">
                <a:solidFill>
                  <a:srgbClr val="FFFFFF"/>
                </a:solidFill>
                <a:latin typeface="Outfit"/>
                <a:ea typeface="Outfit"/>
                <a:cs typeface="Outfit"/>
                <a:sym typeface="Outfit"/>
              </a:endParaRPr>
            </a:p>
            <a:p>
              <a:pPr indent="0" lvl="0" marL="0" rtl="0" algn="l">
                <a:spcBef>
                  <a:spcPts val="0"/>
                </a:spcBef>
                <a:spcAft>
                  <a:spcPts val="0"/>
                </a:spcAft>
                <a:buNone/>
              </a:pPr>
              <a:r>
                <a:rPr b="1" lang="en" sz="1203">
                  <a:solidFill>
                    <a:srgbClr val="FFFFFF"/>
                  </a:solidFill>
                  <a:latin typeface="Outfit"/>
                  <a:ea typeface="Outfit"/>
                  <a:cs typeface="Outfit"/>
                  <a:sym typeface="Outfit"/>
                </a:rPr>
                <a:t>🐧 Legacy &amp; Multi-Lang Coverage</a:t>
              </a:r>
              <a:br>
                <a:rPr b="1" lang="en" sz="1203">
                  <a:solidFill>
                    <a:srgbClr val="FFFFFF"/>
                  </a:solidFill>
                  <a:latin typeface="Outfit"/>
                  <a:ea typeface="Outfit"/>
                  <a:cs typeface="Outfit"/>
                  <a:sym typeface="Outfit"/>
                </a:rPr>
              </a:br>
              <a:r>
                <a:rPr b="0" lang="en" sz="1018">
                  <a:solidFill>
                    <a:srgbClr val="CBD5E1"/>
                  </a:solidFill>
                  <a:latin typeface="Outfit"/>
                  <a:ea typeface="Outfit"/>
                  <a:cs typeface="Outfit"/>
                  <a:sym typeface="Outfit"/>
                </a:rPr>
                <a:t>Monitor polyglot apps and legacy binaries that lack native SDKs.</a:t>
              </a:r>
              <a:endParaRPr b="1" sz="1203">
                <a:solidFill>
                  <a:srgbClr val="FFFFFF"/>
                </a:solidFill>
                <a:latin typeface="Outfit"/>
                <a:ea typeface="Outfit"/>
                <a:cs typeface="Outfit"/>
                <a:sym typeface="Outfi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69"/>
          <p:cNvPicPr preferRelativeResize="0"/>
          <p:nvPr/>
        </p:nvPicPr>
        <p:blipFill rotWithShape="1">
          <a:blip r:embed="rId3">
            <a:alphaModFix/>
          </a:blip>
          <a:srcRect b="0" l="0" r="0" t="0"/>
          <a:stretch/>
        </p:blipFill>
        <p:spPr>
          <a:xfrm>
            <a:off x="154051" y="360750"/>
            <a:ext cx="755700" cy="755700"/>
          </a:xfrm>
          <a:prstGeom prst="rect">
            <a:avLst/>
          </a:prstGeom>
          <a:noFill/>
          <a:ln>
            <a:noFill/>
          </a:ln>
        </p:spPr>
      </p:pic>
      <p:sp>
        <p:nvSpPr>
          <p:cNvPr id="528" name="Google Shape;528;p69"/>
          <p:cNvSpPr txBox="1"/>
          <p:nvPr/>
        </p:nvSpPr>
        <p:spPr>
          <a:xfrm>
            <a:off x="866675" y="360750"/>
            <a:ext cx="60390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eBPF: Zero-Code Observability</a:t>
            </a:r>
            <a:endParaRPr b="0" sz="2800">
              <a:solidFill>
                <a:srgbClr val="FFFFFF"/>
              </a:solidFill>
              <a:latin typeface="Outfit ExtraBold"/>
              <a:ea typeface="Outfit ExtraBold"/>
              <a:cs typeface="Outfit ExtraBold"/>
              <a:sym typeface="Outfit ExtraBold"/>
            </a:endParaRPr>
          </a:p>
        </p:txBody>
      </p:sp>
      <p:cxnSp>
        <p:nvCxnSpPr>
          <p:cNvPr id="529" name="Google Shape;529;p69"/>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pic>
        <p:nvPicPr>
          <p:cNvPr id="530" name="Google Shape;530;p69"/>
          <p:cNvPicPr preferRelativeResize="0"/>
          <p:nvPr/>
        </p:nvPicPr>
        <p:blipFill>
          <a:blip r:embed="rId4">
            <a:alphaModFix/>
          </a:blip>
          <a:stretch>
            <a:fillRect/>
          </a:stretch>
        </p:blipFill>
        <p:spPr>
          <a:xfrm>
            <a:off x="6242301" y="872175"/>
            <a:ext cx="2778751" cy="3906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70"/>
          <p:cNvPicPr preferRelativeResize="0"/>
          <p:nvPr/>
        </p:nvPicPr>
        <p:blipFill rotWithShape="1">
          <a:blip r:embed="rId3">
            <a:alphaModFix/>
          </a:blip>
          <a:srcRect b="0" l="0" r="0" t="0"/>
          <a:stretch/>
        </p:blipFill>
        <p:spPr>
          <a:xfrm>
            <a:off x="152400" y="361950"/>
            <a:ext cx="755400" cy="755400"/>
          </a:xfrm>
          <a:prstGeom prst="roundRect">
            <a:avLst>
              <a:gd fmla="val 12610" name="adj"/>
            </a:avLst>
          </a:prstGeom>
          <a:noFill/>
          <a:ln>
            <a:noFill/>
          </a:ln>
        </p:spPr>
      </p:pic>
      <p:sp>
        <p:nvSpPr>
          <p:cNvPr id="536" name="Google Shape;536;p70"/>
          <p:cNvSpPr txBox="1"/>
          <p:nvPr/>
        </p:nvSpPr>
        <p:spPr>
          <a:xfrm>
            <a:off x="857250" y="361950"/>
            <a:ext cx="6039000" cy="571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eBPF: Zero-Code Observability</a:t>
            </a:r>
            <a:endParaRPr b="0" sz="2800">
              <a:solidFill>
                <a:srgbClr val="FFFFFF"/>
              </a:solidFill>
              <a:latin typeface="Outfit ExtraBold"/>
              <a:ea typeface="Outfit ExtraBold"/>
              <a:cs typeface="Outfit ExtraBold"/>
              <a:sym typeface="Outfit ExtraBold"/>
            </a:endParaRPr>
          </a:p>
        </p:txBody>
      </p:sp>
      <p:cxnSp>
        <p:nvCxnSpPr>
          <p:cNvPr id="537" name="Google Shape;537;p70"/>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sp>
        <p:nvSpPr>
          <p:cNvPr id="538" name="Google Shape;538;p70"/>
          <p:cNvSpPr txBox="1"/>
          <p:nvPr/>
        </p:nvSpPr>
        <p:spPr>
          <a:xfrm>
            <a:off x="666750" y="1238250"/>
            <a:ext cx="7810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CBD5E1"/>
                </a:solidFill>
                <a:latin typeface="Outfit"/>
                <a:ea typeface="Outfit"/>
                <a:cs typeface="Outfit"/>
                <a:sym typeface="Outfit"/>
              </a:rPr>
              <a:t>By executing sandboxed bytecode directly inside the Linux Kernel, eBPF captures events at the system level without modifying application source code.</a:t>
            </a:r>
            <a:endParaRPr b="0" sz="1200">
              <a:solidFill>
                <a:srgbClr val="CBD5E1"/>
              </a:solidFill>
              <a:latin typeface="Outfit"/>
              <a:ea typeface="Outfit"/>
              <a:cs typeface="Outfit"/>
              <a:sym typeface="Outfit"/>
            </a:endParaRPr>
          </a:p>
        </p:txBody>
      </p:sp>
      <p:grpSp>
        <p:nvGrpSpPr>
          <p:cNvPr id="539" name="Google Shape;539;p70"/>
          <p:cNvGrpSpPr/>
          <p:nvPr/>
        </p:nvGrpSpPr>
        <p:grpSpPr>
          <a:xfrm>
            <a:off x="581525" y="1820375"/>
            <a:ext cx="3714900" cy="3000300"/>
            <a:chOff x="0" y="0"/>
            <a:chExt cx="3714900" cy="3000300"/>
          </a:xfrm>
        </p:grpSpPr>
        <p:sp>
          <p:nvSpPr>
            <p:cNvPr id="540" name="Google Shape;540;p70"/>
            <p:cNvSpPr/>
            <p:nvPr/>
          </p:nvSpPr>
          <p:spPr>
            <a:xfrm>
              <a:off x="0" y="0"/>
              <a:ext cx="3714900" cy="3000300"/>
            </a:xfrm>
            <a:prstGeom prst="roundRect">
              <a:avLst>
                <a:gd fmla="val 3174"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70"/>
            <p:cNvSpPr/>
            <p:nvPr/>
          </p:nvSpPr>
          <p:spPr>
            <a:xfrm>
              <a:off x="0" y="0"/>
              <a:ext cx="3714900" cy="400200"/>
            </a:xfrm>
            <a:prstGeom prst="roundRect">
              <a:avLst>
                <a:gd fmla="val 23809"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70"/>
            <p:cNvSpPr txBox="1"/>
            <p:nvPr/>
          </p:nvSpPr>
          <p:spPr>
            <a:xfrm>
              <a:off x="190500" y="76200"/>
              <a:ext cx="33339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38BDF8"/>
                  </a:solidFill>
                  <a:latin typeface="Outfit"/>
                  <a:ea typeface="Outfit"/>
                  <a:cs typeface="Outfit"/>
                  <a:sym typeface="Outfit"/>
                </a:rPr>
                <a:t>Key Benefits of Direct Kernel Access</a:t>
              </a:r>
              <a:endParaRPr b="1" sz="1500">
                <a:solidFill>
                  <a:srgbClr val="38BDF8"/>
                </a:solidFill>
                <a:latin typeface="Outfit"/>
                <a:ea typeface="Outfit"/>
                <a:cs typeface="Outfit"/>
                <a:sym typeface="Outfit"/>
              </a:endParaRPr>
            </a:p>
          </p:txBody>
        </p:sp>
        <p:grpSp>
          <p:nvGrpSpPr>
            <p:cNvPr id="543" name="Google Shape;543;p70"/>
            <p:cNvGrpSpPr/>
            <p:nvPr/>
          </p:nvGrpSpPr>
          <p:grpSpPr>
            <a:xfrm>
              <a:off x="190500" y="523875"/>
              <a:ext cx="3333900" cy="2333700"/>
              <a:chOff x="0" y="0"/>
              <a:chExt cx="3333900" cy="2333700"/>
            </a:xfrm>
          </p:grpSpPr>
          <p:sp>
            <p:nvSpPr>
              <p:cNvPr id="544" name="Google Shape;544;p70"/>
              <p:cNvSpPr txBox="1"/>
              <p:nvPr/>
            </p:nvSpPr>
            <p:spPr>
              <a:xfrm>
                <a:off x="0" y="0"/>
                <a:ext cx="33339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35">
                    <a:solidFill>
                      <a:srgbClr val="FFFFFF"/>
                    </a:solidFill>
                    <a:latin typeface="Outfit"/>
                    <a:ea typeface="Outfit"/>
                    <a:cs typeface="Outfit"/>
                    <a:sym typeface="Outfit"/>
                  </a:rPr>
                  <a:t>⚡ Zero Code &amp; Zero Restart Instrumentation</a:t>
                </a:r>
                <a:endParaRPr b="1" sz="935">
                  <a:solidFill>
                    <a:srgbClr val="FFFFFF"/>
                  </a:solidFill>
                  <a:latin typeface="Outfit"/>
                  <a:ea typeface="Outfit"/>
                  <a:cs typeface="Outfit"/>
                  <a:sym typeface="Outfit"/>
                </a:endParaRPr>
              </a:p>
              <a:p>
                <a:pPr indent="0" lvl="0" marL="0" rtl="0" algn="l">
                  <a:spcBef>
                    <a:spcPts val="300"/>
                  </a:spcBef>
                  <a:spcAft>
                    <a:spcPts val="0"/>
                  </a:spcAft>
                  <a:buNone/>
                </a:pPr>
                <a:r>
                  <a:rPr b="0" lang="en" sz="808">
                    <a:solidFill>
                      <a:srgbClr val="94A3B8"/>
                    </a:solidFill>
                    <a:latin typeface="Outfit"/>
                    <a:ea typeface="Outfit"/>
                    <a:cs typeface="Outfit"/>
                    <a:sym typeface="Outfit"/>
                  </a:rPr>
                  <a:t>No app modifications, SDK imports, or service restarts required. Captures traffic system-wide instantly across all languages.</a:t>
                </a:r>
                <a:endParaRPr b="0" sz="808">
                  <a:solidFill>
                    <a:srgbClr val="94A3B8"/>
                  </a:solidFill>
                  <a:latin typeface="Outfit"/>
                  <a:ea typeface="Outfit"/>
                  <a:cs typeface="Outfit"/>
                  <a:sym typeface="Outfit"/>
                </a:endParaRPr>
              </a:p>
            </p:txBody>
          </p:sp>
          <p:sp>
            <p:nvSpPr>
              <p:cNvPr id="545" name="Google Shape;545;p70"/>
              <p:cNvSpPr txBox="1"/>
              <p:nvPr/>
            </p:nvSpPr>
            <p:spPr>
              <a:xfrm>
                <a:off x="0" y="762000"/>
                <a:ext cx="33339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35">
                    <a:solidFill>
                      <a:srgbClr val="FFFFFF"/>
                    </a:solidFill>
                    <a:latin typeface="Outfit"/>
                    <a:ea typeface="Outfit"/>
                    <a:cs typeface="Outfit"/>
                    <a:sym typeface="Outfit"/>
                  </a:rPr>
                  <a:t>🚀 Native Engine Speed &amp; Low Overhead</a:t>
                </a:r>
                <a:endParaRPr b="1" sz="935">
                  <a:solidFill>
                    <a:srgbClr val="FFFFFF"/>
                  </a:solidFill>
                  <a:latin typeface="Outfit"/>
                  <a:ea typeface="Outfit"/>
                  <a:cs typeface="Outfit"/>
                  <a:sym typeface="Outfit"/>
                </a:endParaRPr>
              </a:p>
              <a:p>
                <a:pPr indent="0" lvl="0" marL="0" rtl="0" algn="l">
                  <a:spcBef>
                    <a:spcPts val="300"/>
                  </a:spcBef>
                  <a:spcAft>
                    <a:spcPts val="0"/>
                  </a:spcAft>
                  <a:buNone/>
                </a:pPr>
                <a:r>
                  <a:rPr b="0" lang="en" sz="808">
                    <a:solidFill>
                      <a:srgbClr val="94A3B8"/>
                    </a:solidFill>
                    <a:latin typeface="Outfit"/>
                    <a:ea typeface="Outfit"/>
                    <a:cs typeface="Outfit"/>
                    <a:sym typeface="Outfit"/>
                  </a:rPr>
                  <a:t>Runs as native machine code inside kernel space. Avoids costly user-to-kernel context switches and packet copying overhead.</a:t>
                </a:r>
                <a:endParaRPr b="0" sz="808">
                  <a:solidFill>
                    <a:srgbClr val="94A3B8"/>
                  </a:solidFill>
                  <a:latin typeface="Outfit"/>
                  <a:ea typeface="Outfit"/>
                  <a:cs typeface="Outfit"/>
                  <a:sym typeface="Outfit"/>
                </a:endParaRPr>
              </a:p>
            </p:txBody>
          </p:sp>
          <p:sp>
            <p:nvSpPr>
              <p:cNvPr id="546" name="Google Shape;546;p70"/>
              <p:cNvSpPr txBox="1"/>
              <p:nvPr/>
            </p:nvSpPr>
            <p:spPr>
              <a:xfrm>
                <a:off x="0" y="1524000"/>
                <a:ext cx="3333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35">
                    <a:solidFill>
                      <a:srgbClr val="FFFFFF"/>
                    </a:solidFill>
                    <a:latin typeface="Outfit"/>
                    <a:ea typeface="Outfit"/>
                    <a:cs typeface="Outfit"/>
                    <a:sym typeface="Outfit"/>
                  </a:rPr>
                  <a:t>🛡️ Total Observability &amp; System Safety</a:t>
                </a:r>
                <a:endParaRPr b="1" sz="935">
                  <a:solidFill>
                    <a:srgbClr val="FFFFFF"/>
                  </a:solidFill>
                  <a:latin typeface="Outfit"/>
                  <a:ea typeface="Outfit"/>
                  <a:cs typeface="Outfit"/>
                  <a:sym typeface="Outfit"/>
                </a:endParaRPr>
              </a:p>
              <a:p>
                <a:pPr indent="0" lvl="0" marL="0" rtl="0" algn="l">
                  <a:spcBef>
                    <a:spcPts val="300"/>
                  </a:spcBef>
                  <a:spcAft>
                    <a:spcPts val="0"/>
                  </a:spcAft>
                  <a:buNone/>
                </a:pPr>
                <a:r>
                  <a:rPr b="0" lang="en" sz="808">
                    <a:solidFill>
                      <a:srgbClr val="94A3B8"/>
                    </a:solidFill>
                    <a:latin typeface="Outfit"/>
                    <a:ea typeface="Outfit"/>
                    <a:cs typeface="Outfit"/>
                    <a:sym typeface="Outfit"/>
                  </a:rPr>
                  <a:t>Inspects system calls, network sockets, and container boundaries with 100% visibility. Strictly verifier-checked to guarantee non-crashing execution.</a:t>
                </a:r>
                <a:endParaRPr b="0" sz="808">
                  <a:solidFill>
                    <a:srgbClr val="94A3B8"/>
                  </a:solidFill>
                  <a:latin typeface="Outfit"/>
                  <a:ea typeface="Outfit"/>
                  <a:cs typeface="Outfit"/>
                  <a:sym typeface="Outfit"/>
                </a:endParaRPr>
              </a:p>
            </p:txBody>
          </p:sp>
        </p:grpSp>
      </p:grpSp>
      <p:pic>
        <p:nvPicPr>
          <p:cNvPr id="547" name="Google Shape;547;p70"/>
          <p:cNvPicPr preferRelativeResize="0"/>
          <p:nvPr/>
        </p:nvPicPr>
        <p:blipFill>
          <a:blip r:embed="rId4">
            <a:alphaModFix/>
          </a:blip>
          <a:stretch>
            <a:fillRect/>
          </a:stretch>
        </p:blipFill>
        <p:spPr>
          <a:xfrm>
            <a:off x="5281000" y="1710800"/>
            <a:ext cx="2290072" cy="32194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1"/>
          <p:cNvSpPr txBox="1"/>
          <p:nvPr>
            <p:ph type="title"/>
          </p:nvPr>
        </p:nvSpPr>
        <p:spPr>
          <a:xfrm>
            <a:off x="13925" y="452825"/>
            <a:ext cx="4992600" cy="903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 sz="2800"/>
              <a:t>What if ?</a:t>
            </a:r>
            <a:endParaRPr sz="2800"/>
          </a:p>
          <a:p>
            <a:pPr indent="0" lvl="0" marL="0" rtl="0" algn="l">
              <a:lnSpc>
                <a:spcPct val="100000"/>
              </a:lnSpc>
              <a:spcBef>
                <a:spcPts val="0"/>
              </a:spcBef>
              <a:spcAft>
                <a:spcPts val="0"/>
              </a:spcAft>
              <a:buSzPct val="111111"/>
              <a:buNone/>
            </a:pPr>
            <a:r>
              <a:t/>
            </a:r>
            <a:endParaRPr/>
          </a:p>
        </p:txBody>
      </p:sp>
      <p:cxnSp>
        <p:nvCxnSpPr>
          <p:cNvPr id="553" name="Google Shape;553;p71"/>
          <p:cNvCxnSpPr/>
          <p:nvPr/>
        </p:nvCxnSpPr>
        <p:spPr>
          <a:xfrm>
            <a:off x="123247" y="958542"/>
            <a:ext cx="4194300" cy="1800"/>
          </a:xfrm>
          <a:prstGeom prst="straightConnector1">
            <a:avLst/>
          </a:prstGeom>
          <a:noFill/>
          <a:ln cap="flat" cmpd="sng" w="16375">
            <a:solidFill>
              <a:schemeClr val="accent4"/>
            </a:solidFill>
            <a:prstDash val="solid"/>
            <a:round/>
            <a:headEnd len="sm" w="sm" type="none"/>
            <a:tailEnd len="sm" w="sm" type="none"/>
          </a:ln>
        </p:spPr>
      </p:cxnSp>
      <p:sp>
        <p:nvSpPr>
          <p:cNvPr id="554" name="Google Shape;554;p71"/>
          <p:cNvSpPr txBox="1"/>
          <p:nvPr/>
        </p:nvSpPr>
        <p:spPr>
          <a:xfrm>
            <a:off x="13925" y="1280400"/>
            <a:ext cx="7424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lang="en" sz="1500">
                <a:solidFill>
                  <a:schemeClr val="lt1"/>
                </a:solidFill>
                <a:latin typeface="Outfit"/>
                <a:ea typeface="Outfit"/>
                <a:cs typeface="Outfit"/>
                <a:sym typeface="Outfit"/>
              </a:rPr>
              <a:t>What if we want to move from these technologies to another</a:t>
            </a:r>
            <a:endParaRPr b="0" i="0" spc="0" sz="1100" u="none" cap="none" strike="noStrike">
              <a:solidFill>
                <a:schemeClr val="lt1"/>
              </a:solidFill>
              <a:latin typeface="Outfit"/>
              <a:ea typeface="Outfit"/>
              <a:cs typeface="Outfit"/>
              <a:sym typeface="Outfit"/>
            </a:endParaRPr>
          </a:p>
        </p:txBody>
      </p:sp>
      <p:pic>
        <p:nvPicPr>
          <p:cNvPr id="555" name="Google Shape;555;p71"/>
          <p:cNvPicPr preferRelativeResize="0"/>
          <p:nvPr/>
        </p:nvPicPr>
        <p:blipFill>
          <a:blip r:embed="rId3">
            <a:alphaModFix/>
          </a:blip>
          <a:stretch>
            <a:fillRect/>
          </a:stretch>
        </p:blipFill>
        <p:spPr>
          <a:xfrm>
            <a:off x="344825" y="1985600"/>
            <a:ext cx="2003400" cy="1001700"/>
          </a:xfrm>
          <a:prstGeom prst="roundRect">
            <a:avLst>
              <a:gd fmla="val 16667" name="adj"/>
            </a:avLst>
          </a:prstGeom>
          <a:noFill/>
          <a:ln cap="flat" cmpd="sng" w="7350">
            <a:solidFill>
              <a:schemeClr val="accent4"/>
            </a:solidFill>
            <a:prstDash val="solid"/>
            <a:round/>
            <a:headEnd len="sm" w="sm" type="none"/>
            <a:tailEnd len="sm" w="sm" type="none"/>
          </a:ln>
        </p:spPr>
      </p:pic>
      <p:pic>
        <p:nvPicPr>
          <p:cNvPr id="556" name="Google Shape;556;p71"/>
          <p:cNvPicPr preferRelativeResize="0"/>
          <p:nvPr/>
        </p:nvPicPr>
        <p:blipFill>
          <a:blip r:embed="rId4">
            <a:alphaModFix/>
          </a:blip>
          <a:stretch>
            <a:fillRect/>
          </a:stretch>
        </p:blipFill>
        <p:spPr>
          <a:xfrm>
            <a:off x="3882381" y="2003903"/>
            <a:ext cx="2003400" cy="1001700"/>
          </a:xfrm>
          <a:prstGeom prst="roundRect">
            <a:avLst>
              <a:gd fmla="val 16667" name="adj"/>
            </a:avLst>
          </a:prstGeom>
          <a:noFill/>
          <a:ln cap="flat" cmpd="sng" w="7350">
            <a:solidFill>
              <a:schemeClr val="accent4"/>
            </a:solidFill>
            <a:prstDash val="solid"/>
            <a:round/>
            <a:headEnd len="sm" w="sm" type="none"/>
            <a:tailEnd len="sm" w="sm" type="none"/>
          </a:ln>
        </p:spPr>
      </p:pic>
      <p:sp>
        <p:nvSpPr>
          <p:cNvPr id="557" name="Google Shape;557;p71"/>
          <p:cNvSpPr/>
          <p:nvPr/>
        </p:nvSpPr>
        <p:spPr>
          <a:xfrm>
            <a:off x="2554601" y="2326400"/>
            <a:ext cx="1121400" cy="320100"/>
          </a:xfrm>
          <a:prstGeom prst="rightArrow">
            <a:avLst>
              <a:gd fmla="val 50000" name="adj1"/>
              <a:gd fmla="val 50000" name="adj2"/>
            </a:avLst>
          </a:prstGeom>
          <a:solidFill>
            <a:schemeClr val="lt2"/>
          </a:solidFill>
          <a:ln cap="flat" cmpd="sng" w="7350">
            <a:solidFill>
              <a:srgbClr val="F7941D"/>
            </a:solidFill>
            <a:prstDash val="solid"/>
            <a:round/>
            <a:headEnd len="sm" w="sm" type="none"/>
            <a:tailEnd len="sm" w="sm" type="none"/>
          </a:ln>
        </p:spPr>
        <p:txBody>
          <a:bodyPr anchorCtr="0" anchor="ctr" bIns="70425" lIns="70425" spcFirstLastPara="1" rIns="70425" wrap="square" tIns="70425">
            <a:noAutofit/>
          </a:bodyPr>
          <a:lstStyle/>
          <a:p>
            <a:pPr indent="0" lvl="0" marL="0" rtl="0" algn="ctr">
              <a:spcBef>
                <a:spcPts val="0"/>
              </a:spcBef>
              <a:spcAft>
                <a:spcPts val="0"/>
              </a:spcAft>
              <a:buNone/>
            </a:pPr>
            <a:r>
              <a:t/>
            </a:r>
            <a:endParaRPr sz="1078">
              <a:latin typeface="Outfit Medium"/>
              <a:ea typeface="Outfit Medium"/>
              <a:cs typeface="Outfit Medium"/>
              <a:sym typeface="Outfit Medium"/>
            </a:endParaRPr>
          </a:p>
        </p:txBody>
      </p:sp>
      <p:pic>
        <p:nvPicPr>
          <p:cNvPr id="558" name="Google Shape;558;p71"/>
          <p:cNvPicPr preferRelativeResize="0"/>
          <p:nvPr/>
        </p:nvPicPr>
        <p:blipFill>
          <a:blip r:embed="rId5">
            <a:alphaModFix/>
          </a:blip>
          <a:stretch>
            <a:fillRect/>
          </a:stretch>
        </p:blipFill>
        <p:spPr>
          <a:xfrm>
            <a:off x="240325" y="3276998"/>
            <a:ext cx="2151900" cy="688500"/>
          </a:xfrm>
          <a:prstGeom prst="roundRect">
            <a:avLst>
              <a:gd fmla="val 16667" name="adj"/>
            </a:avLst>
          </a:prstGeom>
          <a:noFill/>
          <a:ln cap="flat" cmpd="sng" w="9525">
            <a:solidFill>
              <a:srgbClr val="F7941D"/>
            </a:solidFill>
            <a:prstDash val="solid"/>
            <a:round/>
            <a:headEnd len="sm" w="sm" type="none"/>
            <a:tailEnd len="sm" w="sm" type="none"/>
          </a:ln>
        </p:spPr>
      </p:pic>
      <p:pic>
        <p:nvPicPr>
          <p:cNvPr id="559" name="Google Shape;559;p71"/>
          <p:cNvPicPr preferRelativeResize="0"/>
          <p:nvPr/>
        </p:nvPicPr>
        <p:blipFill rotWithShape="1">
          <a:blip r:embed="rId6">
            <a:alphaModFix/>
          </a:blip>
          <a:srcRect b="18890" l="0" r="2657" t="24587"/>
          <a:stretch/>
        </p:blipFill>
        <p:spPr>
          <a:xfrm>
            <a:off x="3843325" y="3218375"/>
            <a:ext cx="2003400" cy="872400"/>
          </a:xfrm>
          <a:prstGeom prst="roundRect">
            <a:avLst>
              <a:gd fmla="val 16667" name="adj"/>
            </a:avLst>
          </a:prstGeom>
          <a:noFill/>
          <a:ln cap="flat" cmpd="sng" w="9525">
            <a:solidFill>
              <a:schemeClr val="accent4"/>
            </a:solidFill>
            <a:prstDash val="solid"/>
            <a:round/>
            <a:headEnd len="sm" w="sm" type="none"/>
            <a:tailEnd len="sm" w="sm" type="none"/>
          </a:ln>
        </p:spPr>
      </p:pic>
      <p:sp>
        <p:nvSpPr>
          <p:cNvPr id="560" name="Google Shape;560;p71"/>
          <p:cNvSpPr/>
          <p:nvPr/>
        </p:nvSpPr>
        <p:spPr>
          <a:xfrm>
            <a:off x="2590051" y="3461200"/>
            <a:ext cx="1121400" cy="320100"/>
          </a:xfrm>
          <a:prstGeom prst="rightArrow">
            <a:avLst>
              <a:gd fmla="val 50000" name="adj1"/>
              <a:gd fmla="val 50000" name="adj2"/>
            </a:avLst>
          </a:prstGeom>
          <a:solidFill>
            <a:schemeClr val="lt2"/>
          </a:solidFill>
          <a:ln cap="flat" cmpd="sng" w="7350">
            <a:solidFill>
              <a:srgbClr val="F7941D"/>
            </a:solidFill>
            <a:prstDash val="solid"/>
            <a:round/>
            <a:headEnd len="sm" w="sm" type="none"/>
            <a:tailEnd len="sm" w="sm" type="none"/>
          </a:ln>
        </p:spPr>
        <p:txBody>
          <a:bodyPr anchorCtr="0" anchor="ctr" bIns="70425" lIns="70425" spcFirstLastPara="1" rIns="70425" wrap="square" tIns="70425">
            <a:noAutofit/>
          </a:bodyPr>
          <a:lstStyle/>
          <a:p>
            <a:pPr indent="0" lvl="0" marL="0" rtl="0" algn="ctr">
              <a:spcBef>
                <a:spcPts val="0"/>
              </a:spcBef>
              <a:spcAft>
                <a:spcPts val="0"/>
              </a:spcAft>
              <a:buNone/>
            </a:pPr>
            <a:r>
              <a:t/>
            </a:r>
            <a:endParaRPr sz="1078">
              <a:latin typeface="Outfit Medium"/>
              <a:ea typeface="Outfit Medium"/>
              <a:cs typeface="Outfit Medium"/>
              <a:sym typeface="Outfi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2"/>
          <p:cNvSpPr txBox="1"/>
          <p:nvPr>
            <p:ph type="title"/>
          </p:nvPr>
        </p:nvSpPr>
        <p:spPr>
          <a:xfrm>
            <a:off x="866675" y="360750"/>
            <a:ext cx="69366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What is Open Telemetry?</a:t>
            </a:r>
            <a:endParaRPr sz="2800"/>
          </a:p>
        </p:txBody>
      </p:sp>
      <p:cxnSp>
        <p:nvCxnSpPr>
          <p:cNvPr id="566" name="Google Shape;566;p72"/>
          <p:cNvCxnSpPr/>
          <p:nvPr/>
        </p:nvCxnSpPr>
        <p:spPr>
          <a:xfrm flipH="1" rot="10800000">
            <a:off x="981800" y="1099175"/>
            <a:ext cx="4799100" cy="7200"/>
          </a:xfrm>
          <a:prstGeom prst="straightConnector1">
            <a:avLst/>
          </a:prstGeom>
          <a:noFill/>
          <a:ln cap="flat" cmpd="sng" w="9525">
            <a:solidFill>
              <a:srgbClr val="F9B233"/>
            </a:solidFill>
            <a:prstDash val="solid"/>
            <a:round/>
            <a:headEnd len="sm" w="sm" type="none"/>
            <a:tailEnd len="sm" w="sm" type="none"/>
          </a:ln>
        </p:spPr>
      </p:cxnSp>
      <p:sp>
        <p:nvSpPr>
          <p:cNvPr id="567" name="Google Shape;567;p72"/>
          <p:cNvSpPr txBox="1"/>
          <p:nvPr/>
        </p:nvSpPr>
        <p:spPr>
          <a:xfrm>
            <a:off x="668500" y="1305525"/>
            <a:ext cx="76200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Outfit"/>
                <a:ea typeface="Outfit"/>
                <a:cs typeface="Outfit"/>
                <a:sym typeface="Outfit"/>
              </a:rPr>
              <a:t>Open Telemetry is an open source observability framework for collecting telemetry data.</a:t>
            </a:r>
            <a:endParaRPr sz="1800">
              <a:solidFill>
                <a:srgbClr val="FFFFFF"/>
              </a:solidFill>
              <a:latin typeface="Outfit"/>
              <a:ea typeface="Outfit"/>
              <a:cs typeface="Outfit"/>
              <a:sym typeface="Outfit"/>
            </a:endParaRPr>
          </a:p>
        </p:txBody>
      </p:sp>
      <p:sp>
        <p:nvSpPr>
          <p:cNvPr id="568" name="Google Shape;568;p72"/>
          <p:cNvSpPr txBox="1"/>
          <p:nvPr/>
        </p:nvSpPr>
        <p:spPr>
          <a:xfrm>
            <a:off x="700000" y="2350000"/>
            <a:ext cx="35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Why </a:t>
            </a:r>
            <a:r>
              <a:rPr b="1" lang="en" sz="2100">
                <a:solidFill>
                  <a:srgbClr val="F9B233"/>
                </a:solidFill>
                <a:latin typeface="Outfit"/>
                <a:ea typeface="Outfit"/>
                <a:cs typeface="Outfit"/>
                <a:sym typeface="Outfit"/>
              </a:rPr>
              <a:t>Open Telemetry</a:t>
            </a:r>
            <a:r>
              <a:rPr b="1" lang="en" sz="2100">
                <a:solidFill>
                  <a:srgbClr val="F9B233"/>
                </a:solidFill>
                <a:latin typeface="Outfit"/>
                <a:ea typeface="Outfit"/>
                <a:cs typeface="Outfit"/>
                <a:sym typeface="Outfit"/>
              </a:rPr>
              <a:t>?</a:t>
            </a:r>
            <a:endParaRPr b="1" sz="2100">
              <a:solidFill>
                <a:srgbClr val="F9B233"/>
              </a:solidFill>
              <a:latin typeface="Outfit"/>
              <a:ea typeface="Outfit"/>
              <a:cs typeface="Outfit"/>
              <a:sym typeface="Outfit"/>
            </a:endParaRPr>
          </a:p>
        </p:txBody>
      </p:sp>
      <p:sp>
        <p:nvSpPr>
          <p:cNvPr id="569" name="Google Shape;569;p72"/>
          <p:cNvSpPr txBox="1"/>
          <p:nvPr/>
        </p:nvSpPr>
        <p:spPr>
          <a:xfrm>
            <a:off x="700000" y="2800000"/>
            <a:ext cx="3500100" cy="1500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Vendor-neutral</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Language-agnostic</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Standardized approach</a:t>
            </a:r>
            <a:endParaRPr sz="1800">
              <a:solidFill>
                <a:srgbClr val="FFFFFF"/>
              </a:solidFill>
              <a:latin typeface="Outfit"/>
              <a:ea typeface="Outfit"/>
              <a:cs typeface="Outfit"/>
              <a:sym typeface="Outfit"/>
            </a:endParaRPr>
          </a:p>
        </p:txBody>
      </p:sp>
      <p:sp>
        <p:nvSpPr>
          <p:cNvPr id="570" name="Google Shape;570;p72"/>
          <p:cNvSpPr txBox="1"/>
          <p:nvPr/>
        </p:nvSpPr>
        <p:spPr>
          <a:xfrm>
            <a:off x="4650000" y="2350000"/>
            <a:ext cx="38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Key idea</a:t>
            </a:r>
            <a:endParaRPr b="1" sz="2100">
              <a:solidFill>
                <a:srgbClr val="F9B233"/>
              </a:solidFill>
              <a:latin typeface="Outfit"/>
              <a:ea typeface="Outfit"/>
              <a:cs typeface="Outfit"/>
              <a:sym typeface="Outfit"/>
            </a:endParaRPr>
          </a:p>
        </p:txBody>
      </p:sp>
      <p:sp>
        <p:nvSpPr>
          <p:cNvPr id="571" name="Google Shape;571;p72"/>
          <p:cNvSpPr txBox="1"/>
          <p:nvPr/>
        </p:nvSpPr>
        <p:spPr>
          <a:xfrm>
            <a:off x="4650000" y="2800000"/>
            <a:ext cx="3800100" cy="1700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Instrument once, export anywhere</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Jaeger, Prometheus, Grafana</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Datadog, New Relic</a:t>
            </a:r>
            <a:endParaRPr sz="1800">
              <a:solidFill>
                <a:srgbClr val="FFFFFF"/>
              </a:solidFill>
              <a:latin typeface="Outfit"/>
              <a:ea typeface="Outfit"/>
              <a:cs typeface="Outfit"/>
              <a:sym typeface="Outfit"/>
            </a:endParaRPr>
          </a:p>
        </p:txBody>
      </p:sp>
      <p:pic>
        <p:nvPicPr>
          <p:cNvPr id="572" name="Google Shape;572;p72"/>
          <p:cNvPicPr preferRelativeResize="0"/>
          <p:nvPr/>
        </p:nvPicPr>
        <p:blipFill>
          <a:blip r:embed="rId3">
            <a:alphaModFix/>
          </a:blip>
          <a:stretch>
            <a:fillRect/>
          </a:stretch>
        </p:blipFill>
        <p:spPr>
          <a:xfrm>
            <a:off x="6018800" y="133514"/>
            <a:ext cx="1210175" cy="1210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Open Telemetry Does </a:t>
            </a:r>
            <a:endParaRPr/>
          </a:p>
        </p:txBody>
      </p:sp>
      <p:pic>
        <p:nvPicPr>
          <p:cNvPr id="578" name="Google Shape;578;p73"/>
          <p:cNvPicPr preferRelativeResize="0"/>
          <p:nvPr/>
        </p:nvPicPr>
        <p:blipFill>
          <a:blip r:embed="rId3">
            <a:alphaModFix/>
          </a:blip>
          <a:stretch>
            <a:fillRect/>
          </a:stretch>
        </p:blipFill>
        <p:spPr>
          <a:xfrm>
            <a:off x="5607725" y="1186712"/>
            <a:ext cx="2541225" cy="2541225"/>
          </a:xfrm>
          <a:prstGeom prst="rect">
            <a:avLst/>
          </a:prstGeom>
          <a:noFill/>
          <a:ln>
            <a:noFill/>
          </a:ln>
        </p:spPr>
      </p:pic>
      <p:sp>
        <p:nvSpPr>
          <p:cNvPr id="579" name="Google Shape;579;p73"/>
          <p:cNvSpPr txBox="1"/>
          <p:nvPr/>
        </p:nvSpPr>
        <p:spPr>
          <a:xfrm>
            <a:off x="853925" y="1512175"/>
            <a:ext cx="1613700" cy="1275000"/>
          </a:xfrm>
          <a:prstGeom prst="rect">
            <a:avLst/>
          </a:prstGeom>
          <a:noFill/>
          <a:ln>
            <a:noFill/>
          </a:ln>
        </p:spPr>
        <p:txBody>
          <a:bodyPr anchorCtr="0" anchor="t" bIns="105925" lIns="105925" spcFirstLastPara="1" rIns="105925" wrap="square" tIns="105925">
            <a:spAutoFit/>
          </a:bodyPr>
          <a:lstStyle/>
          <a:p>
            <a:pPr indent="0" lvl="0" marL="0" marR="0" rtl="0" algn="l">
              <a:lnSpc>
                <a:spcPct val="115000"/>
              </a:lnSpc>
              <a:spcBef>
                <a:spcPts val="1390"/>
              </a:spcBef>
              <a:spcAft>
                <a:spcPts val="0"/>
              </a:spcAft>
              <a:buNone/>
            </a:pPr>
            <a:r>
              <a:rPr b="1" lang="en" sz="1738">
                <a:solidFill>
                  <a:schemeClr val="lt1"/>
                </a:solidFill>
                <a:latin typeface="Outfit"/>
                <a:ea typeface="Outfit"/>
                <a:cs typeface="Outfit"/>
                <a:sym typeface="Outfit"/>
              </a:rPr>
              <a:t>What Does</a:t>
            </a:r>
            <a:endParaRPr b="1" sz="1738">
              <a:solidFill>
                <a:schemeClr val="lt1"/>
              </a:solidFill>
              <a:latin typeface="Outfit"/>
              <a:ea typeface="Outfit"/>
              <a:cs typeface="Outfit"/>
              <a:sym typeface="Outfit"/>
            </a:endParaRPr>
          </a:p>
          <a:p>
            <a:pPr indent="-375213" lvl="0" marL="529713" marR="0" rtl="0" algn="l">
              <a:lnSpc>
                <a:spcPct val="115000"/>
              </a:lnSpc>
              <a:spcBef>
                <a:spcPts val="1390"/>
              </a:spcBef>
              <a:spcAft>
                <a:spcPts val="0"/>
              </a:spcAft>
              <a:buClr>
                <a:schemeClr val="lt1"/>
              </a:buClr>
              <a:buSzPts val="1738"/>
              <a:buFont typeface="Outfit"/>
              <a:buChar char="●"/>
            </a:pPr>
            <a:r>
              <a:rPr lang="en" sz="1738">
                <a:solidFill>
                  <a:schemeClr val="lt1"/>
                </a:solidFill>
                <a:latin typeface="Outfit"/>
                <a:ea typeface="Outfit"/>
                <a:cs typeface="Outfit"/>
                <a:sym typeface="Outfit"/>
              </a:rPr>
              <a:t>Collect</a:t>
            </a:r>
            <a:endParaRPr sz="1738">
              <a:solidFill>
                <a:schemeClr val="lt1"/>
              </a:solidFill>
              <a:latin typeface="Outfit"/>
              <a:ea typeface="Outfit"/>
              <a:cs typeface="Outfit"/>
              <a:sym typeface="Outfit"/>
            </a:endParaRPr>
          </a:p>
          <a:p>
            <a:pPr indent="-375213" lvl="0" marL="529713" marR="0" rtl="0" algn="l">
              <a:lnSpc>
                <a:spcPct val="115000"/>
              </a:lnSpc>
              <a:spcBef>
                <a:spcPts val="0"/>
              </a:spcBef>
              <a:spcAft>
                <a:spcPts val="0"/>
              </a:spcAft>
              <a:buClr>
                <a:schemeClr val="lt1"/>
              </a:buClr>
              <a:buSzPts val="1738"/>
              <a:buFont typeface="Outfit"/>
              <a:buChar char="●"/>
            </a:pPr>
            <a:r>
              <a:rPr lang="en" sz="1738">
                <a:solidFill>
                  <a:schemeClr val="lt1"/>
                </a:solidFill>
                <a:latin typeface="Outfit"/>
                <a:ea typeface="Outfit"/>
                <a:cs typeface="Outfit"/>
                <a:sym typeface="Outfit"/>
              </a:rPr>
              <a:t>Ship</a:t>
            </a:r>
            <a:endParaRPr b="0" i="0" spc="0" sz="1274" u="none" cap="none" strike="noStrike">
              <a:solidFill>
                <a:schemeClr val="lt1"/>
              </a:solidFill>
              <a:latin typeface="Outfit"/>
              <a:ea typeface="Outfit"/>
              <a:cs typeface="Outfit"/>
              <a:sym typeface="Outfit"/>
            </a:endParaRPr>
          </a:p>
        </p:txBody>
      </p:sp>
      <p:sp>
        <p:nvSpPr>
          <p:cNvPr id="580" name="Google Shape;580;p73"/>
          <p:cNvSpPr txBox="1"/>
          <p:nvPr/>
        </p:nvSpPr>
        <p:spPr>
          <a:xfrm>
            <a:off x="2626443" y="1512175"/>
            <a:ext cx="2277900" cy="1890300"/>
          </a:xfrm>
          <a:prstGeom prst="rect">
            <a:avLst/>
          </a:prstGeom>
          <a:noFill/>
          <a:ln>
            <a:noFill/>
          </a:ln>
        </p:spPr>
        <p:txBody>
          <a:bodyPr anchorCtr="0" anchor="t" bIns="105925" lIns="105925" spcFirstLastPara="1" rIns="105925" wrap="square" tIns="105925">
            <a:spAutoFit/>
          </a:bodyPr>
          <a:lstStyle/>
          <a:p>
            <a:pPr indent="0" lvl="0" marL="0" marR="0" rtl="0" algn="l">
              <a:lnSpc>
                <a:spcPct val="115000"/>
              </a:lnSpc>
              <a:spcBef>
                <a:spcPts val="1390"/>
              </a:spcBef>
              <a:spcAft>
                <a:spcPts val="0"/>
              </a:spcAft>
              <a:buNone/>
            </a:pPr>
            <a:r>
              <a:rPr b="1" lang="en" sz="1738">
                <a:solidFill>
                  <a:schemeClr val="lt1"/>
                </a:solidFill>
                <a:latin typeface="Outfit"/>
                <a:ea typeface="Outfit"/>
                <a:cs typeface="Outfit"/>
                <a:sym typeface="Outfit"/>
              </a:rPr>
              <a:t>What Does not Do</a:t>
            </a:r>
            <a:endParaRPr b="1" sz="1738">
              <a:solidFill>
                <a:schemeClr val="lt1"/>
              </a:solidFill>
              <a:latin typeface="Outfit"/>
              <a:ea typeface="Outfit"/>
              <a:cs typeface="Outfit"/>
              <a:sym typeface="Outfit"/>
            </a:endParaRPr>
          </a:p>
          <a:p>
            <a:pPr indent="-375213" lvl="0" marL="529713" marR="0" rtl="0" algn="l">
              <a:lnSpc>
                <a:spcPct val="115000"/>
              </a:lnSpc>
              <a:spcBef>
                <a:spcPts val="1390"/>
              </a:spcBef>
              <a:spcAft>
                <a:spcPts val="0"/>
              </a:spcAft>
              <a:buClr>
                <a:schemeClr val="lt1"/>
              </a:buClr>
              <a:buSzPts val="1738"/>
              <a:buFont typeface="Outfit"/>
              <a:buChar char="●"/>
            </a:pPr>
            <a:r>
              <a:rPr lang="en" sz="1738">
                <a:solidFill>
                  <a:schemeClr val="lt1"/>
                </a:solidFill>
                <a:latin typeface="Outfit"/>
                <a:ea typeface="Outfit"/>
                <a:cs typeface="Outfit"/>
                <a:sym typeface="Outfit"/>
              </a:rPr>
              <a:t>Store</a:t>
            </a:r>
            <a:endParaRPr sz="1738">
              <a:solidFill>
                <a:schemeClr val="lt1"/>
              </a:solidFill>
              <a:latin typeface="Outfit"/>
              <a:ea typeface="Outfit"/>
              <a:cs typeface="Outfit"/>
              <a:sym typeface="Outfit"/>
            </a:endParaRPr>
          </a:p>
          <a:p>
            <a:pPr indent="-375213" lvl="0" marL="529713" marR="0" rtl="0" algn="l">
              <a:lnSpc>
                <a:spcPct val="115000"/>
              </a:lnSpc>
              <a:spcBef>
                <a:spcPts val="0"/>
              </a:spcBef>
              <a:spcAft>
                <a:spcPts val="0"/>
              </a:spcAft>
              <a:buClr>
                <a:schemeClr val="lt1"/>
              </a:buClr>
              <a:buSzPts val="1738"/>
              <a:buFont typeface="Outfit"/>
              <a:buChar char="●"/>
            </a:pPr>
            <a:r>
              <a:rPr lang="en" sz="1738">
                <a:solidFill>
                  <a:schemeClr val="lt1"/>
                </a:solidFill>
                <a:latin typeface="Outfit"/>
                <a:ea typeface="Outfit"/>
                <a:cs typeface="Outfit"/>
                <a:sym typeface="Outfit"/>
              </a:rPr>
              <a:t>Query</a:t>
            </a:r>
            <a:endParaRPr sz="1738">
              <a:solidFill>
                <a:schemeClr val="lt1"/>
              </a:solidFill>
              <a:latin typeface="Outfit"/>
              <a:ea typeface="Outfit"/>
              <a:cs typeface="Outfit"/>
              <a:sym typeface="Outfit"/>
            </a:endParaRPr>
          </a:p>
          <a:p>
            <a:pPr indent="-375213" lvl="0" marL="529713" marR="0" rtl="0" algn="l">
              <a:lnSpc>
                <a:spcPct val="115000"/>
              </a:lnSpc>
              <a:spcBef>
                <a:spcPts val="0"/>
              </a:spcBef>
              <a:spcAft>
                <a:spcPts val="0"/>
              </a:spcAft>
              <a:buClr>
                <a:schemeClr val="lt1"/>
              </a:buClr>
              <a:buSzPts val="1738"/>
              <a:buFont typeface="Outfit"/>
              <a:buChar char="●"/>
            </a:pPr>
            <a:r>
              <a:rPr lang="en" sz="1738">
                <a:solidFill>
                  <a:schemeClr val="lt1"/>
                </a:solidFill>
                <a:latin typeface="Outfit"/>
                <a:ea typeface="Outfit"/>
                <a:cs typeface="Outfit"/>
                <a:sym typeface="Outfit"/>
              </a:rPr>
              <a:t>Alert</a:t>
            </a:r>
            <a:endParaRPr sz="1738">
              <a:solidFill>
                <a:schemeClr val="lt1"/>
              </a:solidFill>
              <a:latin typeface="Outfit"/>
              <a:ea typeface="Outfit"/>
              <a:cs typeface="Outfit"/>
              <a:sym typeface="Outfit"/>
            </a:endParaRPr>
          </a:p>
          <a:p>
            <a:pPr indent="-375213" lvl="0" marL="529713" marR="0" rtl="0" algn="l">
              <a:lnSpc>
                <a:spcPct val="115000"/>
              </a:lnSpc>
              <a:spcBef>
                <a:spcPts val="0"/>
              </a:spcBef>
              <a:spcAft>
                <a:spcPts val="0"/>
              </a:spcAft>
              <a:buClr>
                <a:schemeClr val="lt1"/>
              </a:buClr>
              <a:buSzPts val="1738"/>
              <a:buFont typeface="Outfit"/>
              <a:buChar char="●"/>
            </a:pPr>
            <a:r>
              <a:rPr lang="en" sz="1738">
                <a:solidFill>
                  <a:schemeClr val="lt1"/>
                </a:solidFill>
                <a:latin typeface="Outfit"/>
                <a:ea typeface="Outfit"/>
                <a:cs typeface="Outfit"/>
                <a:sym typeface="Outfit"/>
              </a:rPr>
              <a:t>Dashboard</a:t>
            </a:r>
            <a:endParaRPr sz="1738">
              <a:solidFill>
                <a:schemeClr val="lt1"/>
              </a:solidFill>
              <a:latin typeface="Outfit"/>
              <a:ea typeface="Outfit"/>
              <a:cs typeface="Outfit"/>
              <a:sym typeface="Outfi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pic>
        <p:nvPicPr>
          <p:cNvPr id="585" name="Google Shape;585;p74"/>
          <p:cNvPicPr preferRelativeResize="0"/>
          <p:nvPr/>
        </p:nvPicPr>
        <p:blipFill rotWithShape="1">
          <a:blip r:embed="rId3">
            <a:alphaModFix/>
          </a:blip>
          <a:srcRect b="0" l="0" r="0" t="0"/>
          <a:stretch/>
        </p:blipFill>
        <p:spPr>
          <a:xfrm>
            <a:off x="154051" y="360750"/>
            <a:ext cx="755701" cy="755701"/>
          </a:xfrm>
          <a:prstGeom prst="rect">
            <a:avLst/>
          </a:prstGeom>
          <a:noFill/>
          <a:ln>
            <a:noFill/>
          </a:ln>
        </p:spPr>
      </p:pic>
      <p:pic>
        <p:nvPicPr>
          <p:cNvPr id="586" name="Google Shape;586;p74" title="image (10).png"/>
          <p:cNvPicPr preferRelativeResize="0"/>
          <p:nvPr/>
        </p:nvPicPr>
        <p:blipFill rotWithShape="1">
          <a:blip r:embed="rId4">
            <a:alphaModFix/>
          </a:blip>
          <a:srcRect b="0" l="0" r="0" t="0"/>
          <a:stretch/>
        </p:blipFill>
        <p:spPr>
          <a:xfrm>
            <a:off x="816395" y="4314788"/>
            <a:ext cx="606379" cy="728918"/>
          </a:xfrm>
          <a:prstGeom prst="rect">
            <a:avLst/>
          </a:prstGeom>
          <a:noFill/>
          <a:ln>
            <a:noFill/>
          </a:ln>
        </p:spPr>
      </p:pic>
      <p:pic>
        <p:nvPicPr>
          <p:cNvPr id="587" name="Google Shape;587;p74"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588" name="Google Shape;588;p74"/>
          <p:cNvSpPr txBox="1"/>
          <p:nvPr>
            <p:ph type="title"/>
          </p:nvPr>
        </p:nvSpPr>
        <p:spPr>
          <a:xfrm>
            <a:off x="866675" y="360750"/>
            <a:ext cx="84057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Instrumentation makes applications observable</a:t>
            </a:r>
            <a:endParaRPr sz="2800"/>
          </a:p>
        </p:txBody>
      </p:sp>
      <p:cxnSp>
        <p:nvCxnSpPr>
          <p:cNvPr id="589" name="Google Shape;589;p74"/>
          <p:cNvCxnSpPr/>
          <p:nvPr/>
        </p:nvCxnSpPr>
        <p:spPr>
          <a:xfrm flipH="1" rot="10800000">
            <a:off x="981800" y="1099175"/>
            <a:ext cx="4799100" cy="7200"/>
          </a:xfrm>
          <a:prstGeom prst="straightConnector1">
            <a:avLst/>
          </a:prstGeom>
          <a:noFill/>
          <a:ln cap="flat" cmpd="sng" w="9525">
            <a:solidFill>
              <a:srgbClr val="F9B233"/>
            </a:solidFill>
            <a:prstDash val="solid"/>
            <a:round/>
            <a:headEnd len="sm" w="sm" type="none"/>
            <a:tailEnd len="sm" w="sm" type="none"/>
          </a:ln>
        </p:spPr>
      </p:cxnSp>
      <p:sp>
        <p:nvSpPr>
          <p:cNvPr id="590" name="Google Shape;590;p74"/>
          <p:cNvSpPr txBox="1"/>
          <p:nvPr/>
        </p:nvSpPr>
        <p:spPr>
          <a:xfrm>
            <a:off x="668500" y="1305525"/>
            <a:ext cx="76200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Outfit"/>
                <a:ea typeface="Outfit"/>
                <a:cs typeface="Outfit"/>
                <a:sym typeface="Outfit"/>
              </a:rPr>
              <a:t>Instrumentation enables an application to generate telemetry about its behavior and performance.</a:t>
            </a:r>
            <a:endParaRPr sz="1800">
              <a:solidFill>
                <a:srgbClr val="FFFFFF"/>
              </a:solidFill>
              <a:latin typeface="Outfit"/>
              <a:ea typeface="Outfit"/>
              <a:cs typeface="Outfit"/>
              <a:sym typeface="Outfit"/>
            </a:endParaRPr>
          </a:p>
        </p:txBody>
      </p:sp>
      <p:sp>
        <p:nvSpPr>
          <p:cNvPr id="591" name="Google Shape;591;p74"/>
          <p:cNvSpPr txBox="1"/>
          <p:nvPr/>
        </p:nvSpPr>
        <p:spPr>
          <a:xfrm>
            <a:off x="700000" y="2349998"/>
            <a:ext cx="3500100" cy="3999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1" i="0" lang="en" sz="1313">
                <a:solidFill>
                  <a:srgbClr val="F9B233"/>
                </a:solidFill>
                <a:latin typeface="Outfit"/>
                <a:ea typeface="Outfit"/>
                <a:cs typeface="Outfit"/>
                <a:sym typeface="Outfit"/>
              </a:rPr>
              <a:t>The Sensor Analogy</a:t>
            </a:r>
            <a:endParaRPr b="1" i="0" sz="1313">
              <a:solidFill>
                <a:srgbClr val="F9B233"/>
              </a:solidFill>
              <a:latin typeface="Outfit"/>
              <a:ea typeface="Outfit"/>
              <a:cs typeface="Outfit"/>
              <a:sym typeface="Outfit"/>
            </a:endParaRPr>
          </a:p>
        </p:txBody>
      </p:sp>
      <p:sp>
        <p:nvSpPr>
          <p:cNvPr id="592" name="Google Shape;592;p74"/>
          <p:cNvSpPr txBox="1"/>
          <p:nvPr/>
        </p:nvSpPr>
        <p:spPr>
          <a:xfrm>
            <a:off x="700000" y="2799998"/>
            <a:ext cx="3500100" cy="15000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i="0" lang="en" sz="1530">
                <a:solidFill>
                  <a:srgbClr val="FFFFFF"/>
                </a:solidFill>
                <a:latin typeface="Outfit"/>
                <a:ea typeface="Outfit"/>
                <a:cs typeface="Outfit"/>
                <a:sym typeface="Outfit"/>
              </a:rPr>
              <a:t>Acts like sensors built into a vehicle</a:t>
            </a:r>
            <a:endParaRPr b="0" i="0" sz="1530">
              <a:solidFill>
                <a:srgbClr val="FFFFFF"/>
              </a:solidFill>
              <a:latin typeface="Outfit"/>
              <a:ea typeface="Outfit"/>
              <a:cs typeface="Outfit"/>
              <a:sym typeface="Outfit"/>
            </a:endParaRPr>
          </a:p>
          <a:p>
            <a:pPr indent="0" lvl="0" marL="0" rtl="0" algn="l">
              <a:spcBef>
                <a:spcPts val="800"/>
              </a:spcBef>
              <a:spcAft>
                <a:spcPts val="0"/>
              </a:spcAft>
              <a:buNone/>
            </a:pPr>
            <a:r>
              <a:rPr b="0" i="0" lang="en" sz="1530">
                <a:solidFill>
                  <a:srgbClr val="FFFFFF"/>
                </a:solidFill>
                <a:latin typeface="Outfit"/>
                <a:ea typeface="Outfit"/>
                <a:cs typeface="Outfit"/>
                <a:sym typeface="Outfit"/>
              </a:rPr>
              <a:t>Monitors speed, temperature &amp; health</a:t>
            </a:r>
            <a:endParaRPr b="0" i="0" sz="1530">
              <a:solidFill>
                <a:srgbClr val="FFFFFF"/>
              </a:solidFill>
              <a:latin typeface="Outfit"/>
              <a:ea typeface="Outfit"/>
              <a:cs typeface="Outfit"/>
              <a:sym typeface="Outfit"/>
            </a:endParaRPr>
          </a:p>
          <a:p>
            <a:pPr indent="0" lvl="0" marL="0" rtl="0" algn="l">
              <a:spcBef>
                <a:spcPts val="800"/>
              </a:spcBef>
              <a:spcAft>
                <a:spcPts val="800"/>
              </a:spcAft>
              <a:buNone/>
            </a:pPr>
            <a:r>
              <a:rPr b="0" i="0" lang="en" sz="1530">
                <a:solidFill>
                  <a:srgbClr val="FFFFFF"/>
                </a:solidFill>
                <a:latin typeface="Outfit"/>
                <a:ea typeface="Outfit"/>
                <a:cs typeface="Outfit"/>
                <a:sym typeface="Outfit"/>
              </a:rPr>
              <a:t>Provides continuous diagnostic data</a:t>
            </a:r>
            <a:endParaRPr b="0" i="0" sz="1530">
              <a:solidFill>
                <a:srgbClr val="FFFFFF"/>
              </a:solidFill>
              <a:latin typeface="Outfit"/>
              <a:ea typeface="Outfit"/>
              <a:cs typeface="Outfit"/>
              <a:sym typeface="Outfit"/>
            </a:endParaRPr>
          </a:p>
        </p:txBody>
      </p:sp>
      <p:sp>
        <p:nvSpPr>
          <p:cNvPr id="593" name="Google Shape;593;p74"/>
          <p:cNvSpPr txBox="1"/>
          <p:nvPr/>
        </p:nvSpPr>
        <p:spPr>
          <a:xfrm>
            <a:off x="4650000" y="2349998"/>
            <a:ext cx="3800100" cy="3999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1" i="0" lang="en" sz="1313">
                <a:solidFill>
                  <a:srgbClr val="F9B233"/>
                </a:solidFill>
                <a:latin typeface="Outfit"/>
                <a:ea typeface="Outfit"/>
                <a:cs typeface="Outfit"/>
                <a:sym typeface="Outfit"/>
              </a:rPr>
              <a:t>How it Works</a:t>
            </a:r>
            <a:endParaRPr b="1" i="0" sz="1313">
              <a:solidFill>
                <a:srgbClr val="F9B233"/>
              </a:solidFill>
              <a:latin typeface="Outfit"/>
              <a:ea typeface="Outfit"/>
              <a:cs typeface="Outfit"/>
              <a:sym typeface="Outfit"/>
            </a:endParaRPr>
          </a:p>
        </p:txBody>
      </p:sp>
      <p:sp>
        <p:nvSpPr>
          <p:cNvPr id="594" name="Google Shape;594;p74"/>
          <p:cNvSpPr txBox="1"/>
          <p:nvPr/>
        </p:nvSpPr>
        <p:spPr>
          <a:xfrm>
            <a:off x="4650000" y="2799998"/>
            <a:ext cx="3800100" cy="17001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i="0" lang="en" sz="1665">
                <a:solidFill>
                  <a:srgbClr val="FFFFFF"/>
                </a:solidFill>
                <a:latin typeface="Outfit"/>
                <a:ea typeface="Outfit"/>
                <a:cs typeface="Outfit"/>
                <a:sym typeface="Outfit"/>
              </a:rPr>
              <a:t>Embeds measurement hooks in code</a:t>
            </a:r>
            <a:endParaRPr b="0" i="0" sz="1665">
              <a:solidFill>
                <a:srgbClr val="FFFFFF"/>
              </a:solidFill>
              <a:latin typeface="Outfit"/>
              <a:ea typeface="Outfit"/>
              <a:cs typeface="Outfit"/>
              <a:sym typeface="Outfit"/>
            </a:endParaRPr>
          </a:p>
          <a:p>
            <a:pPr indent="0" lvl="0" marL="0" rtl="0" algn="l">
              <a:spcBef>
                <a:spcPts val="800"/>
              </a:spcBef>
              <a:spcAft>
                <a:spcPts val="0"/>
              </a:spcAft>
              <a:buNone/>
            </a:pPr>
            <a:r>
              <a:rPr b="0" i="0" lang="en" sz="1665">
                <a:solidFill>
                  <a:srgbClr val="FFFFFF"/>
                </a:solidFill>
                <a:latin typeface="Outfit"/>
                <a:ea typeface="Outfit"/>
                <a:cs typeface="Outfit"/>
                <a:sym typeface="Outfit"/>
              </a:rPr>
              <a:t>Generates metrics, traces, and logs</a:t>
            </a:r>
            <a:endParaRPr b="0" i="0" sz="1665">
              <a:solidFill>
                <a:srgbClr val="FFFFFF"/>
              </a:solidFill>
              <a:latin typeface="Outfit"/>
              <a:ea typeface="Outfit"/>
              <a:cs typeface="Outfit"/>
              <a:sym typeface="Outfit"/>
            </a:endParaRPr>
          </a:p>
          <a:p>
            <a:pPr indent="0" lvl="0" marL="0" rtl="0" algn="l">
              <a:spcBef>
                <a:spcPts val="800"/>
              </a:spcBef>
              <a:spcAft>
                <a:spcPts val="800"/>
              </a:spcAft>
              <a:buNone/>
            </a:pPr>
            <a:r>
              <a:rPr b="0" i="0" lang="en" sz="1665">
                <a:solidFill>
                  <a:srgbClr val="FFFFFF"/>
                </a:solidFill>
                <a:latin typeface="Outfit"/>
                <a:ea typeface="Outfit"/>
                <a:cs typeface="Outfit"/>
                <a:sym typeface="Outfit"/>
              </a:rPr>
              <a:t>Exposes internal state without stopping</a:t>
            </a:r>
            <a:endParaRPr b="0" i="0" sz="1665">
              <a:solidFill>
                <a:srgbClr val="FFFFFF"/>
              </a:solidFill>
              <a:latin typeface="Outfit"/>
              <a:ea typeface="Outfit"/>
              <a:cs typeface="Outfit"/>
              <a:sym typeface="Outfi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id="599" name="Google Shape;599;p75"/>
          <p:cNvPicPr preferRelativeResize="0"/>
          <p:nvPr/>
        </p:nvPicPr>
        <p:blipFill rotWithShape="1">
          <a:blip r:embed="rId3">
            <a:alphaModFix/>
          </a:blip>
          <a:srcRect b="0" l="0" r="0" t="0"/>
          <a:stretch/>
        </p:blipFill>
        <p:spPr>
          <a:xfrm>
            <a:off x="154051" y="360750"/>
            <a:ext cx="755700" cy="755700"/>
          </a:xfrm>
          <a:prstGeom prst="rect">
            <a:avLst/>
          </a:prstGeom>
          <a:noFill/>
          <a:ln>
            <a:noFill/>
          </a:ln>
        </p:spPr>
      </p:pic>
      <p:pic>
        <p:nvPicPr>
          <p:cNvPr id="600" name="Google Shape;600;p75"/>
          <p:cNvPicPr preferRelativeResize="0"/>
          <p:nvPr/>
        </p:nvPicPr>
        <p:blipFill rotWithShape="1">
          <a:blip r:embed="rId4">
            <a:alphaModFix/>
          </a:blip>
          <a:srcRect b="0" l="0" r="0" t="0"/>
          <a:stretch/>
        </p:blipFill>
        <p:spPr>
          <a:xfrm>
            <a:off x="816395" y="4314787"/>
            <a:ext cx="606300" cy="729000"/>
          </a:xfrm>
          <a:prstGeom prst="rect">
            <a:avLst/>
          </a:prstGeom>
          <a:noFill/>
          <a:ln>
            <a:noFill/>
          </a:ln>
        </p:spPr>
      </p:pic>
      <p:pic>
        <p:nvPicPr>
          <p:cNvPr id="601" name="Google Shape;601;p75"/>
          <p:cNvPicPr preferRelativeResize="0"/>
          <p:nvPr/>
        </p:nvPicPr>
        <p:blipFill rotWithShape="1">
          <a:blip r:embed="rId5">
            <a:alphaModFix/>
          </a:blip>
          <a:srcRect b="10" l="0" r="0" t="0"/>
          <a:stretch/>
        </p:blipFill>
        <p:spPr>
          <a:xfrm>
            <a:off x="-293081" y="3961247"/>
            <a:ext cx="2648100" cy="1489500"/>
          </a:xfrm>
          <a:prstGeom prst="rect">
            <a:avLst/>
          </a:prstGeom>
          <a:noFill/>
          <a:ln>
            <a:noFill/>
          </a:ln>
        </p:spPr>
      </p:pic>
      <p:sp>
        <p:nvSpPr>
          <p:cNvPr id="602" name="Google Shape;602;p75"/>
          <p:cNvSpPr txBox="1"/>
          <p:nvPr/>
        </p:nvSpPr>
        <p:spPr>
          <a:xfrm>
            <a:off x="952500" y="333375"/>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Outfit ExtraBold"/>
                <a:ea typeface="Outfit ExtraBold"/>
                <a:cs typeface="Outfit ExtraBold"/>
                <a:sym typeface="Outfit ExtraBold"/>
              </a:rPr>
              <a:t>Auto-Instrumentation: Real-World Metrics</a:t>
            </a:r>
            <a:endParaRPr b="0" sz="2600">
              <a:solidFill>
                <a:srgbClr val="FFFFFF"/>
              </a:solidFill>
              <a:latin typeface="Outfit ExtraBold"/>
              <a:ea typeface="Outfit ExtraBold"/>
              <a:cs typeface="Outfit ExtraBold"/>
              <a:sym typeface="Outfit ExtraBold"/>
            </a:endParaRPr>
          </a:p>
        </p:txBody>
      </p:sp>
      <p:cxnSp>
        <p:nvCxnSpPr>
          <p:cNvPr id="603" name="Google Shape;603;p75"/>
          <p:cNvCxnSpPr/>
          <p:nvPr/>
        </p:nvCxnSpPr>
        <p:spPr>
          <a:xfrm>
            <a:off x="952500" y="857250"/>
            <a:ext cx="7429500" cy="0"/>
          </a:xfrm>
          <a:prstGeom prst="straightConnector1">
            <a:avLst/>
          </a:prstGeom>
          <a:solidFill>
            <a:srgbClr val="FFFFFF"/>
          </a:solidFill>
          <a:ln cap="flat" cmpd="sng" w="9525">
            <a:solidFill>
              <a:srgbClr val="F9B233"/>
            </a:solidFill>
            <a:prstDash val="solid"/>
            <a:round/>
            <a:headEnd len="sm" w="sm" type="none"/>
            <a:tailEnd len="sm" w="sm" type="none"/>
          </a:ln>
        </p:spPr>
      </p:cxnSp>
      <p:sp>
        <p:nvSpPr>
          <p:cNvPr id="604" name="Google Shape;604;p75"/>
          <p:cNvSpPr txBox="1"/>
          <p:nvPr/>
        </p:nvSpPr>
        <p:spPr>
          <a:xfrm>
            <a:off x="952500" y="952500"/>
            <a:ext cx="762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FFFFFF"/>
                </a:solidFill>
                <a:latin typeface="Outfit"/>
                <a:ea typeface="Outfit"/>
                <a:cs typeface="Outfit"/>
                <a:sym typeface="Outfit"/>
              </a:rPr>
              <a:t>Zero-code agents extract HTTP, runtime, and DB signals out of the box.</a:t>
            </a:r>
            <a:endParaRPr b="0" sz="1500">
              <a:solidFill>
                <a:srgbClr val="FFFFFF"/>
              </a:solidFill>
              <a:latin typeface="Outfit"/>
              <a:ea typeface="Outfit"/>
              <a:cs typeface="Outfit"/>
              <a:sym typeface="Outfit"/>
            </a:endParaRPr>
          </a:p>
        </p:txBody>
      </p:sp>
      <p:grpSp>
        <p:nvGrpSpPr>
          <p:cNvPr id="605" name="Google Shape;605;p75"/>
          <p:cNvGrpSpPr/>
          <p:nvPr/>
        </p:nvGrpSpPr>
        <p:grpSpPr>
          <a:xfrm>
            <a:off x="666750" y="1476375"/>
            <a:ext cx="2476500" cy="2571900"/>
            <a:chOff x="0" y="0"/>
            <a:chExt cx="2476500" cy="2571900"/>
          </a:xfrm>
        </p:grpSpPr>
        <p:sp>
          <p:nvSpPr>
            <p:cNvPr id="606" name="Google Shape;606;p75"/>
            <p:cNvSpPr/>
            <p:nvPr/>
          </p:nvSpPr>
          <p:spPr>
            <a:xfrm>
              <a:off x="0" y="0"/>
              <a:ext cx="2476500" cy="2571900"/>
            </a:xfrm>
            <a:prstGeom prst="roundRect">
              <a:avLst>
                <a:gd fmla="val 3076" name="adj"/>
              </a:avLst>
            </a:prstGeom>
            <a:solidFill>
              <a:srgbClr val="0A1128"/>
            </a:solidFill>
            <a:ln cap="flat" cmpd="sng" w="14300">
              <a:solidFill>
                <a:srgbClr val="1E2A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75"/>
            <p:cNvSpPr/>
            <p:nvPr/>
          </p:nvSpPr>
          <p:spPr>
            <a:xfrm>
              <a:off x="0" y="0"/>
              <a:ext cx="2476500" cy="38100"/>
            </a:xfrm>
            <a:prstGeom prst="roundRect">
              <a:avLst>
                <a:gd fmla="val 50000" name="adj"/>
              </a:avLst>
            </a:prstGeom>
            <a:solidFill>
              <a:srgbClr val="F9B2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75"/>
            <p:cNvSpPr txBox="1"/>
            <p:nvPr/>
          </p:nvSpPr>
          <p:spPr>
            <a:xfrm>
              <a:off x="190500" y="190500"/>
              <a:ext cx="2095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60">
                  <a:solidFill>
                    <a:srgbClr val="F9B233"/>
                  </a:solidFill>
                  <a:latin typeface="Outfit"/>
                  <a:ea typeface="Outfit"/>
                  <a:cs typeface="Outfit"/>
                  <a:sym typeface="Outfit"/>
                </a:rPr>
                <a:t>HTTP &amp; Web Frameworks</a:t>
              </a:r>
              <a:endParaRPr b="1" sz="1360">
                <a:solidFill>
                  <a:srgbClr val="F9B233"/>
                </a:solidFill>
                <a:latin typeface="Outfit"/>
                <a:ea typeface="Outfit"/>
                <a:cs typeface="Outfit"/>
                <a:sym typeface="Outfit"/>
              </a:endParaRPr>
            </a:p>
          </p:txBody>
        </p:sp>
        <p:sp>
          <p:nvSpPr>
            <p:cNvPr id="609" name="Google Shape;609;p75"/>
            <p:cNvSpPr txBox="1"/>
            <p:nvPr/>
          </p:nvSpPr>
          <p:spPr>
            <a:xfrm>
              <a:off x="190500" y="523875"/>
              <a:ext cx="2095500" cy="1857300"/>
            </a:xfrm>
            <a:prstGeom prst="rect">
              <a:avLst/>
            </a:prstGeom>
            <a:noFill/>
            <a:ln>
              <a:noFill/>
            </a:ln>
          </p:spPr>
          <p:txBody>
            <a:bodyPr anchorCtr="0" anchor="t" bIns="0" lIns="0" spcFirstLastPara="1" rIns="0" wrap="square" tIns="0">
              <a:noAutofit/>
            </a:bodyPr>
            <a:lstStyle/>
            <a:p>
              <a:pPr indent="-299085" lvl="0" marL="457200" rtl="0" algn="l">
                <a:spcBef>
                  <a:spcPts val="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Request counts &amp; rates</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HTTP status code breakdown</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Latency &amp; duration distribution</a:t>
              </a:r>
              <a:endParaRPr b="0" sz="1110">
                <a:solidFill>
                  <a:srgbClr val="E0E0E0"/>
                </a:solidFill>
                <a:latin typeface="Outfit"/>
                <a:ea typeface="Outfit"/>
                <a:cs typeface="Outfit"/>
                <a:sym typeface="Outfit"/>
              </a:endParaRPr>
            </a:p>
            <a:p>
              <a:pPr indent="0" lvl="0" marL="0" rtl="0" algn="l">
                <a:spcBef>
                  <a:spcPts val="900"/>
                </a:spcBef>
                <a:spcAft>
                  <a:spcPts val="0"/>
                </a:spcAft>
                <a:buNone/>
              </a:pPr>
              <a:r>
                <a:rPr b="0" lang="en" sz="925">
                  <a:solidFill>
                    <a:srgbClr val="8A99AD"/>
                  </a:solidFill>
                  <a:latin typeface="Outfit"/>
                  <a:ea typeface="Outfit"/>
                  <a:cs typeface="Outfit"/>
                  <a:sym typeface="Outfit"/>
                </a:rPr>
                <a:t>Example Metric:</a:t>
              </a:r>
              <a:endParaRPr b="0" sz="925">
                <a:solidFill>
                  <a:srgbClr val="8A99AD"/>
                </a:solidFill>
                <a:latin typeface="Outfit"/>
                <a:ea typeface="Outfit"/>
                <a:cs typeface="Outfit"/>
                <a:sym typeface="Outfit"/>
              </a:endParaRPr>
            </a:p>
            <a:p>
              <a:pPr indent="0" lvl="0" marL="0" rtl="0" algn="l">
                <a:spcBef>
                  <a:spcPts val="300"/>
                </a:spcBef>
                <a:spcAft>
                  <a:spcPts val="0"/>
                </a:spcAft>
                <a:buNone/>
              </a:pPr>
              <a:r>
                <a:rPr b="0" lang="en" sz="925">
                  <a:solidFill>
                    <a:srgbClr val="00FFC8"/>
                  </a:solidFill>
                  <a:latin typeface="Consolas"/>
                  <a:ea typeface="Consolas"/>
                  <a:cs typeface="Consolas"/>
                  <a:sym typeface="Consolas"/>
                </a:rPr>
                <a:t>http.server.duration</a:t>
              </a:r>
              <a:endParaRPr b="0" sz="925">
                <a:solidFill>
                  <a:srgbClr val="00FFC8"/>
                </a:solidFill>
                <a:latin typeface="Consolas"/>
                <a:ea typeface="Consolas"/>
                <a:cs typeface="Consolas"/>
                <a:sym typeface="Consolas"/>
              </a:endParaRPr>
            </a:p>
          </p:txBody>
        </p:sp>
      </p:grpSp>
      <p:grpSp>
        <p:nvGrpSpPr>
          <p:cNvPr id="610" name="Google Shape;610;p75"/>
          <p:cNvGrpSpPr/>
          <p:nvPr/>
        </p:nvGrpSpPr>
        <p:grpSpPr>
          <a:xfrm>
            <a:off x="3333750" y="1476375"/>
            <a:ext cx="2476500" cy="2571900"/>
            <a:chOff x="0" y="0"/>
            <a:chExt cx="2476500" cy="2571900"/>
          </a:xfrm>
        </p:grpSpPr>
        <p:sp>
          <p:nvSpPr>
            <p:cNvPr id="611" name="Google Shape;611;p75"/>
            <p:cNvSpPr/>
            <p:nvPr/>
          </p:nvSpPr>
          <p:spPr>
            <a:xfrm>
              <a:off x="0" y="0"/>
              <a:ext cx="2476500" cy="2571900"/>
            </a:xfrm>
            <a:prstGeom prst="roundRect">
              <a:avLst>
                <a:gd fmla="val 3076" name="adj"/>
              </a:avLst>
            </a:prstGeom>
            <a:solidFill>
              <a:srgbClr val="0A1128"/>
            </a:solidFill>
            <a:ln cap="flat" cmpd="sng" w="14300">
              <a:solidFill>
                <a:srgbClr val="1E2A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75"/>
            <p:cNvSpPr/>
            <p:nvPr/>
          </p:nvSpPr>
          <p:spPr>
            <a:xfrm>
              <a:off x="0" y="0"/>
              <a:ext cx="2476500" cy="38100"/>
            </a:xfrm>
            <a:prstGeom prst="roundRect">
              <a:avLst>
                <a:gd fmla="val 50000" name="adj"/>
              </a:avLst>
            </a:prstGeom>
            <a:solidFill>
              <a:srgbClr val="F9B2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75"/>
            <p:cNvSpPr txBox="1"/>
            <p:nvPr/>
          </p:nvSpPr>
          <p:spPr>
            <a:xfrm>
              <a:off x="190500" y="190500"/>
              <a:ext cx="2095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60">
                  <a:solidFill>
                    <a:srgbClr val="F9B233"/>
                  </a:solidFill>
                  <a:latin typeface="Outfit"/>
                  <a:ea typeface="Outfit"/>
                  <a:cs typeface="Outfit"/>
                  <a:sym typeface="Outfit"/>
                </a:rPr>
                <a:t>Runtime &amp; JVM / Process</a:t>
              </a:r>
              <a:endParaRPr b="1" sz="1360">
                <a:solidFill>
                  <a:srgbClr val="F9B233"/>
                </a:solidFill>
                <a:latin typeface="Outfit"/>
                <a:ea typeface="Outfit"/>
                <a:cs typeface="Outfit"/>
                <a:sym typeface="Outfit"/>
              </a:endParaRPr>
            </a:p>
          </p:txBody>
        </p:sp>
        <p:sp>
          <p:nvSpPr>
            <p:cNvPr id="614" name="Google Shape;614;p75"/>
            <p:cNvSpPr txBox="1"/>
            <p:nvPr/>
          </p:nvSpPr>
          <p:spPr>
            <a:xfrm>
              <a:off x="190500" y="523875"/>
              <a:ext cx="2095500" cy="1857300"/>
            </a:xfrm>
            <a:prstGeom prst="rect">
              <a:avLst/>
            </a:prstGeom>
            <a:noFill/>
            <a:ln>
              <a:noFill/>
            </a:ln>
          </p:spPr>
          <p:txBody>
            <a:bodyPr anchorCtr="0" anchor="t" bIns="0" lIns="0" spcFirstLastPara="1" rIns="0" wrap="square" tIns="0">
              <a:noAutofit/>
            </a:bodyPr>
            <a:lstStyle/>
            <a:p>
              <a:pPr indent="-299085" lvl="0" marL="457200" rtl="0" algn="l">
                <a:spcBef>
                  <a:spcPts val="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CPU &amp; Memory usage</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Garbage Collection pause times</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Active thread pool count</a:t>
              </a:r>
              <a:endParaRPr b="0" sz="1110">
                <a:solidFill>
                  <a:srgbClr val="E0E0E0"/>
                </a:solidFill>
                <a:latin typeface="Outfit"/>
                <a:ea typeface="Outfit"/>
                <a:cs typeface="Outfit"/>
                <a:sym typeface="Outfit"/>
              </a:endParaRPr>
            </a:p>
            <a:p>
              <a:pPr indent="0" lvl="0" marL="0" rtl="0" algn="l">
                <a:spcBef>
                  <a:spcPts val="900"/>
                </a:spcBef>
                <a:spcAft>
                  <a:spcPts val="0"/>
                </a:spcAft>
                <a:buNone/>
              </a:pPr>
              <a:r>
                <a:rPr b="0" lang="en" sz="925">
                  <a:solidFill>
                    <a:srgbClr val="8A99AD"/>
                  </a:solidFill>
                  <a:latin typeface="Outfit"/>
                  <a:ea typeface="Outfit"/>
                  <a:cs typeface="Outfit"/>
                  <a:sym typeface="Outfit"/>
                </a:rPr>
                <a:t>Example Metric:</a:t>
              </a:r>
              <a:endParaRPr b="0" sz="925">
                <a:solidFill>
                  <a:srgbClr val="8A99AD"/>
                </a:solidFill>
                <a:latin typeface="Outfit"/>
                <a:ea typeface="Outfit"/>
                <a:cs typeface="Outfit"/>
                <a:sym typeface="Outfit"/>
              </a:endParaRPr>
            </a:p>
            <a:p>
              <a:pPr indent="0" lvl="0" marL="0" rtl="0" algn="l">
                <a:spcBef>
                  <a:spcPts val="300"/>
                </a:spcBef>
                <a:spcAft>
                  <a:spcPts val="0"/>
                </a:spcAft>
                <a:buNone/>
              </a:pPr>
              <a:r>
                <a:rPr b="0" lang="en" sz="925">
                  <a:solidFill>
                    <a:srgbClr val="00FFC8"/>
                  </a:solidFill>
                  <a:latin typeface="Consolas"/>
                  <a:ea typeface="Consolas"/>
                  <a:cs typeface="Consolas"/>
                  <a:sym typeface="Consolas"/>
                </a:rPr>
                <a:t>process.runtime.jvm.memory.usage</a:t>
              </a:r>
              <a:endParaRPr b="0" sz="925">
                <a:solidFill>
                  <a:srgbClr val="00FFC8"/>
                </a:solidFill>
                <a:latin typeface="Consolas"/>
                <a:ea typeface="Consolas"/>
                <a:cs typeface="Consolas"/>
                <a:sym typeface="Consolas"/>
              </a:endParaRPr>
            </a:p>
          </p:txBody>
        </p:sp>
      </p:grpSp>
      <p:grpSp>
        <p:nvGrpSpPr>
          <p:cNvPr id="615" name="Google Shape;615;p75"/>
          <p:cNvGrpSpPr/>
          <p:nvPr/>
        </p:nvGrpSpPr>
        <p:grpSpPr>
          <a:xfrm>
            <a:off x="6000750" y="1476375"/>
            <a:ext cx="2476500" cy="2571900"/>
            <a:chOff x="0" y="0"/>
            <a:chExt cx="2476500" cy="2571900"/>
          </a:xfrm>
        </p:grpSpPr>
        <p:sp>
          <p:nvSpPr>
            <p:cNvPr id="616" name="Google Shape;616;p75"/>
            <p:cNvSpPr/>
            <p:nvPr/>
          </p:nvSpPr>
          <p:spPr>
            <a:xfrm>
              <a:off x="0" y="0"/>
              <a:ext cx="2476500" cy="2571900"/>
            </a:xfrm>
            <a:prstGeom prst="roundRect">
              <a:avLst>
                <a:gd fmla="val 3076" name="adj"/>
              </a:avLst>
            </a:prstGeom>
            <a:solidFill>
              <a:srgbClr val="0A1128"/>
            </a:solidFill>
            <a:ln cap="flat" cmpd="sng" w="14300">
              <a:solidFill>
                <a:srgbClr val="1E2A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75"/>
            <p:cNvSpPr/>
            <p:nvPr/>
          </p:nvSpPr>
          <p:spPr>
            <a:xfrm>
              <a:off x="0" y="0"/>
              <a:ext cx="2476500" cy="38100"/>
            </a:xfrm>
            <a:prstGeom prst="roundRect">
              <a:avLst>
                <a:gd fmla="val 50000" name="adj"/>
              </a:avLst>
            </a:prstGeom>
            <a:solidFill>
              <a:srgbClr val="F9B2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75"/>
            <p:cNvSpPr txBox="1"/>
            <p:nvPr/>
          </p:nvSpPr>
          <p:spPr>
            <a:xfrm>
              <a:off x="190500" y="190500"/>
              <a:ext cx="2095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60">
                  <a:solidFill>
                    <a:srgbClr val="F9B233"/>
                  </a:solidFill>
                  <a:latin typeface="Outfit"/>
                  <a:ea typeface="Outfit"/>
                  <a:cs typeface="Outfit"/>
                  <a:sym typeface="Outfit"/>
                </a:rPr>
                <a:t>Database &amp; Clients</a:t>
              </a:r>
              <a:endParaRPr b="1" sz="1360">
                <a:solidFill>
                  <a:srgbClr val="F9B233"/>
                </a:solidFill>
                <a:latin typeface="Outfit"/>
                <a:ea typeface="Outfit"/>
                <a:cs typeface="Outfit"/>
                <a:sym typeface="Outfit"/>
              </a:endParaRPr>
            </a:p>
          </p:txBody>
        </p:sp>
        <p:sp>
          <p:nvSpPr>
            <p:cNvPr id="619" name="Google Shape;619;p75"/>
            <p:cNvSpPr txBox="1"/>
            <p:nvPr/>
          </p:nvSpPr>
          <p:spPr>
            <a:xfrm>
              <a:off x="190500" y="523875"/>
              <a:ext cx="2095500" cy="1857300"/>
            </a:xfrm>
            <a:prstGeom prst="rect">
              <a:avLst/>
            </a:prstGeom>
            <a:noFill/>
            <a:ln>
              <a:noFill/>
            </a:ln>
          </p:spPr>
          <p:txBody>
            <a:bodyPr anchorCtr="0" anchor="t" bIns="0" lIns="0" spcFirstLastPara="1" rIns="0" wrap="square" tIns="0">
              <a:noAutofit/>
            </a:bodyPr>
            <a:lstStyle/>
            <a:p>
              <a:pPr indent="-299085" lvl="0" marL="457200" rtl="0" algn="l">
                <a:spcBef>
                  <a:spcPts val="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SQL query execution time</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DB connection pool saturation</a:t>
              </a:r>
              <a:endParaRPr b="0" sz="1110">
                <a:solidFill>
                  <a:srgbClr val="E0E0E0"/>
                </a:solidFill>
                <a:latin typeface="Outfit"/>
                <a:ea typeface="Outfit"/>
                <a:cs typeface="Outfit"/>
                <a:sym typeface="Outfit"/>
              </a:endParaRPr>
            </a:p>
            <a:p>
              <a:pPr indent="-299085" lvl="0" marL="457200" rtl="0" algn="l">
                <a:spcBef>
                  <a:spcPts val="450"/>
                </a:spcBef>
                <a:spcAft>
                  <a:spcPts val="0"/>
                </a:spcAft>
                <a:buClr>
                  <a:srgbClr val="E0E0E0"/>
                </a:buClr>
                <a:buSzPts val="1110"/>
                <a:buFont typeface="Outfit"/>
                <a:buChar char="●"/>
              </a:pPr>
              <a:r>
                <a:rPr b="0" lang="en" sz="1110">
                  <a:solidFill>
                    <a:srgbClr val="E0E0E0"/>
                  </a:solidFill>
                  <a:latin typeface="Outfit"/>
                  <a:ea typeface="Outfit"/>
                  <a:cs typeface="Outfit"/>
                  <a:sym typeface="Outfit"/>
                </a:rPr>
                <a:t>Outbound RPC / HTTP client calls</a:t>
              </a:r>
              <a:endParaRPr b="0" sz="1110">
                <a:solidFill>
                  <a:srgbClr val="E0E0E0"/>
                </a:solidFill>
                <a:latin typeface="Outfit"/>
                <a:ea typeface="Outfit"/>
                <a:cs typeface="Outfit"/>
                <a:sym typeface="Outfit"/>
              </a:endParaRPr>
            </a:p>
            <a:p>
              <a:pPr indent="0" lvl="0" marL="0" rtl="0" algn="l">
                <a:spcBef>
                  <a:spcPts val="900"/>
                </a:spcBef>
                <a:spcAft>
                  <a:spcPts val="0"/>
                </a:spcAft>
                <a:buNone/>
              </a:pPr>
              <a:r>
                <a:rPr b="0" lang="en" sz="925">
                  <a:solidFill>
                    <a:srgbClr val="8A99AD"/>
                  </a:solidFill>
                  <a:latin typeface="Outfit"/>
                  <a:ea typeface="Outfit"/>
                  <a:cs typeface="Outfit"/>
                  <a:sym typeface="Outfit"/>
                </a:rPr>
                <a:t>Example Metric:</a:t>
              </a:r>
              <a:endParaRPr b="0" sz="925">
                <a:solidFill>
                  <a:srgbClr val="8A99AD"/>
                </a:solidFill>
                <a:latin typeface="Outfit"/>
                <a:ea typeface="Outfit"/>
                <a:cs typeface="Outfit"/>
                <a:sym typeface="Outfit"/>
              </a:endParaRPr>
            </a:p>
            <a:p>
              <a:pPr indent="0" lvl="0" marL="0" rtl="0" algn="l">
                <a:spcBef>
                  <a:spcPts val="300"/>
                </a:spcBef>
                <a:spcAft>
                  <a:spcPts val="0"/>
                </a:spcAft>
                <a:buNone/>
              </a:pPr>
              <a:r>
                <a:rPr b="0" lang="en" sz="925">
                  <a:solidFill>
                    <a:srgbClr val="00FFC8"/>
                  </a:solidFill>
                  <a:latin typeface="Consolas"/>
                  <a:ea typeface="Consolas"/>
                  <a:cs typeface="Consolas"/>
                  <a:sym typeface="Consolas"/>
                </a:rPr>
                <a:t>db.client.connections.usage</a:t>
              </a:r>
              <a:endParaRPr b="0" sz="925">
                <a:solidFill>
                  <a:srgbClr val="00FFC8"/>
                </a:solidFill>
                <a:latin typeface="Consolas"/>
                <a:ea typeface="Consolas"/>
                <a:cs typeface="Consolas"/>
                <a:sym typeface="Consola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6"/>
          <p:cNvSpPr txBox="1"/>
          <p:nvPr>
            <p:ph type="title"/>
          </p:nvPr>
        </p:nvSpPr>
        <p:spPr>
          <a:xfrm>
            <a:off x="866675" y="360750"/>
            <a:ext cx="69366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Zero-code instrumentation</a:t>
            </a:r>
            <a:endParaRPr sz="2800"/>
          </a:p>
        </p:txBody>
      </p:sp>
      <p:cxnSp>
        <p:nvCxnSpPr>
          <p:cNvPr id="625" name="Google Shape;625;p76"/>
          <p:cNvCxnSpPr/>
          <p:nvPr/>
        </p:nvCxnSpPr>
        <p:spPr>
          <a:xfrm flipH="1" rot="10800000">
            <a:off x="981800" y="1099175"/>
            <a:ext cx="4799100" cy="7200"/>
          </a:xfrm>
          <a:prstGeom prst="straightConnector1">
            <a:avLst/>
          </a:prstGeom>
          <a:noFill/>
          <a:ln cap="flat" cmpd="sng" w="9525">
            <a:solidFill>
              <a:srgbClr val="F9B233"/>
            </a:solidFill>
            <a:prstDash val="solid"/>
            <a:round/>
            <a:headEnd len="sm" w="sm" type="none"/>
            <a:tailEnd len="sm" w="sm" type="none"/>
          </a:ln>
        </p:spPr>
      </p:cxnSp>
      <p:sp>
        <p:nvSpPr>
          <p:cNvPr id="626" name="Google Shape;626;p76"/>
          <p:cNvSpPr txBox="1"/>
          <p:nvPr/>
        </p:nvSpPr>
        <p:spPr>
          <a:xfrm>
            <a:off x="668500" y="1305525"/>
            <a:ext cx="76200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Outfit"/>
                <a:ea typeface="Outfit"/>
                <a:cs typeface="Outfit"/>
                <a:sym typeface="Outfit"/>
              </a:rPr>
              <a:t>An agent adds observability at application startup without changing the source code.</a:t>
            </a:r>
            <a:endParaRPr sz="1800">
              <a:solidFill>
                <a:srgbClr val="FFFFFF"/>
              </a:solidFill>
              <a:latin typeface="Outfit"/>
              <a:ea typeface="Outfit"/>
              <a:cs typeface="Outfit"/>
              <a:sym typeface="Outfit"/>
            </a:endParaRPr>
          </a:p>
        </p:txBody>
      </p:sp>
      <p:sp>
        <p:nvSpPr>
          <p:cNvPr id="627" name="Google Shape;627;p76"/>
          <p:cNvSpPr txBox="1"/>
          <p:nvPr/>
        </p:nvSpPr>
        <p:spPr>
          <a:xfrm>
            <a:off x="696950" y="2106200"/>
            <a:ext cx="35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How it works</a:t>
            </a:r>
            <a:endParaRPr b="1" sz="2100">
              <a:solidFill>
                <a:srgbClr val="F9B233"/>
              </a:solidFill>
              <a:latin typeface="Outfit"/>
              <a:ea typeface="Outfit"/>
              <a:cs typeface="Outfit"/>
              <a:sym typeface="Outfit"/>
            </a:endParaRPr>
          </a:p>
        </p:txBody>
      </p:sp>
      <p:sp>
        <p:nvSpPr>
          <p:cNvPr id="628" name="Google Shape;628;p76"/>
          <p:cNvSpPr txBox="1"/>
          <p:nvPr/>
        </p:nvSpPr>
        <p:spPr>
          <a:xfrm>
            <a:off x="696950" y="2556200"/>
            <a:ext cx="3500100" cy="1500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Attaches at runtime</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Intercepts supported libraries</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Generates telemetry automatically</a:t>
            </a:r>
            <a:endParaRPr sz="1800">
              <a:solidFill>
                <a:srgbClr val="FFFFFF"/>
              </a:solidFill>
              <a:latin typeface="Outfit"/>
              <a:ea typeface="Outfit"/>
              <a:cs typeface="Outfit"/>
              <a:sym typeface="Outfit"/>
            </a:endParaRPr>
          </a:p>
        </p:txBody>
      </p:sp>
      <p:sp>
        <p:nvSpPr>
          <p:cNvPr id="629" name="Google Shape;629;p76"/>
          <p:cNvSpPr txBox="1"/>
          <p:nvPr/>
        </p:nvSpPr>
        <p:spPr>
          <a:xfrm>
            <a:off x="4646950" y="2106200"/>
            <a:ext cx="38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Strengths and limits</a:t>
            </a:r>
            <a:endParaRPr b="1" sz="2100">
              <a:solidFill>
                <a:srgbClr val="F9B233"/>
              </a:solidFill>
              <a:latin typeface="Outfit"/>
              <a:ea typeface="Outfit"/>
              <a:cs typeface="Outfit"/>
              <a:sym typeface="Outfit"/>
            </a:endParaRPr>
          </a:p>
        </p:txBody>
      </p:sp>
      <p:sp>
        <p:nvSpPr>
          <p:cNvPr id="630" name="Google Shape;630;p76"/>
          <p:cNvSpPr txBox="1"/>
          <p:nvPr/>
        </p:nvSpPr>
        <p:spPr>
          <a:xfrm>
            <a:off x="4646950" y="2556200"/>
            <a:ext cx="3800100" cy="1700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Fast setup and broad coverage</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Useful for legacy applications</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Limited business context</a:t>
            </a:r>
            <a:endParaRPr sz="1800">
              <a:solidFill>
                <a:srgbClr val="FFFFFF"/>
              </a:solidFill>
              <a:latin typeface="Outfit"/>
              <a:ea typeface="Outfit"/>
              <a:cs typeface="Outfit"/>
              <a:sym typeface="Outfi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7"/>
          <p:cNvSpPr txBox="1"/>
          <p:nvPr>
            <p:ph type="title"/>
          </p:nvPr>
        </p:nvSpPr>
        <p:spPr>
          <a:xfrm>
            <a:off x="866675" y="360750"/>
            <a:ext cx="69366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Code and zero-code work together</a:t>
            </a:r>
            <a:endParaRPr sz="2800"/>
          </a:p>
        </p:txBody>
      </p:sp>
      <p:cxnSp>
        <p:nvCxnSpPr>
          <p:cNvPr id="636" name="Google Shape;636;p77"/>
          <p:cNvCxnSpPr/>
          <p:nvPr/>
        </p:nvCxnSpPr>
        <p:spPr>
          <a:xfrm flipH="1" rot="10800000">
            <a:off x="981800" y="1099175"/>
            <a:ext cx="4799100" cy="7200"/>
          </a:xfrm>
          <a:prstGeom prst="straightConnector1">
            <a:avLst/>
          </a:prstGeom>
          <a:noFill/>
          <a:ln cap="flat" cmpd="sng" w="9525">
            <a:solidFill>
              <a:srgbClr val="F9B233"/>
            </a:solidFill>
            <a:prstDash val="solid"/>
            <a:round/>
            <a:headEnd len="sm" w="sm" type="none"/>
            <a:tailEnd len="sm" w="sm" type="none"/>
          </a:ln>
        </p:spPr>
      </p:cxnSp>
      <p:sp>
        <p:nvSpPr>
          <p:cNvPr id="637" name="Google Shape;637;p77"/>
          <p:cNvSpPr txBox="1"/>
          <p:nvPr/>
        </p:nvSpPr>
        <p:spPr>
          <a:xfrm>
            <a:off x="668500" y="1305525"/>
            <a:ext cx="76200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Outfit"/>
                <a:ea typeface="Outfit"/>
                <a:cs typeface="Outfit"/>
                <a:sym typeface="Outfit"/>
              </a:rPr>
              <a:t>The strongest coverage combines fast automatic visibility with manual business context.</a:t>
            </a:r>
            <a:endParaRPr sz="1800">
              <a:solidFill>
                <a:srgbClr val="FFFFFF"/>
              </a:solidFill>
              <a:latin typeface="Outfit"/>
              <a:ea typeface="Outfit"/>
              <a:cs typeface="Outfit"/>
              <a:sym typeface="Outfit"/>
            </a:endParaRPr>
          </a:p>
        </p:txBody>
      </p:sp>
      <p:sp>
        <p:nvSpPr>
          <p:cNvPr id="638" name="Google Shape;638;p77"/>
          <p:cNvSpPr txBox="1"/>
          <p:nvPr/>
        </p:nvSpPr>
        <p:spPr>
          <a:xfrm>
            <a:off x="700000" y="2350000"/>
            <a:ext cx="35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Zero-code baseline</a:t>
            </a:r>
            <a:endParaRPr b="1" sz="2100">
              <a:solidFill>
                <a:srgbClr val="F9B233"/>
              </a:solidFill>
              <a:latin typeface="Outfit"/>
              <a:ea typeface="Outfit"/>
              <a:cs typeface="Outfit"/>
              <a:sym typeface="Outfit"/>
            </a:endParaRPr>
          </a:p>
        </p:txBody>
      </p:sp>
      <p:sp>
        <p:nvSpPr>
          <p:cNvPr id="639" name="Google Shape;639;p77"/>
          <p:cNvSpPr txBox="1"/>
          <p:nvPr/>
        </p:nvSpPr>
        <p:spPr>
          <a:xfrm>
            <a:off x="700000" y="2800000"/>
            <a:ext cx="3500100" cy="1500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Framework and library coverage</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Minimal setup effort</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Standard technical signals</a:t>
            </a:r>
            <a:endParaRPr sz="1800">
              <a:solidFill>
                <a:srgbClr val="FFFFFF"/>
              </a:solidFill>
              <a:latin typeface="Outfit"/>
              <a:ea typeface="Outfit"/>
              <a:cs typeface="Outfit"/>
              <a:sym typeface="Outfit"/>
            </a:endParaRPr>
          </a:p>
        </p:txBody>
      </p:sp>
      <p:sp>
        <p:nvSpPr>
          <p:cNvPr id="640" name="Google Shape;640;p77"/>
          <p:cNvSpPr txBox="1"/>
          <p:nvPr/>
        </p:nvSpPr>
        <p:spPr>
          <a:xfrm>
            <a:off x="4650000" y="2350000"/>
            <a:ext cx="38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Manual enrichment</a:t>
            </a:r>
            <a:endParaRPr b="1" sz="2100">
              <a:solidFill>
                <a:srgbClr val="F9B233"/>
              </a:solidFill>
              <a:latin typeface="Outfit"/>
              <a:ea typeface="Outfit"/>
              <a:cs typeface="Outfit"/>
              <a:sym typeface="Outfit"/>
            </a:endParaRPr>
          </a:p>
        </p:txBody>
      </p:sp>
      <p:sp>
        <p:nvSpPr>
          <p:cNvPr id="641" name="Google Shape;641;p77"/>
          <p:cNvSpPr txBox="1"/>
          <p:nvPr/>
        </p:nvSpPr>
        <p:spPr>
          <a:xfrm>
            <a:off x="4650000" y="2800000"/>
            <a:ext cx="3800100" cy="1700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Critical business workflows</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Rich attributes and events</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Precise control where it matters</a:t>
            </a:r>
            <a:endParaRPr sz="1800">
              <a:solidFill>
                <a:srgbClr val="FFFFFF"/>
              </a:solidFill>
              <a:latin typeface="Outfit"/>
              <a:ea typeface="Outfit"/>
              <a:cs typeface="Outfit"/>
              <a:sym typeface="Outfi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78"/>
          <p:cNvSpPr txBox="1"/>
          <p:nvPr>
            <p:ph type="title"/>
          </p:nvPr>
        </p:nvSpPr>
        <p:spPr>
          <a:xfrm>
            <a:off x="866675" y="360750"/>
            <a:ext cx="69366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Instrumentation challenges</a:t>
            </a:r>
            <a:endParaRPr sz="2800"/>
          </a:p>
        </p:txBody>
      </p:sp>
      <p:cxnSp>
        <p:nvCxnSpPr>
          <p:cNvPr id="647" name="Google Shape;647;p78"/>
          <p:cNvCxnSpPr/>
          <p:nvPr/>
        </p:nvCxnSpPr>
        <p:spPr>
          <a:xfrm flipH="1" rot="10800000">
            <a:off x="981800" y="1099175"/>
            <a:ext cx="4799100" cy="7200"/>
          </a:xfrm>
          <a:prstGeom prst="straightConnector1">
            <a:avLst/>
          </a:prstGeom>
          <a:noFill/>
          <a:ln cap="flat" cmpd="sng" w="9525">
            <a:solidFill>
              <a:srgbClr val="F9B233"/>
            </a:solidFill>
            <a:prstDash val="solid"/>
            <a:round/>
            <a:headEnd len="sm" w="sm" type="none"/>
            <a:tailEnd len="sm" w="sm" type="none"/>
          </a:ln>
        </p:spPr>
      </p:cxnSp>
      <p:sp>
        <p:nvSpPr>
          <p:cNvPr id="648" name="Google Shape;648;p78"/>
          <p:cNvSpPr txBox="1"/>
          <p:nvPr/>
        </p:nvSpPr>
        <p:spPr>
          <a:xfrm>
            <a:off x="668500" y="1305525"/>
            <a:ext cx="7620000" cy="6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Outfit"/>
                <a:ea typeface="Outfit"/>
                <a:cs typeface="Outfit"/>
                <a:sym typeface="Outfit"/>
              </a:rPr>
              <a:t>More telemetry does not automatically produce better observability.</a:t>
            </a:r>
            <a:endParaRPr sz="1800">
              <a:solidFill>
                <a:srgbClr val="FFFFFF"/>
              </a:solidFill>
              <a:latin typeface="Outfit"/>
              <a:ea typeface="Outfit"/>
              <a:cs typeface="Outfit"/>
              <a:sym typeface="Outfit"/>
            </a:endParaRPr>
          </a:p>
        </p:txBody>
      </p:sp>
      <p:sp>
        <p:nvSpPr>
          <p:cNvPr id="649" name="Google Shape;649;p78"/>
          <p:cNvSpPr txBox="1"/>
          <p:nvPr/>
        </p:nvSpPr>
        <p:spPr>
          <a:xfrm>
            <a:off x="700000" y="2350000"/>
            <a:ext cx="35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Common challenges</a:t>
            </a:r>
            <a:endParaRPr b="1" sz="2100">
              <a:solidFill>
                <a:srgbClr val="F9B233"/>
              </a:solidFill>
              <a:latin typeface="Outfit"/>
              <a:ea typeface="Outfit"/>
              <a:cs typeface="Outfit"/>
              <a:sym typeface="Outfit"/>
            </a:endParaRPr>
          </a:p>
        </p:txBody>
      </p:sp>
      <p:sp>
        <p:nvSpPr>
          <p:cNvPr id="650" name="Google Shape;650;p78"/>
          <p:cNvSpPr txBox="1"/>
          <p:nvPr/>
        </p:nvSpPr>
        <p:spPr>
          <a:xfrm>
            <a:off x="700000" y="2800000"/>
            <a:ext cx="3500100" cy="1500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Too much noisy data</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Performance overhead</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Missing business context</a:t>
            </a:r>
            <a:endParaRPr sz="1800">
              <a:solidFill>
                <a:srgbClr val="FFFFFF"/>
              </a:solidFill>
              <a:latin typeface="Outfit"/>
              <a:ea typeface="Outfit"/>
              <a:cs typeface="Outfit"/>
              <a:sym typeface="Outfit"/>
            </a:endParaRPr>
          </a:p>
        </p:txBody>
      </p:sp>
      <p:sp>
        <p:nvSpPr>
          <p:cNvPr id="651" name="Google Shape;651;p78"/>
          <p:cNvSpPr txBox="1"/>
          <p:nvPr/>
        </p:nvSpPr>
        <p:spPr>
          <a:xfrm>
            <a:off x="4650000" y="2350000"/>
            <a:ext cx="3800100" cy="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9B233"/>
                </a:solidFill>
                <a:latin typeface="Outfit"/>
                <a:ea typeface="Outfit"/>
                <a:cs typeface="Outfit"/>
                <a:sym typeface="Outfit"/>
              </a:rPr>
              <a:t>Practical responses</a:t>
            </a:r>
            <a:endParaRPr b="1" sz="2100">
              <a:solidFill>
                <a:srgbClr val="F9B233"/>
              </a:solidFill>
              <a:latin typeface="Outfit"/>
              <a:ea typeface="Outfit"/>
              <a:cs typeface="Outfit"/>
              <a:sym typeface="Outfit"/>
            </a:endParaRPr>
          </a:p>
        </p:txBody>
      </p:sp>
      <p:sp>
        <p:nvSpPr>
          <p:cNvPr id="652" name="Google Shape;652;p78"/>
          <p:cNvSpPr txBox="1"/>
          <p:nvPr/>
        </p:nvSpPr>
        <p:spPr>
          <a:xfrm>
            <a:off x="4650000" y="2800000"/>
            <a:ext cx="3800100" cy="17001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800">
                <a:solidFill>
                  <a:srgbClr val="FFFFFF"/>
                </a:solidFill>
                <a:latin typeface="Outfit"/>
                <a:ea typeface="Outfit"/>
                <a:cs typeface="Outfit"/>
                <a:sym typeface="Outfit"/>
              </a:rPr>
              <a:t>Focus on critical journeys</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0"/>
              </a:spcAft>
              <a:buNone/>
            </a:pPr>
            <a:r>
              <a:rPr lang="en" sz="1800">
                <a:solidFill>
                  <a:srgbClr val="FFFFFF"/>
                </a:solidFill>
                <a:latin typeface="Outfit"/>
                <a:ea typeface="Outfit"/>
                <a:cs typeface="Outfit"/>
                <a:sym typeface="Outfit"/>
              </a:rPr>
              <a:t>Use sampling</a:t>
            </a:r>
            <a:endParaRPr sz="1800">
              <a:solidFill>
                <a:srgbClr val="FFFFFF"/>
              </a:solidFill>
              <a:latin typeface="Outfit"/>
              <a:ea typeface="Outfit"/>
              <a:cs typeface="Outfit"/>
              <a:sym typeface="Outfit"/>
            </a:endParaRPr>
          </a:p>
          <a:p>
            <a:pPr indent="0" lvl="0" marL="0" rtl="0" algn="l">
              <a:lnSpc>
                <a:spcPct val="130000"/>
              </a:lnSpc>
              <a:spcBef>
                <a:spcPts val="800"/>
              </a:spcBef>
              <a:spcAft>
                <a:spcPts val="800"/>
              </a:spcAft>
              <a:buNone/>
            </a:pPr>
            <a:r>
              <a:rPr lang="en" sz="1800">
                <a:solidFill>
                  <a:srgbClr val="FFFFFF"/>
                </a:solidFill>
                <a:latin typeface="Outfit"/>
                <a:ea typeface="Outfit"/>
                <a:cs typeface="Outfit"/>
                <a:sym typeface="Outfit"/>
              </a:rPr>
              <a:t>Add meaningful identifiers</a:t>
            </a:r>
            <a:endParaRPr sz="1800">
              <a:solidFill>
                <a:srgbClr val="FFFFFF"/>
              </a:solidFill>
              <a:latin typeface="Outfit"/>
              <a:ea typeface="Outfit"/>
              <a:cs typeface="Outfit"/>
              <a:sym typeface="Outfi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p79"/>
          <p:cNvPicPr preferRelativeResize="0"/>
          <p:nvPr/>
        </p:nvPicPr>
        <p:blipFill rotWithShape="1">
          <a:blip r:embed="rId3">
            <a:alphaModFix/>
          </a:blip>
          <a:srcRect b="0" l="0" r="0" t="0"/>
          <a:stretch/>
        </p:blipFill>
        <p:spPr>
          <a:xfrm>
            <a:off x="154051" y="360750"/>
            <a:ext cx="755701" cy="755701"/>
          </a:xfrm>
          <a:prstGeom prst="rect">
            <a:avLst/>
          </a:prstGeom>
          <a:noFill/>
          <a:ln>
            <a:noFill/>
          </a:ln>
        </p:spPr>
      </p:pic>
      <p:pic>
        <p:nvPicPr>
          <p:cNvPr id="658" name="Google Shape;658;p79" title="image (10).png"/>
          <p:cNvPicPr preferRelativeResize="0"/>
          <p:nvPr/>
        </p:nvPicPr>
        <p:blipFill rotWithShape="1">
          <a:blip r:embed="rId4">
            <a:alphaModFix/>
          </a:blip>
          <a:srcRect b="0" l="0" r="0" t="0"/>
          <a:stretch/>
        </p:blipFill>
        <p:spPr>
          <a:xfrm>
            <a:off x="816395" y="4314788"/>
            <a:ext cx="606379" cy="728918"/>
          </a:xfrm>
          <a:prstGeom prst="rect">
            <a:avLst/>
          </a:prstGeom>
          <a:noFill/>
          <a:ln>
            <a:noFill/>
          </a:ln>
        </p:spPr>
      </p:pic>
      <p:pic>
        <p:nvPicPr>
          <p:cNvPr id="659" name="Google Shape;659;p79"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660" name="Google Shape;660;p79"/>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Grafana Alloy</a:t>
            </a:r>
            <a:endParaRPr sz="2800"/>
          </a:p>
        </p:txBody>
      </p:sp>
      <p:cxnSp>
        <p:nvCxnSpPr>
          <p:cNvPr id="661" name="Google Shape;661;p79"/>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pic>
        <p:nvPicPr>
          <p:cNvPr id="662" name="Google Shape;662;p79"/>
          <p:cNvPicPr preferRelativeResize="0"/>
          <p:nvPr/>
        </p:nvPicPr>
        <p:blipFill>
          <a:blip r:embed="rId6">
            <a:alphaModFix/>
          </a:blip>
          <a:stretch>
            <a:fillRect/>
          </a:stretch>
        </p:blipFill>
        <p:spPr>
          <a:xfrm>
            <a:off x="2176207" y="2571751"/>
            <a:ext cx="6742344" cy="2174425"/>
          </a:xfrm>
          <a:prstGeom prst="rect">
            <a:avLst/>
          </a:prstGeom>
          <a:noFill/>
          <a:ln>
            <a:noFill/>
          </a:ln>
        </p:spPr>
      </p:pic>
      <p:sp>
        <p:nvSpPr>
          <p:cNvPr id="663" name="Google Shape;663;p79"/>
          <p:cNvSpPr txBox="1"/>
          <p:nvPr/>
        </p:nvSpPr>
        <p:spPr>
          <a:xfrm>
            <a:off x="186000" y="1266200"/>
            <a:ext cx="8958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Outfit"/>
                <a:ea typeface="Outfit"/>
                <a:cs typeface="Outfit"/>
                <a:sym typeface="Outfit"/>
              </a:rPr>
              <a:t>rafana Alloy combines the strengths of the leading collectors into one place. Whether observing applications, infrastructure, or both, Grafana Alloy can collect, process, and export telemetry signals to scale and future-proof your observability approach.</a:t>
            </a:r>
            <a:endParaRPr>
              <a:solidFill>
                <a:schemeClr val="lt1"/>
              </a:solidFill>
              <a:latin typeface="Outfit"/>
              <a:ea typeface="Outfit"/>
              <a:cs typeface="Outfit"/>
              <a:sym typeface="Outfit"/>
            </a:endParaRPr>
          </a:p>
        </p:txBody>
      </p:sp>
      <p:pic>
        <p:nvPicPr>
          <p:cNvPr id="664" name="Google Shape;664;p79"/>
          <p:cNvPicPr preferRelativeResize="0"/>
          <p:nvPr/>
        </p:nvPicPr>
        <p:blipFill>
          <a:blip r:embed="rId7">
            <a:alphaModFix/>
          </a:blip>
          <a:stretch>
            <a:fillRect/>
          </a:stretch>
        </p:blipFill>
        <p:spPr>
          <a:xfrm>
            <a:off x="7893250" y="197014"/>
            <a:ext cx="1070283" cy="10831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id="669" name="Google Shape;669;p80"/>
          <p:cNvPicPr preferRelativeResize="0"/>
          <p:nvPr/>
        </p:nvPicPr>
        <p:blipFill rotWithShape="1">
          <a:blip r:embed="rId3">
            <a:alphaModFix/>
          </a:blip>
          <a:srcRect b="0" l="0" r="0" t="0"/>
          <a:stretch/>
        </p:blipFill>
        <p:spPr>
          <a:xfrm>
            <a:off x="154051" y="360750"/>
            <a:ext cx="755701" cy="755701"/>
          </a:xfrm>
          <a:prstGeom prst="rect">
            <a:avLst/>
          </a:prstGeom>
          <a:noFill/>
          <a:ln>
            <a:noFill/>
          </a:ln>
        </p:spPr>
      </p:pic>
      <p:pic>
        <p:nvPicPr>
          <p:cNvPr id="670" name="Google Shape;670;p80" title="image (10).png"/>
          <p:cNvPicPr preferRelativeResize="0"/>
          <p:nvPr/>
        </p:nvPicPr>
        <p:blipFill rotWithShape="1">
          <a:blip r:embed="rId4">
            <a:alphaModFix/>
          </a:blip>
          <a:srcRect b="0" l="0" r="0" t="0"/>
          <a:stretch/>
        </p:blipFill>
        <p:spPr>
          <a:xfrm>
            <a:off x="816395" y="4314788"/>
            <a:ext cx="606379" cy="728918"/>
          </a:xfrm>
          <a:prstGeom prst="rect">
            <a:avLst/>
          </a:prstGeom>
          <a:noFill/>
          <a:ln>
            <a:noFill/>
          </a:ln>
        </p:spPr>
      </p:pic>
      <p:pic>
        <p:nvPicPr>
          <p:cNvPr id="671" name="Google Shape;671;p80"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672" name="Google Shape;672;p80"/>
          <p:cNvSpPr txBox="1"/>
          <p:nvPr>
            <p:ph type="title"/>
          </p:nvPr>
        </p:nvSpPr>
        <p:spPr>
          <a:xfrm>
            <a:off x="866675" y="360750"/>
            <a:ext cx="60423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2800"/>
              <a:t>why</a:t>
            </a:r>
            <a:r>
              <a:rPr lang="en" sz="2800"/>
              <a:t> Alloy instead of collector</a:t>
            </a:r>
            <a:endParaRPr sz="2800"/>
          </a:p>
        </p:txBody>
      </p:sp>
      <p:cxnSp>
        <p:nvCxnSpPr>
          <p:cNvPr id="673" name="Google Shape;673;p80"/>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grpSp>
        <p:nvGrpSpPr>
          <p:cNvPr id="674" name="Google Shape;674;p80"/>
          <p:cNvGrpSpPr/>
          <p:nvPr/>
        </p:nvGrpSpPr>
        <p:grpSpPr>
          <a:xfrm>
            <a:off x="852488" y="1228725"/>
            <a:ext cx="7443863" cy="2876700"/>
            <a:chOff x="852488" y="1228725"/>
            <a:chExt cx="7443863" cy="2876700"/>
          </a:xfrm>
        </p:grpSpPr>
        <p:sp>
          <p:nvSpPr>
            <p:cNvPr id="675" name="Google Shape;675;p80"/>
            <p:cNvSpPr/>
            <p:nvPr/>
          </p:nvSpPr>
          <p:spPr>
            <a:xfrm>
              <a:off x="857250" y="1238250"/>
              <a:ext cx="3571800" cy="2857500"/>
            </a:xfrm>
            <a:prstGeom prst="roundRect">
              <a:avLst>
                <a:gd fmla="val 3333"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76" name="Google Shape;676;p80"/>
            <p:cNvPicPr preferRelativeResize="0"/>
            <p:nvPr/>
          </p:nvPicPr>
          <p:blipFill rotWithShape="1">
            <a:blip r:embed="rId6">
              <a:alphaModFix/>
            </a:blip>
            <a:srcRect b="0" l="0" r="0" t="0"/>
            <a:stretch/>
          </p:blipFill>
          <p:spPr>
            <a:xfrm>
              <a:off x="852488" y="1233488"/>
              <a:ext cx="3581400" cy="466800"/>
            </a:xfrm>
            <a:prstGeom prst="rect">
              <a:avLst/>
            </a:prstGeom>
            <a:noFill/>
            <a:ln>
              <a:noFill/>
            </a:ln>
          </p:spPr>
        </p:pic>
        <p:sp>
          <p:nvSpPr>
            <p:cNvPr id="677" name="Google Shape;677;p80"/>
            <p:cNvSpPr txBox="1"/>
            <p:nvPr/>
          </p:nvSpPr>
          <p:spPr>
            <a:xfrm>
              <a:off x="857250" y="1238250"/>
              <a:ext cx="3571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500">
                  <a:solidFill>
                    <a:srgbClr val="FF6B6B"/>
                  </a:solidFill>
                  <a:latin typeface="Outfit"/>
                  <a:ea typeface="Outfit"/>
                  <a:cs typeface="Outfit"/>
                  <a:sym typeface="Outfit"/>
                </a:rPr>
                <a:t>Without Alloy</a:t>
              </a:r>
              <a:endParaRPr b="1" sz="1500">
                <a:solidFill>
                  <a:srgbClr val="FF6B6B"/>
                </a:solidFill>
                <a:latin typeface="Outfit"/>
                <a:ea typeface="Outfit"/>
                <a:cs typeface="Outfit"/>
                <a:sym typeface="Outfit"/>
              </a:endParaRPr>
            </a:p>
          </p:txBody>
        </p:sp>
        <p:sp>
          <p:nvSpPr>
            <p:cNvPr id="678" name="Google Shape;678;p80"/>
            <p:cNvSpPr txBox="1"/>
            <p:nvPr/>
          </p:nvSpPr>
          <p:spPr>
            <a:xfrm>
              <a:off x="857250" y="1762125"/>
              <a:ext cx="3571800" cy="2238300"/>
            </a:xfrm>
            <a:prstGeom prst="rect">
              <a:avLst/>
            </a:prstGeom>
            <a:noFill/>
            <a:ln>
              <a:noFill/>
            </a:ln>
          </p:spPr>
          <p:txBody>
            <a:bodyPr anchorCtr="0" anchor="ctr" bIns="0" lIns="190500" spcFirstLastPara="1" rIns="190500" wrap="square" tIns="0">
              <a:noAutofit/>
            </a:bodyPr>
            <a:lstStyle/>
            <a:p>
              <a:pPr indent="-323850" lvl="0" marL="457200" rtl="0" algn="l">
                <a:spcBef>
                  <a:spcPts val="0"/>
                </a:spcBef>
                <a:spcAft>
                  <a:spcPts val="0"/>
                </a:spcAft>
                <a:buClr>
                  <a:srgbClr val="CBD5E1"/>
                </a:buClr>
                <a:buSzPts val="1500"/>
                <a:buFont typeface="Outfit"/>
                <a:buChar char="●"/>
              </a:pPr>
              <a:r>
                <a:rPr b="0" lang="en" sz="1500">
                  <a:solidFill>
                    <a:srgbClr val="CBD5E1"/>
                  </a:solidFill>
                  <a:latin typeface="Outfit"/>
                  <a:ea typeface="Outfit"/>
                  <a:cs typeface="Outfit"/>
                  <a:sym typeface="Outfit"/>
                </a:rPr>
                <a:t>Separate collection agents may be needed</a:t>
              </a:r>
              <a:endParaRPr b="0" sz="1500">
                <a:solidFill>
                  <a:srgbClr val="CBD5E1"/>
                </a:solidFill>
                <a:latin typeface="Outfit"/>
                <a:ea typeface="Outfit"/>
                <a:cs typeface="Outfit"/>
                <a:sym typeface="Outfit"/>
              </a:endParaRPr>
            </a:p>
            <a:p>
              <a:pPr indent="-323850" lvl="0" marL="457200" rtl="0" algn="l">
                <a:spcBef>
                  <a:spcPts val="0"/>
                </a:spcBef>
                <a:spcAft>
                  <a:spcPts val="0"/>
                </a:spcAft>
                <a:buClr>
                  <a:srgbClr val="CBD5E1"/>
                </a:buClr>
                <a:buSzPts val="1500"/>
                <a:buFont typeface="Outfit"/>
                <a:buChar char="●"/>
              </a:pPr>
              <a:r>
                <a:rPr b="0" lang="en" sz="1500">
                  <a:solidFill>
                    <a:srgbClr val="CBD5E1"/>
                  </a:solidFill>
                  <a:latin typeface="Outfit"/>
                  <a:ea typeface="Outfit"/>
                  <a:cs typeface="Outfit"/>
                  <a:sym typeface="Outfit"/>
                </a:rPr>
                <a:t>Different configuration systems</a:t>
              </a:r>
              <a:endParaRPr b="0" sz="1500">
                <a:solidFill>
                  <a:srgbClr val="CBD5E1"/>
                </a:solidFill>
                <a:latin typeface="Outfit"/>
                <a:ea typeface="Outfit"/>
                <a:cs typeface="Outfit"/>
                <a:sym typeface="Outfit"/>
              </a:endParaRPr>
            </a:p>
            <a:p>
              <a:pPr indent="-323850" lvl="0" marL="457200" rtl="0" algn="l">
                <a:spcBef>
                  <a:spcPts val="0"/>
                </a:spcBef>
                <a:spcAft>
                  <a:spcPts val="0"/>
                </a:spcAft>
                <a:buClr>
                  <a:srgbClr val="CBD5E1"/>
                </a:buClr>
                <a:buSzPts val="1500"/>
                <a:buFont typeface="Outfit"/>
                <a:buChar char="●"/>
              </a:pPr>
              <a:r>
                <a:rPr b="0" lang="en" sz="1500">
                  <a:solidFill>
                    <a:srgbClr val="CBD5E1"/>
                  </a:solidFill>
                  <a:latin typeface="Outfit"/>
                  <a:ea typeface="Outfit"/>
                  <a:cs typeface="Outfit"/>
                  <a:sym typeface="Outfit"/>
                </a:rPr>
                <a:t>Limited centralized preprocessing</a:t>
              </a:r>
              <a:endParaRPr b="0" sz="1500">
                <a:solidFill>
                  <a:srgbClr val="CBD5E1"/>
                </a:solidFill>
                <a:latin typeface="Outfit"/>
                <a:ea typeface="Outfit"/>
                <a:cs typeface="Outfit"/>
                <a:sym typeface="Outfit"/>
              </a:endParaRPr>
            </a:p>
            <a:p>
              <a:pPr indent="-323850" lvl="0" marL="457200" rtl="0" algn="l">
                <a:spcBef>
                  <a:spcPts val="0"/>
                </a:spcBef>
                <a:spcAft>
                  <a:spcPts val="0"/>
                </a:spcAft>
                <a:buClr>
                  <a:srgbClr val="CBD5E1"/>
                </a:buClr>
                <a:buSzPts val="1500"/>
                <a:buFont typeface="Outfit"/>
                <a:buChar char="●"/>
              </a:pPr>
              <a:r>
                <a:rPr b="0" lang="en" sz="1500">
                  <a:solidFill>
                    <a:srgbClr val="CBD5E1"/>
                  </a:solidFill>
                  <a:latin typeface="Outfit"/>
                  <a:ea typeface="Outfit"/>
                  <a:cs typeface="Outfit"/>
                  <a:sym typeface="Outfit"/>
                </a:rPr>
                <a:t>Multiple collection integrations to manage</a:t>
              </a:r>
              <a:endParaRPr b="0" sz="1500">
                <a:solidFill>
                  <a:srgbClr val="CBD5E1"/>
                </a:solidFill>
                <a:latin typeface="Outfit"/>
                <a:ea typeface="Outfit"/>
                <a:cs typeface="Outfit"/>
                <a:sym typeface="Outfit"/>
              </a:endParaRPr>
            </a:p>
            <a:p>
              <a:pPr indent="-323850" lvl="0" marL="457200" rtl="0" algn="l">
                <a:spcBef>
                  <a:spcPts val="0"/>
                </a:spcBef>
                <a:spcAft>
                  <a:spcPts val="0"/>
                </a:spcAft>
                <a:buClr>
                  <a:srgbClr val="CBD5E1"/>
                </a:buClr>
                <a:buSzPts val="1500"/>
                <a:buFont typeface="Outfit"/>
                <a:buChar char="●"/>
              </a:pPr>
              <a:r>
                <a:rPr b="0" lang="en" sz="1500">
                  <a:solidFill>
                    <a:srgbClr val="CBD5E1"/>
                  </a:solidFill>
                  <a:latin typeface="Outfit"/>
                  <a:ea typeface="Outfit"/>
                  <a:cs typeface="Outfit"/>
                  <a:sym typeface="Outfit"/>
                </a:rPr>
                <a:t>More operational complexity</a:t>
              </a:r>
              <a:endParaRPr b="0" sz="1500">
                <a:solidFill>
                  <a:srgbClr val="CBD5E1"/>
                </a:solidFill>
                <a:latin typeface="Outfit"/>
                <a:ea typeface="Outfit"/>
                <a:cs typeface="Outfit"/>
                <a:sym typeface="Outfit"/>
              </a:endParaRPr>
            </a:p>
          </p:txBody>
        </p:sp>
        <p:pic>
          <p:nvPicPr>
            <p:cNvPr id="679" name="Google Shape;679;p80"/>
            <p:cNvPicPr preferRelativeResize="0"/>
            <p:nvPr/>
          </p:nvPicPr>
          <p:blipFill rotWithShape="1">
            <a:blip r:embed="rId7">
              <a:alphaModFix/>
            </a:blip>
            <a:srcRect b="0" l="0" r="0" t="0"/>
            <a:stretch/>
          </p:blipFill>
          <p:spPr>
            <a:xfrm>
              <a:off x="4705350" y="1228725"/>
              <a:ext cx="3591000" cy="2876700"/>
            </a:xfrm>
            <a:prstGeom prst="rect">
              <a:avLst/>
            </a:prstGeom>
            <a:noFill/>
            <a:ln>
              <a:noFill/>
            </a:ln>
          </p:spPr>
        </p:pic>
        <p:pic>
          <p:nvPicPr>
            <p:cNvPr id="680" name="Google Shape;680;p80"/>
            <p:cNvPicPr preferRelativeResize="0"/>
            <p:nvPr/>
          </p:nvPicPr>
          <p:blipFill rotWithShape="1">
            <a:blip r:embed="rId8">
              <a:alphaModFix/>
            </a:blip>
            <a:srcRect b="0" l="0" r="0" t="0"/>
            <a:stretch/>
          </p:blipFill>
          <p:spPr>
            <a:xfrm>
              <a:off x="4710113" y="1233488"/>
              <a:ext cx="3581400" cy="466800"/>
            </a:xfrm>
            <a:prstGeom prst="rect">
              <a:avLst/>
            </a:prstGeom>
            <a:noFill/>
            <a:ln>
              <a:noFill/>
            </a:ln>
          </p:spPr>
        </p:pic>
        <p:sp>
          <p:nvSpPr>
            <p:cNvPr id="681" name="Google Shape;681;p80"/>
            <p:cNvSpPr txBox="1"/>
            <p:nvPr/>
          </p:nvSpPr>
          <p:spPr>
            <a:xfrm>
              <a:off x="4714875" y="1238250"/>
              <a:ext cx="3571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500">
                  <a:solidFill>
                    <a:srgbClr val="F9B233"/>
                  </a:solidFill>
                  <a:latin typeface="Outfit ExtraBold"/>
                  <a:ea typeface="Outfit ExtraBold"/>
                  <a:cs typeface="Outfit ExtraBold"/>
                  <a:sym typeface="Outfit ExtraBold"/>
                </a:rPr>
                <a:t>With Alloy</a:t>
              </a:r>
              <a:endParaRPr b="0" sz="1500">
                <a:solidFill>
                  <a:srgbClr val="F9B233"/>
                </a:solidFill>
                <a:latin typeface="Outfit ExtraBold"/>
                <a:ea typeface="Outfit ExtraBold"/>
                <a:cs typeface="Outfit ExtraBold"/>
                <a:sym typeface="Outfit ExtraBold"/>
              </a:endParaRPr>
            </a:p>
          </p:txBody>
        </p:sp>
        <p:sp>
          <p:nvSpPr>
            <p:cNvPr id="682" name="Google Shape;682;p80"/>
            <p:cNvSpPr txBox="1"/>
            <p:nvPr/>
          </p:nvSpPr>
          <p:spPr>
            <a:xfrm>
              <a:off x="4714875" y="1762125"/>
              <a:ext cx="3571800" cy="2238300"/>
            </a:xfrm>
            <a:prstGeom prst="rect">
              <a:avLst/>
            </a:prstGeom>
            <a:noFill/>
            <a:ln>
              <a:noFill/>
            </a:ln>
          </p:spPr>
          <p:txBody>
            <a:bodyPr anchorCtr="0" anchor="ctr" bIns="0" lIns="190500" spcFirstLastPara="1" rIns="190500" wrap="square" tIns="0">
              <a:noAutofit/>
            </a:bodyPr>
            <a:lstStyle/>
            <a:p>
              <a:pPr indent="-317500" lvl="0" marL="457200" rtl="0" algn="l">
                <a:spcBef>
                  <a:spcPts val="0"/>
                </a:spcBef>
                <a:spcAft>
                  <a:spcPts val="0"/>
                </a:spcAft>
                <a:buClr>
                  <a:srgbClr val="FFFFFF"/>
                </a:buClr>
                <a:buSzPts val="1400"/>
                <a:buFont typeface="Outfit Medium"/>
                <a:buChar char="●"/>
              </a:pPr>
              <a:r>
                <a:rPr b="0" lang="en">
                  <a:solidFill>
                    <a:srgbClr val="FFFFFF"/>
                  </a:solidFill>
                  <a:latin typeface="Outfit Medium"/>
                  <a:ea typeface="Outfit Medium"/>
                  <a:cs typeface="Outfit Medium"/>
                  <a:sym typeface="Outfit Medium"/>
                </a:rPr>
                <a:t>One configurable collector for multiple signals</a:t>
              </a:r>
              <a:endParaRPr b="0">
                <a:solidFill>
                  <a:srgbClr val="FFFFFF"/>
                </a:solidFill>
                <a:latin typeface="Outfit Medium"/>
                <a:ea typeface="Outfit Medium"/>
                <a:cs typeface="Outfit Medium"/>
                <a:sym typeface="Outfit Medium"/>
              </a:endParaRPr>
            </a:p>
            <a:p>
              <a:pPr indent="-317500" lvl="0" marL="457200" rtl="0" algn="l">
                <a:spcBef>
                  <a:spcPts val="0"/>
                </a:spcBef>
                <a:spcAft>
                  <a:spcPts val="0"/>
                </a:spcAft>
                <a:buClr>
                  <a:srgbClr val="FFFFFF"/>
                </a:buClr>
                <a:buSzPts val="1400"/>
                <a:buFont typeface="Outfit Medium"/>
                <a:buChar char="●"/>
              </a:pPr>
              <a:r>
                <a:rPr b="0" lang="en">
                  <a:solidFill>
                    <a:srgbClr val="FFFFFF"/>
                  </a:solidFill>
                  <a:latin typeface="Outfit Medium"/>
                  <a:ea typeface="Outfit Medium"/>
                  <a:cs typeface="Outfit Medium"/>
                  <a:sym typeface="Outfit Medium"/>
                </a:rPr>
                <a:t>Unified pipeline configuration</a:t>
              </a:r>
              <a:endParaRPr b="0">
                <a:solidFill>
                  <a:srgbClr val="FFFFFF"/>
                </a:solidFill>
                <a:latin typeface="Outfit Medium"/>
                <a:ea typeface="Outfit Medium"/>
                <a:cs typeface="Outfit Medium"/>
                <a:sym typeface="Outfit Medium"/>
              </a:endParaRPr>
            </a:p>
            <a:p>
              <a:pPr indent="-317500" lvl="0" marL="457200" rtl="0" algn="l">
                <a:spcBef>
                  <a:spcPts val="0"/>
                </a:spcBef>
                <a:spcAft>
                  <a:spcPts val="0"/>
                </a:spcAft>
                <a:buClr>
                  <a:srgbClr val="FFFFFF"/>
                </a:buClr>
                <a:buSzPts val="1400"/>
                <a:buFont typeface="Outfit Medium"/>
                <a:buChar char="●"/>
              </a:pPr>
              <a:r>
                <a:rPr b="0" lang="en">
                  <a:solidFill>
                    <a:srgbClr val="FFFFFF"/>
                  </a:solidFill>
                  <a:latin typeface="Outfit Medium"/>
                  <a:ea typeface="Outfit Medium"/>
                  <a:cs typeface="Outfit Medium"/>
                  <a:sym typeface="Outfit Medium"/>
                </a:rPr>
                <a:t>Filtering, relabeling, batching, and routing</a:t>
              </a:r>
              <a:endParaRPr b="0">
                <a:solidFill>
                  <a:srgbClr val="FFFFFF"/>
                </a:solidFill>
                <a:latin typeface="Outfit Medium"/>
                <a:ea typeface="Outfit Medium"/>
                <a:cs typeface="Outfit Medium"/>
                <a:sym typeface="Outfit Medium"/>
              </a:endParaRPr>
            </a:p>
            <a:p>
              <a:pPr indent="-317500" lvl="0" marL="457200" rtl="0" algn="l">
                <a:spcBef>
                  <a:spcPts val="0"/>
                </a:spcBef>
                <a:spcAft>
                  <a:spcPts val="0"/>
                </a:spcAft>
                <a:buClr>
                  <a:srgbClr val="FFFFFF"/>
                </a:buClr>
                <a:buSzPts val="1400"/>
                <a:buFont typeface="Outfit Medium"/>
                <a:buChar char="●"/>
              </a:pPr>
              <a:r>
                <a:rPr b="0" lang="en">
                  <a:solidFill>
                    <a:srgbClr val="FFFFFF"/>
                  </a:solidFill>
                  <a:latin typeface="Outfit Medium"/>
                  <a:ea typeface="Outfit Medium"/>
                  <a:cs typeface="Outfit Medium"/>
                  <a:sym typeface="Outfit Medium"/>
                </a:rPr>
                <a:t>Prometheus and OpenTelemetry integrations</a:t>
              </a:r>
              <a:endParaRPr b="0">
                <a:solidFill>
                  <a:srgbClr val="FFFFFF"/>
                </a:solidFill>
                <a:latin typeface="Outfit Medium"/>
                <a:ea typeface="Outfit Medium"/>
                <a:cs typeface="Outfit Medium"/>
                <a:sym typeface="Outfit Medium"/>
              </a:endParaRPr>
            </a:p>
            <a:p>
              <a:pPr indent="-317500" lvl="0" marL="457200" rtl="0" algn="l">
                <a:spcBef>
                  <a:spcPts val="0"/>
                </a:spcBef>
                <a:spcAft>
                  <a:spcPts val="0"/>
                </a:spcAft>
                <a:buClr>
                  <a:srgbClr val="FFFFFF"/>
                </a:buClr>
                <a:buSzPts val="1400"/>
                <a:buFont typeface="Outfit Medium"/>
                <a:buChar char="●"/>
              </a:pPr>
              <a:r>
                <a:rPr b="0" lang="en">
                  <a:solidFill>
                    <a:srgbClr val="FFFFFF"/>
                  </a:solidFill>
                  <a:latin typeface="Outfit Medium"/>
                  <a:ea typeface="Outfit Medium"/>
                  <a:cs typeface="Outfit Medium"/>
                  <a:sym typeface="Outfit Medium"/>
                </a:rPr>
                <a:t>Potentially simpler agent management</a:t>
              </a:r>
              <a:endParaRPr b="0">
                <a:solidFill>
                  <a:srgbClr val="FFFFFF"/>
                </a:solidFill>
                <a:latin typeface="Outfit Medium"/>
                <a:ea typeface="Outfit Medium"/>
                <a:cs typeface="Outfit Medium"/>
                <a:sym typeface="Outfit Medium"/>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1"/>
          <p:cNvSpPr txBox="1"/>
          <p:nvPr>
            <p:ph type="title"/>
          </p:nvPr>
        </p:nvSpPr>
        <p:spPr>
          <a:xfrm>
            <a:off x="2153100" y="1048950"/>
            <a:ext cx="4837800" cy="3045600"/>
          </a:xfrm>
          <a:prstGeom prst="rect">
            <a:avLst/>
          </a:prstGeom>
          <a:noFill/>
          <a:ln>
            <a:noFill/>
          </a:ln>
          <a:effectLst>
            <a:outerShdw rotWithShape="0" algn="bl" dir="2700000" dist="38100">
              <a:schemeClr val="accent4"/>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4400"/>
              <a:t>Live demo:</a:t>
            </a:r>
            <a:br>
              <a:rPr lang="en" sz="4400"/>
            </a:br>
            <a:r>
              <a:rPr lang="en" sz="4400"/>
              <a:t>NGINX Observability</a:t>
            </a:r>
            <a:endParaRPr sz="4400"/>
          </a:p>
          <a:p>
            <a:pPr indent="0" lvl="0" marL="0" rtl="0" algn="ctr">
              <a:lnSpc>
                <a:spcPct val="100000"/>
              </a:lnSpc>
              <a:spcBef>
                <a:spcPts val="0"/>
              </a:spcBef>
              <a:spcAft>
                <a:spcPts val="0"/>
              </a:spcAft>
              <a:buSzPts val="990"/>
              <a:buNone/>
            </a:pPr>
            <a:r>
              <a:t/>
            </a:r>
            <a:endParaRPr sz="4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2"/>
          <p:cNvSpPr txBox="1"/>
          <p:nvPr/>
        </p:nvSpPr>
        <p:spPr>
          <a:xfrm>
            <a:off x="64625" y="141913"/>
            <a:ext cx="7704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0" i="0" lang="en" spc="0" sz="3500" u="none" cap="none" strike="noStrike">
                <a:solidFill>
                  <a:schemeClr val="lt1"/>
                </a:solidFill>
                <a:latin typeface="Outfit ExtraBold"/>
                <a:ea typeface="Outfit ExtraBold"/>
                <a:cs typeface="Outfit ExtraBold"/>
                <a:sym typeface="Outfit ExtraBold"/>
              </a:rPr>
              <a:t>NGINX + Grafana Alloy lab</a:t>
            </a:r>
            <a:endParaRPr b="0" i="0" spc="0" sz="3500" u="none" cap="none" strike="noStrike">
              <a:solidFill>
                <a:schemeClr val="lt1"/>
              </a:solidFill>
              <a:latin typeface="Outfit ExtraBold"/>
              <a:ea typeface="Outfit ExtraBold"/>
              <a:cs typeface="Outfit ExtraBold"/>
              <a:sym typeface="Outfit ExtraBold"/>
            </a:endParaRPr>
          </a:p>
        </p:txBody>
      </p:sp>
      <p:pic>
        <p:nvPicPr>
          <p:cNvPr id="693" name="Google Shape;693;p82"/>
          <p:cNvPicPr preferRelativeResize="0"/>
          <p:nvPr/>
        </p:nvPicPr>
        <p:blipFill>
          <a:blip r:embed="rId3">
            <a:alphaModFix/>
          </a:blip>
          <a:stretch>
            <a:fillRect/>
          </a:stretch>
        </p:blipFill>
        <p:spPr>
          <a:xfrm>
            <a:off x="1654350" y="846975"/>
            <a:ext cx="7059075" cy="39728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p83"/>
          <p:cNvPicPr preferRelativeResize="0"/>
          <p:nvPr/>
        </p:nvPicPr>
        <p:blipFill rotWithShape="1">
          <a:blip r:embed="rId3">
            <a:alphaModFix/>
          </a:blip>
          <a:srcRect b="0" l="0" r="0" t="0"/>
          <a:stretch/>
        </p:blipFill>
        <p:spPr>
          <a:xfrm>
            <a:off x="154051" y="360750"/>
            <a:ext cx="755701" cy="755701"/>
          </a:xfrm>
          <a:prstGeom prst="rect">
            <a:avLst/>
          </a:prstGeom>
          <a:noFill/>
          <a:ln>
            <a:noFill/>
          </a:ln>
        </p:spPr>
      </p:pic>
      <p:pic>
        <p:nvPicPr>
          <p:cNvPr id="699" name="Google Shape;699;p83" title="image (10).png"/>
          <p:cNvPicPr preferRelativeResize="0"/>
          <p:nvPr/>
        </p:nvPicPr>
        <p:blipFill rotWithShape="1">
          <a:blip r:embed="rId4">
            <a:alphaModFix/>
          </a:blip>
          <a:srcRect b="0" l="0" r="0" t="0"/>
          <a:stretch/>
        </p:blipFill>
        <p:spPr>
          <a:xfrm>
            <a:off x="816395" y="4314788"/>
            <a:ext cx="606379" cy="728918"/>
          </a:xfrm>
          <a:prstGeom prst="rect">
            <a:avLst/>
          </a:prstGeom>
          <a:noFill/>
          <a:ln>
            <a:noFill/>
          </a:ln>
        </p:spPr>
      </p:pic>
      <p:pic>
        <p:nvPicPr>
          <p:cNvPr id="700" name="Google Shape;700;p83"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701" name="Google Shape;701;p83"/>
          <p:cNvSpPr txBox="1"/>
          <p:nvPr>
            <p:ph type="title"/>
          </p:nvPr>
        </p:nvSpPr>
        <p:spPr>
          <a:xfrm>
            <a:off x="866675" y="360750"/>
            <a:ext cx="6042300" cy="755700"/>
          </a:xfrm>
          <a:prstGeom prst="rect">
            <a:avLst/>
          </a:prstGeom>
          <a:solidFill>
            <a:srgbClr val="000000">
              <a:alpha val="0"/>
            </a:srgbClr>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0" i="0" lang="en" sz="2800">
                <a:solidFill>
                  <a:srgbClr val="FFFFFF"/>
                </a:solidFill>
                <a:latin typeface="Outfit ExtraBold"/>
                <a:ea typeface="Outfit ExtraBold"/>
                <a:cs typeface="Outfit ExtraBold"/>
                <a:sym typeface="Outfit ExtraBold"/>
              </a:rPr>
              <a:t>Grafana Beyla</a:t>
            </a:r>
            <a:endParaRPr b="0" i="0" sz="2800">
              <a:solidFill>
                <a:srgbClr val="FFFFFF"/>
              </a:solidFill>
              <a:latin typeface="Outfit ExtraBold"/>
              <a:ea typeface="Outfit ExtraBold"/>
              <a:cs typeface="Outfit ExtraBold"/>
              <a:sym typeface="Outfit ExtraBold"/>
            </a:endParaRPr>
          </a:p>
        </p:txBody>
      </p:sp>
      <p:cxnSp>
        <p:nvCxnSpPr>
          <p:cNvPr id="702" name="Google Shape;702;p83"/>
          <p:cNvCxnSpPr/>
          <p:nvPr/>
        </p:nvCxnSpPr>
        <p:spPr>
          <a:xfrm>
            <a:off x="952500" y="1095375"/>
            <a:ext cx="4791000" cy="0"/>
          </a:xfrm>
          <a:prstGeom prst="straightConnector1">
            <a:avLst/>
          </a:prstGeom>
          <a:solidFill>
            <a:srgbClr val="FFFFFF"/>
          </a:solidFill>
          <a:ln cap="flat" cmpd="sng" w="14300">
            <a:solidFill>
              <a:srgbClr val="F9B233"/>
            </a:solidFill>
            <a:prstDash val="solid"/>
            <a:round/>
            <a:headEnd len="sm" w="sm" type="none"/>
            <a:tailEnd len="sm" w="sm" type="none"/>
          </a:ln>
        </p:spPr>
      </p:cxnSp>
      <p:sp>
        <p:nvSpPr>
          <p:cNvPr id="703" name="Google Shape;703;p83"/>
          <p:cNvSpPr txBox="1"/>
          <p:nvPr/>
        </p:nvSpPr>
        <p:spPr>
          <a:xfrm>
            <a:off x="186000" y="1219200"/>
            <a:ext cx="8763000" cy="777300"/>
          </a:xfrm>
          <a:prstGeom prst="rect">
            <a:avLst/>
          </a:prstGeom>
          <a:solidFill>
            <a:srgbClr val="000000">
              <a:alpha val="0"/>
            </a:srgbClr>
          </a:solidFill>
          <a:ln>
            <a:noFill/>
          </a:ln>
        </p:spPr>
        <p:txBody>
          <a:bodyPr anchorCtr="0" anchor="t" bIns="76200" lIns="76200" spcFirstLastPara="1" rIns="76200" wrap="square" tIns="76200">
            <a:spAutoFit/>
          </a:bodyPr>
          <a:lstStyle/>
          <a:p>
            <a:pPr indent="0" lvl="0" marL="0" rtl="0" algn="l">
              <a:spcBef>
                <a:spcPts val="0"/>
              </a:spcBef>
              <a:spcAft>
                <a:spcPts val="0"/>
              </a:spcAft>
              <a:buNone/>
            </a:pPr>
            <a:r>
              <a:rPr b="0" i="0" lang="en" sz="1350">
                <a:solidFill>
                  <a:srgbClr val="E2E8F0"/>
                </a:solidFill>
                <a:latin typeface="Outfit"/>
                <a:ea typeface="Outfit"/>
                <a:cs typeface="Outfit"/>
                <a:sym typeface="Outfit"/>
              </a:rPr>
              <a:t>Grafana Beyla is an open-source eBPF-based auto-instrumentation tool for OpenTelemetry. It provides instant application observability and telemetry collection without requiring any code modifications, language SDKs, or application recompilation.</a:t>
            </a:r>
            <a:endParaRPr b="0" i="0" sz="1350">
              <a:solidFill>
                <a:srgbClr val="E2E8F0"/>
              </a:solidFill>
              <a:latin typeface="Outfit"/>
              <a:ea typeface="Outfit"/>
              <a:cs typeface="Outfit"/>
              <a:sym typeface="Outfit"/>
            </a:endParaRPr>
          </a:p>
        </p:txBody>
      </p:sp>
      <p:pic>
        <p:nvPicPr>
          <p:cNvPr id="704" name="Google Shape;704;p83"/>
          <p:cNvPicPr preferRelativeResize="0"/>
          <p:nvPr/>
        </p:nvPicPr>
        <p:blipFill>
          <a:blip r:embed="rId6">
            <a:alphaModFix/>
          </a:blip>
          <a:stretch>
            <a:fillRect/>
          </a:stretch>
        </p:blipFill>
        <p:spPr>
          <a:xfrm>
            <a:off x="7893250" y="197014"/>
            <a:ext cx="1070283" cy="1083174"/>
          </a:xfrm>
          <a:prstGeom prst="rect">
            <a:avLst/>
          </a:prstGeom>
          <a:noFill/>
          <a:ln>
            <a:noFill/>
          </a:ln>
        </p:spPr>
      </p:pic>
      <p:grpSp>
        <p:nvGrpSpPr>
          <p:cNvPr id="705" name="Google Shape;705;p83"/>
          <p:cNvGrpSpPr/>
          <p:nvPr/>
        </p:nvGrpSpPr>
        <p:grpSpPr>
          <a:xfrm>
            <a:off x="571500" y="2143125"/>
            <a:ext cx="2524200" cy="2047800"/>
            <a:chOff x="0" y="0"/>
            <a:chExt cx="2524200" cy="2047800"/>
          </a:xfrm>
        </p:grpSpPr>
        <p:sp>
          <p:nvSpPr>
            <p:cNvPr id="706" name="Google Shape;706;p83"/>
            <p:cNvSpPr/>
            <p:nvPr/>
          </p:nvSpPr>
          <p:spPr>
            <a:xfrm>
              <a:off x="0" y="0"/>
              <a:ext cx="2524200" cy="2047800"/>
            </a:xfrm>
            <a:prstGeom prst="roundRect">
              <a:avLst>
                <a:gd fmla="val 4651"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83"/>
            <p:cNvSpPr txBox="1"/>
            <p:nvPr/>
          </p:nvSpPr>
          <p:spPr>
            <a:xfrm>
              <a:off x="0" y="0"/>
              <a:ext cx="2524200" cy="2047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 sz="1388">
                  <a:solidFill>
                    <a:srgbClr val="F9B233"/>
                  </a:solidFill>
                  <a:latin typeface="Outfit"/>
                  <a:ea typeface="Outfit"/>
                  <a:cs typeface="Outfit"/>
                  <a:sym typeface="Outfit"/>
                </a:rPr>
                <a:t>eBPF Auto-Instrumentation</a:t>
              </a:r>
              <a:endParaRPr b="1" sz="1388">
                <a:solidFill>
                  <a:srgbClr val="F9B233"/>
                </a:solidFill>
                <a:latin typeface="Outfit"/>
                <a:ea typeface="Outfit"/>
                <a:cs typeface="Outfit"/>
                <a:sym typeface="Outfit"/>
              </a:endParaRPr>
            </a:p>
            <a:p>
              <a:pPr indent="-293211" lvl="0" marL="457200" rtl="0" algn="l">
                <a:spcBef>
                  <a:spcPts val="750"/>
                </a:spcBef>
                <a:spcAft>
                  <a:spcPts val="0"/>
                </a:spcAft>
                <a:buClr>
                  <a:srgbClr val="CBD5E1"/>
                </a:buClr>
                <a:buSzPts val="1018"/>
                <a:buFont typeface="Outfit"/>
                <a:buChar char="●"/>
              </a:pPr>
              <a:r>
                <a:rPr b="0" lang="en" sz="1018">
                  <a:solidFill>
                    <a:srgbClr val="CBD5E1"/>
                  </a:solidFill>
                  <a:latin typeface="Outfit"/>
                  <a:ea typeface="Outfit"/>
                  <a:cs typeface="Outfit"/>
                  <a:sym typeface="Outfit"/>
                </a:rPr>
                <a:t>Zero code changes or manual SDK updates required</a:t>
              </a:r>
              <a:endParaRPr b="0" sz="1018">
                <a:solidFill>
                  <a:srgbClr val="CBD5E1"/>
                </a:solidFill>
                <a:latin typeface="Outfit"/>
                <a:ea typeface="Outfit"/>
                <a:cs typeface="Outfit"/>
                <a:sym typeface="Outfit"/>
              </a:endParaRPr>
            </a:p>
            <a:p>
              <a:pPr indent="-293211" lvl="0" marL="457200" rtl="0" algn="l">
                <a:spcBef>
                  <a:spcPts val="450"/>
                </a:spcBef>
                <a:spcAft>
                  <a:spcPts val="0"/>
                </a:spcAft>
                <a:buClr>
                  <a:srgbClr val="CBD5E1"/>
                </a:buClr>
                <a:buSzPts val="1018"/>
                <a:buFont typeface="Outfit"/>
                <a:buChar char="●"/>
              </a:pPr>
              <a:r>
                <a:rPr b="0" lang="en" sz="1018">
                  <a:solidFill>
                    <a:srgbClr val="CBD5E1"/>
                  </a:solidFill>
                  <a:latin typeface="Outfit"/>
                  <a:ea typeface="Outfit"/>
                  <a:cs typeface="Outfit"/>
                  <a:sym typeface="Outfit"/>
                </a:rPr>
                <a:t>Attaches directly to kernel probes via eBPF</a:t>
              </a:r>
              <a:endParaRPr b="0" sz="1018">
                <a:solidFill>
                  <a:srgbClr val="CBD5E1"/>
                </a:solidFill>
                <a:latin typeface="Outfit"/>
                <a:ea typeface="Outfit"/>
                <a:cs typeface="Outfit"/>
                <a:sym typeface="Outfit"/>
              </a:endParaRPr>
            </a:p>
            <a:p>
              <a:pPr indent="-293211" lvl="0" marL="457200" rtl="0" algn="l">
                <a:spcBef>
                  <a:spcPts val="450"/>
                </a:spcBef>
                <a:spcAft>
                  <a:spcPts val="0"/>
                </a:spcAft>
                <a:buClr>
                  <a:srgbClr val="CBD5E1"/>
                </a:buClr>
                <a:buSzPts val="1018"/>
                <a:buFont typeface="Outfit"/>
                <a:buChar char="●"/>
              </a:pPr>
              <a:r>
                <a:rPr b="0" lang="en" sz="1018">
                  <a:solidFill>
                    <a:srgbClr val="CBD5E1"/>
                  </a:solidFill>
                  <a:latin typeface="Outfit"/>
                  <a:ea typeface="Outfit"/>
                  <a:cs typeface="Outfit"/>
                  <a:sym typeface="Outfit"/>
                </a:rPr>
                <a:t>Supports Go, C/C++, Java, Python, Node.js, and Rust</a:t>
              </a:r>
              <a:endParaRPr b="0" sz="1018">
                <a:solidFill>
                  <a:srgbClr val="CBD5E1"/>
                </a:solidFill>
                <a:latin typeface="Outfit"/>
                <a:ea typeface="Outfit"/>
                <a:cs typeface="Outfit"/>
                <a:sym typeface="Outfit"/>
              </a:endParaRPr>
            </a:p>
          </p:txBody>
        </p:sp>
      </p:grpSp>
      <p:grpSp>
        <p:nvGrpSpPr>
          <p:cNvPr id="708" name="Google Shape;708;p83"/>
          <p:cNvGrpSpPr/>
          <p:nvPr/>
        </p:nvGrpSpPr>
        <p:grpSpPr>
          <a:xfrm>
            <a:off x="3305175" y="2143125"/>
            <a:ext cx="2524200" cy="2047800"/>
            <a:chOff x="0" y="0"/>
            <a:chExt cx="2524200" cy="2047800"/>
          </a:xfrm>
        </p:grpSpPr>
        <p:sp>
          <p:nvSpPr>
            <p:cNvPr id="709" name="Google Shape;709;p83"/>
            <p:cNvSpPr/>
            <p:nvPr/>
          </p:nvSpPr>
          <p:spPr>
            <a:xfrm>
              <a:off x="0" y="0"/>
              <a:ext cx="2524200" cy="2047800"/>
            </a:xfrm>
            <a:prstGeom prst="roundRect">
              <a:avLst>
                <a:gd fmla="val 4651"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83"/>
            <p:cNvSpPr txBox="1"/>
            <p:nvPr/>
          </p:nvSpPr>
          <p:spPr>
            <a:xfrm>
              <a:off x="0" y="0"/>
              <a:ext cx="2524200" cy="2047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 sz="1500">
                  <a:solidFill>
                    <a:srgbClr val="F9B233"/>
                  </a:solidFill>
                  <a:latin typeface="Outfit"/>
                  <a:ea typeface="Outfit"/>
                  <a:cs typeface="Outfit"/>
                  <a:sym typeface="Outfit"/>
                </a:rPr>
                <a:t>OpenTelemetry Native</a:t>
              </a:r>
              <a:endParaRPr b="1" sz="1500">
                <a:solidFill>
                  <a:srgbClr val="F9B233"/>
                </a:solidFill>
                <a:latin typeface="Outfit"/>
                <a:ea typeface="Outfit"/>
                <a:cs typeface="Outfit"/>
                <a:sym typeface="Outfit"/>
              </a:endParaRPr>
            </a:p>
            <a:p>
              <a:pPr indent="-298450" lvl="0" marL="457200" rtl="0" algn="l">
                <a:spcBef>
                  <a:spcPts val="7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Exports standard OTLP traces and HTTP/gRPC spans</a:t>
              </a:r>
              <a:endParaRPr b="0" sz="1100">
                <a:solidFill>
                  <a:srgbClr val="CBD5E1"/>
                </a:solidFill>
                <a:latin typeface="Outfit"/>
                <a:ea typeface="Outfit"/>
                <a:cs typeface="Outfit"/>
                <a:sym typeface="Outfit"/>
              </a:endParaRPr>
            </a:p>
            <a:p>
              <a:pPr indent="-298450" lvl="0" marL="457200" rtl="0" algn="l">
                <a:spcBef>
                  <a:spcPts val="4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Captures RED metrics (Rate, Errors, Duration)</a:t>
              </a:r>
              <a:endParaRPr b="0" sz="1100">
                <a:solidFill>
                  <a:srgbClr val="CBD5E1"/>
                </a:solidFill>
                <a:latin typeface="Outfit"/>
                <a:ea typeface="Outfit"/>
                <a:cs typeface="Outfit"/>
                <a:sym typeface="Outfit"/>
              </a:endParaRPr>
            </a:p>
            <a:p>
              <a:pPr indent="-298450" lvl="0" marL="457200" rtl="0" algn="l">
                <a:spcBef>
                  <a:spcPts val="4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Exposes Prometheus metrics endpoint natively</a:t>
              </a:r>
              <a:endParaRPr b="0" sz="1100">
                <a:solidFill>
                  <a:srgbClr val="CBD5E1"/>
                </a:solidFill>
                <a:latin typeface="Outfit"/>
                <a:ea typeface="Outfit"/>
                <a:cs typeface="Outfit"/>
                <a:sym typeface="Outfit"/>
              </a:endParaRPr>
            </a:p>
          </p:txBody>
        </p:sp>
      </p:grpSp>
      <p:grpSp>
        <p:nvGrpSpPr>
          <p:cNvPr id="711" name="Google Shape;711;p83"/>
          <p:cNvGrpSpPr/>
          <p:nvPr/>
        </p:nvGrpSpPr>
        <p:grpSpPr>
          <a:xfrm>
            <a:off x="6038850" y="2143125"/>
            <a:ext cx="2524200" cy="2047800"/>
            <a:chOff x="0" y="0"/>
            <a:chExt cx="2524200" cy="2047800"/>
          </a:xfrm>
        </p:grpSpPr>
        <p:sp>
          <p:nvSpPr>
            <p:cNvPr id="712" name="Google Shape;712;p83"/>
            <p:cNvSpPr/>
            <p:nvPr/>
          </p:nvSpPr>
          <p:spPr>
            <a:xfrm>
              <a:off x="0" y="0"/>
              <a:ext cx="2524200" cy="2047800"/>
            </a:xfrm>
            <a:prstGeom prst="roundRect">
              <a:avLst>
                <a:gd fmla="val 4651" name="adj"/>
              </a:avLst>
            </a:prstGeom>
            <a:solidFill>
              <a:srgbClr val="131B2E"/>
            </a:solidFill>
            <a:ln cap="flat" cmpd="sng" w="9525">
              <a:solidFill>
                <a:srgbClr val="2A36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83"/>
            <p:cNvSpPr txBox="1"/>
            <p:nvPr/>
          </p:nvSpPr>
          <p:spPr>
            <a:xfrm>
              <a:off x="0" y="0"/>
              <a:ext cx="2524200" cy="2047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 sz="1500">
                  <a:solidFill>
                    <a:srgbClr val="F9B233"/>
                  </a:solidFill>
                  <a:latin typeface="Outfit"/>
                  <a:ea typeface="Outfit"/>
                  <a:cs typeface="Outfit"/>
                  <a:sym typeface="Outfit"/>
                </a:rPr>
                <a:t>Key Benefits</a:t>
              </a:r>
              <a:endParaRPr b="1" sz="1500">
                <a:solidFill>
                  <a:srgbClr val="F9B233"/>
                </a:solidFill>
                <a:latin typeface="Outfit"/>
                <a:ea typeface="Outfit"/>
                <a:cs typeface="Outfit"/>
                <a:sym typeface="Outfit"/>
              </a:endParaRPr>
            </a:p>
            <a:p>
              <a:pPr indent="-298450" lvl="0" marL="457200" rtl="0" algn="l">
                <a:spcBef>
                  <a:spcPts val="7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Instant time-to-value without redeploying apps</a:t>
              </a:r>
              <a:endParaRPr b="0" sz="1100">
                <a:solidFill>
                  <a:srgbClr val="CBD5E1"/>
                </a:solidFill>
                <a:latin typeface="Outfit"/>
                <a:ea typeface="Outfit"/>
                <a:cs typeface="Outfit"/>
                <a:sym typeface="Outfit"/>
              </a:endParaRPr>
            </a:p>
            <a:p>
              <a:pPr indent="-298450" lvl="0" marL="457200" rtl="0" algn="l">
                <a:spcBef>
                  <a:spcPts val="4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Ultra-low CPU &amp; memory performance overhead</a:t>
              </a:r>
              <a:endParaRPr b="0" sz="1100">
                <a:solidFill>
                  <a:srgbClr val="CBD5E1"/>
                </a:solidFill>
                <a:latin typeface="Outfit"/>
                <a:ea typeface="Outfit"/>
                <a:cs typeface="Outfit"/>
                <a:sym typeface="Outfit"/>
              </a:endParaRPr>
            </a:p>
            <a:p>
              <a:pPr indent="-298450" lvl="0" marL="457200" rtl="0" algn="l">
                <a:spcBef>
                  <a:spcPts val="450"/>
                </a:spcBef>
                <a:spcAft>
                  <a:spcPts val="0"/>
                </a:spcAft>
                <a:buClr>
                  <a:srgbClr val="CBD5E1"/>
                </a:buClr>
                <a:buSzPts val="1100"/>
                <a:buFont typeface="Outfit"/>
                <a:buChar char="●"/>
              </a:pPr>
              <a:r>
                <a:rPr b="0" lang="en" sz="1100">
                  <a:solidFill>
                    <a:srgbClr val="CBD5E1"/>
                  </a:solidFill>
                  <a:latin typeface="Outfit"/>
                  <a:ea typeface="Outfit"/>
                  <a:cs typeface="Outfit"/>
                  <a:sym typeface="Outfit"/>
                </a:rPr>
                <a:t>Automatic network topology &amp; RED metrics discovery</a:t>
              </a:r>
              <a:endParaRPr b="0" sz="1100">
                <a:solidFill>
                  <a:srgbClr val="CBD5E1"/>
                </a:solidFill>
                <a:latin typeface="Outfit"/>
                <a:ea typeface="Outfit"/>
                <a:cs typeface="Outfit"/>
                <a:sym typeface="Outfit"/>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4"/>
          <p:cNvSpPr txBox="1"/>
          <p:nvPr>
            <p:ph idx="1" type="subTitle"/>
          </p:nvPr>
        </p:nvSpPr>
        <p:spPr>
          <a:xfrm>
            <a:off x="1011150" y="1013099"/>
            <a:ext cx="7121700" cy="1655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lang="en" sz="3000">
                <a:solidFill>
                  <a:schemeClr val="lt2"/>
                </a:solidFill>
              </a:rPr>
              <a:t>Telemetry turns outages into evidence.</a:t>
            </a:r>
            <a:endParaRPr sz="3000">
              <a:solidFill>
                <a:schemeClr val="lt2"/>
              </a:solidFill>
            </a:endParaRPr>
          </a:p>
        </p:txBody>
      </p:sp>
      <p:cxnSp>
        <p:nvCxnSpPr>
          <p:cNvPr id="719" name="Google Shape;719;p84"/>
          <p:cNvCxnSpPr/>
          <p:nvPr/>
        </p:nvCxnSpPr>
        <p:spPr>
          <a:xfrm>
            <a:off x="1011150" y="2797603"/>
            <a:ext cx="7121700" cy="0"/>
          </a:xfrm>
          <a:prstGeom prst="straightConnector1">
            <a:avLst/>
          </a:prstGeom>
          <a:noFill/>
          <a:ln cap="flat" cmpd="sng" w="19050">
            <a:solidFill>
              <a:schemeClr val="accent4"/>
            </a:solidFill>
            <a:prstDash val="solid"/>
            <a:round/>
            <a:headEnd len="sm" w="sm" type="none"/>
            <a:tailEnd len="sm" w="sm"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85"/>
          <p:cNvSpPr txBox="1"/>
          <p:nvPr>
            <p:ph idx="1" type="subTitle"/>
          </p:nvPr>
        </p:nvSpPr>
        <p:spPr>
          <a:xfrm>
            <a:off x="718750" y="1144700"/>
            <a:ext cx="7121700" cy="15954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200"/>
              <a:t>Thank You !!</a:t>
            </a:r>
            <a:endParaRPr sz="3200"/>
          </a:p>
        </p:txBody>
      </p:sp>
      <p:sp>
        <p:nvSpPr>
          <p:cNvPr id="725" name="Google Shape;725;p85"/>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200"/>
              <a:t>Let automation handle repetition, so people can focus on better decisions.</a:t>
            </a:r>
            <a:endParaRPr sz="2200"/>
          </a:p>
        </p:txBody>
      </p:sp>
      <p:cxnSp>
        <p:nvCxnSpPr>
          <p:cNvPr id="726" name="Google Shape;726;p85"/>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pic>
        <p:nvPicPr>
          <p:cNvPr id="727" name="Google Shape;727;p85" title="نشانه تکرنگ سیاه (1).png"/>
          <p:cNvPicPr preferRelativeResize="0"/>
          <p:nvPr/>
        </p:nvPicPr>
        <p:blipFill rotWithShape="1">
          <a:blip r:embed="rId3">
            <a:alphaModFix/>
          </a:blip>
          <a:srcRect b="26737" l="14217" r="60953" t="28656"/>
          <a:stretch/>
        </p:blipFill>
        <p:spPr>
          <a:xfrm>
            <a:off x="7325850" y="4304250"/>
            <a:ext cx="797855" cy="806250"/>
          </a:xfrm>
          <a:prstGeom prst="rect">
            <a:avLst/>
          </a:prstGeom>
          <a:noFill/>
          <a:ln>
            <a:noFill/>
          </a:ln>
        </p:spPr>
      </p:pic>
      <p:pic>
        <p:nvPicPr>
          <p:cNvPr id="728" name="Google Shape;728;p85" title="IMG_20260924_181219.jpg.png"/>
          <p:cNvPicPr preferRelativeResize="0"/>
          <p:nvPr/>
        </p:nvPicPr>
        <p:blipFill>
          <a:blip r:embed="rId4">
            <a:alphaModFix/>
          </a:blip>
          <a:stretch>
            <a:fillRect/>
          </a:stretch>
        </p:blipFill>
        <p:spPr>
          <a:xfrm>
            <a:off x="7920149" y="3313115"/>
            <a:ext cx="2012824" cy="26837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F3F6F8"/>
      </a:lt2>
      <a:accent1>
        <a:srgbClr val="0B0D31"/>
      </a:accent1>
      <a:accent2>
        <a:srgbClr val="0A3D77"/>
      </a:accent2>
      <a:accent3>
        <a:srgbClr val="7EC8F3"/>
      </a:accent3>
      <a:accent4>
        <a:srgbClr val="F7941D"/>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F3F6F8"/>
      </a:lt2>
      <a:accent1>
        <a:srgbClr val="0B0D31"/>
      </a:accent1>
      <a:accent2>
        <a:srgbClr val="0A3D77"/>
      </a:accent2>
      <a:accent3>
        <a:srgbClr val="7EC8F3"/>
      </a:accent3>
      <a:accent4>
        <a:srgbClr val="F7941D"/>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F3F6F8"/>
      </a:lt2>
      <a:accent1>
        <a:srgbClr val="0B0D31"/>
      </a:accent1>
      <a:accent2>
        <a:srgbClr val="0A3D77"/>
      </a:accent2>
      <a:accent3>
        <a:srgbClr val="7EC8F3"/>
      </a:accent3>
      <a:accent4>
        <a:srgbClr val="F7941D"/>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